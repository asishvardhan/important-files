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4"/>
  </p:sldMasterIdLst>
  <p:notesMasterIdLst>
    <p:notesMasterId r:id="rId13"/>
  </p:notesMasterIdLst>
  <p:handoutMasterIdLst>
    <p:handoutMasterId r:id="rId14"/>
  </p:handoutMasterIdLst>
  <p:sldIdLst>
    <p:sldId id="533" r:id="rId5"/>
    <p:sldId id="536" r:id="rId6"/>
    <p:sldId id="537" r:id="rId7"/>
    <p:sldId id="538" r:id="rId8"/>
    <p:sldId id="539" r:id="rId9"/>
    <p:sldId id="540" r:id="rId10"/>
    <p:sldId id="541" r:id="rId11"/>
    <p:sldId id="542" r:id="rId12"/>
  </p:sldIdLst>
  <p:sldSz cx="12192000" cy="6858000"/>
  <p:notesSz cx="6858000" cy="9144000"/>
  <p:embeddedFontLst>
    <p:embeddedFont>
      <p:font typeface="Calibri" panose="020F0502020204030204" pitchFamily="34" charset="0"/>
      <p:regular r:id="rId15"/>
      <p:bold r:id="rId16"/>
      <p:italic r:id="rId17"/>
      <p:boldItalic r:id="rId18"/>
    </p:embeddedFont>
  </p:embeddedFontLst>
  <p:custDataLst>
    <p:tags r:id="rId19"/>
  </p:custDataLst>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59" userDrawn="1">
          <p15:clr>
            <a:srgbClr val="A4A3A4"/>
          </p15:clr>
        </p15:guide>
        <p15:guide id="2" orient="horz" pos="245" userDrawn="1">
          <p15:clr>
            <a:srgbClr val="A4A3A4"/>
          </p15:clr>
        </p15:guide>
        <p15:guide id="3" orient="horz" pos="665" userDrawn="1">
          <p15:clr>
            <a:srgbClr val="A4A3A4"/>
          </p15:clr>
        </p15:guide>
        <p15:guide id="4" orient="horz" pos="732" userDrawn="1">
          <p15:clr>
            <a:srgbClr val="A4A3A4"/>
          </p15:clr>
        </p15:guide>
        <p15:guide id="5" orient="horz" pos="4223" userDrawn="1">
          <p15:clr>
            <a:srgbClr val="A4A3A4"/>
          </p15:clr>
        </p15:guide>
        <p15:guide id="6" orient="horz" pos="4142" userDrawn="1">
          <p15:clr>
            <a:srgbClr val="A4A3A4"/>
          </p15:clr>
        </p15:guide>
        <p15:guide id="7" orient="horz" pos="4090" userDrawn="1">
          <p15:clr>
            <a:srgbClr val="A4A3A4"/>
          </p15:clr>
        </p15:guide>
        <p15:guide id="8" orient="horz" pos="811" userDrawn="1">
          <p15:clr>
            <a:srgbClr val="A4A3A4"/>
          </p15:clr>
        </p15:guide>
        <p15:guide id="9" orient="horz" pos="2451" userDrawn="1">
          <p15:clr>
            <a:srgbClr val="A4A3A4"/>
          </p15:clr>
        </p15:guide>
        <p15:guide id="10" pos="383" userDrawn="1">
          <p15:clr>
            <a:srgbClr val="A4A3A4"/>
          </p15:clr>
        </p15:guide>
        <p15:guide id="11" pos="7297" userDrawn="1">
          <p15:clr>
            <a:srgbClr val="A4A3A4"/>
          </p15:clr>
        </p15:guide>
        <p15:guide id="12" pos="3793" userDrawn="1">
          <p15:clr>
            <a:srgbClr val="A4A3A4"/>
          </p15:clr>
        </p15:guide>
        <p15:guide id="13" pos="3887" userDrawn="1">
          <p15:clr>
            <a:srgbClr val="A4A3A4"/>
          </p15:clr>
        </p15:guide>
        <p15:guide id="14" pos="3841" userDrawn="1">
          <p15:clr>
            <a:srgbClr val="A4A3A4"/>
          </p15:clr>
        </p15:guide>
        <p15:guide id="15" pos="7339" userDrawn="1">
          <p15:clr>
            <a:srgbClr val="A4A3A4"/>
          </p15:clr>
        </p15:guide>
        <p15:guide id="16" pos="2627" userDrawn="1">
          <p15:clr>
            <a:srgbClr val="A4A3A4"/>
          </p15:clr>
        </p15:guide>
        <p15:guide id="17" pos="5053" userDrawn="1">
          <p15:clr>
            <a:srgbClr val="A4A3A4"/>
          </p15:clr>
        </p15:guide>
        <p15:guide id="18" pos="4961" userDrawn="1">
          <p15:clr>
            <a:srgbClr val="A4A3A4"/>
          </p15:clr>
        </p15:guide>
        <p15:guide id="19" pos="2716" userDrawn="1">
          <p15:clr>
            <a:srgbClr val="A4A3A4"/>
          </p15:clr>
        </p15:guide>
        <p15:guide id="20" pos="3751" userDrawn="1">
          <p15:clr>
            <a:srgbClr val="A4A3A4"/>
          </p15:clr>
        </p15:guide>
        <p15:guide id="21" pos="3931" userDrawn="1">
          <p15:clr>
            <a:srgbClr val="A4A3A4"/>
          </p15:clr>
        </p15:guide>
        <p15:guide id="22" pos="2748" userDrawn="1">
          <p15:clr>
            <a:srgbClr val="A4A3A4"/>
          </p15:clr>
        </p15:guide>
        <p15:guide id="23" pos="4932" userDrawn="1">
          <p15:clr>
            <a:srgbClr val="A4A3A4"/>
          </p15:clr>
        </p15:guide>
        <p15:guide id="24" pos="2567" userDrawn="1">
          <p15:clr>
            <a:srgbClr val="A4A3A4"/>
          </p15:clr>
        </p15:guide>
        <p15:guide id="25" pos="5113"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DLO" initials="DLO " lastIdx="23" clrIdx="0"/>
</p:cmAuthorLst>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DC453"/>
    <a:srgbClr val="99BEBE"/>
    <a:srgbClr val="00BBEE"/>
    <a:srgbClr val="778888"/>
    <a:srgbClr val="CBCCCC"/>
    <a:srgbClr val="5375AD"/>
    <a:srgbClr val="359B4C"/>
    <a:srgbClr val="FF0000"/>
    <a:srgbClr val="FF990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1E4AEA4-8DFA-4A89-87EB-49C32662AFE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000" autoAdjust="0"/>
    <p:restoredTop sz="94799" autoAdjust="0"/>
  </p:normalViewPr>
  <p:slideViewPr>
    <p:cSldViewPr snapToGrid="0" snapToObjects="1" showGuides="1">
      <p:cViewPr varScale="1">
        <p:scale>
          <a:sx n="58" d="100"/>
          <a:sy n="58" d="100"/>
        </p:scale>
        <p:origin x="1180" y="52"/>
      </p:cViewPr>
      <p:guideLst>
        <p:guide orient="horz" pos="2159"/>
        <p:guide orient="horz" pos="245"/>
        <p:guide orient="horz" pos="665"/>
        <p:guide orient="horz" pos="732"/>
        <p:guide orient="horz" pos="4223"/>
        <p:guide orient="horz" pos="4142"/>
        <p:guide orient="horz" pos="4090"/>
        <p:guide orient="horz" pos="811"/>
        <p:guide orient="horz" pos="2451"/>
        <p:guide pos="383"/>
        <p:guide pos="7297"/>
        <p:guide pos="3793"/>
        <p:guide pos="3887"/>
        <p:guide pos="3841"/>
        <p:guide pos="7339"/>
        <p:guide pos="2627"/>
        <p:guide pos="5053"/>
        <p:guide pos="4961"/>
        <p:guide pos="2716"/>
        <p:guide pos="3751"/>
        <p:guide pos="3931"/>
        <p:guide pos="2748"/>
        <p:guide pos="4932"/>
        <p:guide pos="2567"/>
        <p:guide pos="5113"/>
      </p:guideLst>
    </p:cSldViewPr>
  </p:slideViewPr>
  <p:outlineViewPr>
    <p:cViewPr>
      <p:scale>
        <a:sx n="33" d="100"/>
        <a:sy n="33" d="100"/>
      </p:scale>
      <p:origin x="0" y="-9270"/>
    </p:cViewPr>
  </p:outlineViewPr>
  <p:notesTextViewPr>
    <p:cViewPr>
      <p:scale>
        <a:sx n="50" d="100"/>
        <a:sy n="50" d="100"/>
      </p:scale>
      <p:origin x="0" y="0"/>
    </p:cViewPr>
  </p:notesTextViewPr>
  <p:sorterViewPr>
    <p:cViewPr>
      <p:scale>
        <a:sx n="66" d="100"/>
        <a:sy n="66" d="100"/>
      </p:scale>
      <p:origin x="0" y="-5203"/>
    </p:cViewPr>
  </p:sorterViewPr>
  <p:notesViewPr>
    <p:cSldViewPr snapToGrid="0" snapToObjects="1">
      <p:cViewPr varScale="1">
        <p:scale>
          <a:sx n="54" d="100"/>
          <a:sy n="54" d="100"/>
        </p:scale>
        <p:origin x="2820"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font" Target="fonts/font2.fntdata"/><Relationship Id="rId20"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1.fntdata"/><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tags" Target="tags/tag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dirty="0">
              <a:latin typeface="Arial" pitchFamily="34" charset="0"/>
            </a:endParaRPr>
          </a:p>
        </p:txBody>
      </p:sp>
      <p:sp>
        <p:nvSpPr>
          <p:cNvPr id="3" name="Date Placeholder 2"/>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128"/>
              </a:defRPr>
            </a:lvl1pPr>
          </a:lstStyle>
          <a:p>
            <a:pPr>
              <a:defRPr/>
            </a:pPr>
            <a:fld id="{5E4C7717-A413-48EB-9E74-9CC8DF624EC2}" type="datetime1">
              <a:rPr lang="en-US">
                <a:latin typeface="Arial" pitchFamily="34" charset="0"/>
              </a:rPr>
              <a:pPr>
                <a:defRPr/>
              </a:pPr>
              <a:t>10/5/2021</a:t>
            </a:fld>
            <a:endParaRPr lang="en-US" dirty="0">
              <a:latin typeface="Arial" pitchFamily="34" charset="0"/>
            </a:endParaRPr>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dirty="0">
              <a:latin typeface="Arial" pitchFamily="34" charset="0"/>
            </a:endParaRPr>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128"/>
              </a:defRPr>
            </a:lvl1pPr>
          </a:lstStyle>
          <a:p>
            <a:pPr>
              <a:defRPr/>
            </a:pPr>
            <a:fld id="{311B6921-662F-4705-A734-0B75ECCE1C4E}" type="slidenum">
              <a:rPr lang="en-US">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2985723160"/>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Arial" pitchFamily="34" charset="0"/>
                <a:ea typeface="+mn-ea"/>
                <a:cs typeface="+mn-cs"/>
              </a:defRPr>
            </a:lvl1pPr>
          </a:lstStyle>
          <a:p>
            <a:pPr>
              <a:defRPr/>
            </a:pPr>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Arial" pitchFamily="34" charset="0"/>
              </a:defRPr>
            </a:lvl1pPr>
          </a:lstStyle>
          <a:p>
            <a:pPr>
              <a:defRPr/>
            </a:pPr>
            <a:fld id="{4612C19A-B064-4A02-B1DD-2674A5B33712}" type="datetime1">
              <a:rPr lang="en-US" smtClean="0"/>
              <a:pPr>
                <a:defRPr/>
              </a:pPr>
              <a:t>10/5/2021</a:t>
            </a:fld>
            <a:endParaRPr lang="en-GB"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GB"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endParaRPr lang="en-GB" noProof="0"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Arial" pitchFamily="34" charset="0"/>
                <a:ea typeface="+mn-ea"/>
                <a:cs typeface="+mn-cs"/>
              </a:defRPr>
            </a:lvl1pPr>
          </a:lstStyle>
          <a:p>
            <a:pPr>
              <a:defRPr/>
            </a:pPr>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Arial" pitchFamily="34" charset="0"/>
              </a:defRPr>
            </a:lvl1pPr>
          </a:lstStyle>
          <a:p>
            <a:pPr>
              <a:defRPr/>
            </a:pPr>
            <a:fld id="{2E57817C-C749-40AE-A5FD-F6A74744A7F9}" type="slidenum">
              <a:rPr lang="en-GB" smtClean="0"/>
              <a:pPr>
                <a:defRPr/>
              </a:pPr>
              <a:t>‹#›</a:t>
            </a:fld>
            <a:endParaRPr lang="en-GB" dirty="0"/>
          </a:p>
        </p:txBody>
      </p:sp>
    </p:spTree>
    <p:extLst>
      <p:ext uri="{BB962C8B-B14F-4D97-AF65-F5344CB8AC3E}">
        <p14:creationId xmlns:p14="http://schemas.microsoft.com/office/powerpoint/2010/main" val="1795906298"/>
      </p:ext>
    </p:extLst>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itchFamily="34" charset="0"/>
        <a:ea typeface="Arial" pitchFamily="34" charset="0"/>
        <a:cs typeface="Arial" pitchFamily="34" charset="0"/>
      </a:defRPr>
    </a:lvl1pPr>
    <a:lvl2pPr marL="457200" algn="l" rtl="0" eaLnBrk="0" fontAlgn="base" hangingPunct="0">
      <a:spcBef>
        <a:spcPct val="30000"/>
      </a:spcBef>
      <a:spcAft>
        <a:spcPct val="0"/>
      </a:spcAft>
      <a:defRPr sz="1200" kern="1200">
        <a:solidFill>
          <a:schemeClr val="tx1"/>
        </a:solidFill>
        <a:latin typeface="Arial" pitchFamily="34" charset="0"/>
        <a:ea typeface="Arial" pitchFamily="34" charset="0"/>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Arial" pitchFamily="34" charset="0"/>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Arial" pitchFamily="34" charset="0"/>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Arial" pitchFamily="34"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1E71F11-7C9E-4FB2-8DC0-829D67238BD0}" type="slidenum">
              <a:rPr lang="en-US" smtClean="0"/>
              <a:t>1</a:t>
            </a:fld>
            <a:endParaRPr lang="en-US" dirty="0"/>
          </a:p>
        </p:txBody>
      </p:sp>
    </p:spTree>
    <p:extLst>
      <p:ext uri="{BB962C8B-B14F-4D97-AF65-F5344CB8AC3E}">
        <p14:creationId xmlns:p14="http://schemas.microsoft.com/office/powerpoint/2010/main" val="36192237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e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6.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Cover Slide_Top">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cstate="print">
            <a:extLst>
              <a:ext uri="{28A0092B-C50C-407E-A947-70E740481C1C}">
                <a14:useLocalDpi xmlns:a14="http://schemas.microsoft.com/office/drawing/2010/main" val="0"/>
              </a:ext>
            </a:extLst>
          </a:blip>
          <a:srcRect l="6772" t="-15769" r="7738" b="13176"/>
          <a:stretch/>
        </p:blipFill>
        <p:spPr>
          <a:xfrm>
            <a:off x="0" y="0"/>
            <a:ext cx="12192000" cy="6858000"/>
          </a:xfrm>
          <a:prstGeom prst="rect">
            <a:avLst/>
          </a:prstGeom>
        </p:spPr>
      </p:pic>
      <p:grpSp>
        <p:nvGrpSpPr>
          <p:cNvPr id="12" name="Group 11"/>
          <p:cNvGrpSpPr/>
          <p:nvPr userDrawn="1"/>
        </p:nvGrpSpPr>
        <p:grpSpPr>
          <a:xfrm>
            <a:off x="7638649" y="2860102"/>
            <a:ext cx="4099193" cy="2061722"/>
            <a:chOff x="8696970" y="3517927"/>
            <a:chExt cx="3074395" cy="2061722"/>
          </a:xfrm>
        </p:grpSpPr>
        <p:sp>
          <p:nvSpPr>
            <p:cNvPr id="13" name="Freeform 12"/>
            <p:cNvSpPr/>
            <p:nvPr/>
          </p:nvSpPr>
          <p:spPr>
            <a:xfrm>
              <a:off x="9159559" y="3517927"/>
              <a:ext cx="2013677" cy="2061722"/>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14"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96970" y="4358855"/>
              <a:ext cx="3074395" cy="2510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grpSp>
        <p:nvGrpSpPr>
          <p:cNvPr id="15" name="Group 14"/>
          <p:cNvGrpSpPr/>
          <p:nvPr userDrawn="1"/>
        </p:nvGrpSpPr>
        <p:grpSpPr>
          <a:xfrm>
            <a:off x="609601" y="420674"/>
            <a:ext cx="2910217" cy="633435"/>
            <a:chOff x="465138" y="401986"/>
            <a:chExt cx="2182663" cy="633435"/>
          </a:xfrm>
        </p:grpSpPr>
        <p:pic>
          <p:nvPicPr>
            <p:cNvPr id="17" name="Picture 6"/>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65138" y="650103"/>
              <a:ext cx="2182663" cy="3853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9" name="Freeform 18"/>
            <p:cNvSpPr/>
            <p:nvPr/>
          </p:nvSpPr>
          <p:spPr>
            <a:xfrm>
              <a:off x="1746987" y="401986"/>
              <a:ext cx="210120" cy="215132"/>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grpSp>
      <p:sp>
        <p:nvSpPr>
          <p:cNvPr id="2" name="Title 1"/>
          <p:cNvSpPr>
            <a:spLocks noGrp="1"/>
          </p:cNvSpPr>
          <p:nvPr userDrawn="1">
            <p:ph type="ctrTitle" hasCustomPrompt="1"/>
          </p:nvPr>
        </p:nvSpPr>
        <p:spPr>
          <a:xfrm>
            <a:off x="609603" y="1290041"/>
            <a:ext cx="6340800" cy="996950"/>
          </a:xfrm>
          <a:prstGeom prst="rect">
            <a:avLst/>
          </a:prstGeom>
        </p:spPr>
        <p:txBody>
          <a:bodyPr lIns="0" tIns="0" anchor="ctr" anchorCtr="0">
            <a:noAutofit/>
          </a:bodyPr>
          <a:lstStyle>
            <a:lvl1pPr algn="l">
              <a:lnSpc>
                <a:spcPct val="100000"/>
              </a:lnSpc>
              <a:defRPr sz="2800" b="0" spc="0" baseline="0">
                <a:solidFill>
                  <a:schemeClr val="accent2"/>
                </a:solidFill>
                <a:latin typeface="+mj-lt"/>
                <a:cs typeface="Arial" pitchFamily="34" charset="0"/>
              </a:defRPr>
            </a:lvl1pPr>
          </a:lstStyle>
          <a:p>
            <a:r>
              <a:rPr lang="en-US" dirty="0"/>
              <a:t>Click to edit Master title style </a:t>
            </a:r>
            <a:endParaRPr lang="en-GB" dirty="0"/>
          </a:p>
        </p:txBody>
      </p:sp>
      <p:sp>
        <p:nvSpPr>
          <p:cNvPr id="33" name="Text Placeholder 32"/>
          <p:cNvSpPr>
            <a:spLocks noGrp="1"/>
          </p:cNvSpPr>
          <p:nvPr userDrawn="1">
            <p:ph type="body" sz="quarter" idx="10"/>
          </p:nvPr>
        </p:nvSpPr>
        <p:spPr>
          <a:xfrm>
            <a:off x="609601" y="2053210"/>
            <a:ext cx="6340800" cy="467562"/>
          </a:xfrm>
        </p:spPr>
        <p:txBody>
          <a:bodyPr anchor="ctr"/>
          <a:lstStyle>
            <a:lvl1pPr marL="0" indent="0" algn="l" rtl="0" eaLnBrk="1" fontAlgn="base" hangingPunct="1">
              <a:lnSpc>
                <a:spcPct val="100000"/>
              </a:lnSpc>
              <a:spcBef>
                <a:spcPct val="0"/>
              </a:spcBef>
              <a:spcAft>
                <a:spcPct val="0"/>
              </a:spcAft>
              <a:buFont typeface="Arial" charset="0"/>
              <a:buNone/>
              <a:defRPr lang="en-US" sz="2000" b="0" kern="1200" spc="0" baseline="0" dirty="0" smtClean="0">
                <a:solidFill>
                  <a:schemeClr val="accent1"/>
                </a:solidFill>
                <a:latin typeface="+mj-lt"/>
                <a:ea typeface="Arial" pitchFamily="-105" charset="-52"/>
                <a:cs typeface="Arial" pitchFamily="34" charset="0"/>
              </a:defRPr>
            </a:lvl1pPr>
            <a:lvl2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000" b="0" kern="1200" spc="0" baseline="0" dirty="0">
                <a:solidFill>
                  <a:schemeClr val="accent1"/>
                </a:solidFill>
                <a:latin typeface="Arial" pitchFamily="34" charset="0"/>
                <a:ea typeface="Arial" pitchFamily="-105" charset="-52"/>
                <a:cs typeface="Arial" pitchFamily="34" charset="0"/>
              </a:defRPr>
            </a:lvl5pPr>
          </a:lstStyle>
          <a:p>
            <a:pPr lvl="0"/>
            <a:r>
              <a:rPr lang="en-US"/>
              <a:t>Click to edit Master text styles</a:t>
            </a:r>
          </a:p>
        </p:txBody>
      </p:sp>
      <p:cxnSp>
        <p:nvCxnSpPr>
          <p:cNvPr id="22" name="Straight Connector 21"/>
          <p:cNvCxnSpPr/>
          <p:nvPr userDrawn="1"/>
        </p:nvCxnSpPr>
        <p:spPr>
          <a:xfrm>
            <a:off x="607485" y="1159234"/>
            <a:ext cx="1158451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396776" y="887641"/>
            <a:ext cx="6258560" cy="228600"/>
          </a:xfrm>
          <a:prstGeom prst="rect">
            <a:avLst/>
          </a:prstGeom>
        </p:spPr>
      </p:pic>
    </p:spTree>
    <p:extLst>
      <p:ext uri="{BB962C8B-B14F-4D97-AF65-F5344CB8AC3E}">
        <p14:creationId xmlns:p14="http://schemas.microsoft.com/office/powerpoint/2010/main" val="12627525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2_Cover Slide_Top">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cstate="print">
            <a:extLst>
              <a:ext uri="{28A0092B-C50C-407E-A947-70E740481C1C}">
                <a14:useLocalDpi xmlns:a14="http://schemas.microsoft.com/office/drawing/2010/main" val="0"/>
              </a:ext>
            </a:extLst>
          </a:blip>
          <a:srcRect l="7264" t="8739" r="2179" b="6475"/>
          <a:stretch/>
        </p:blipFill>
        <p:spPr>
          <a:xfrm>
            <a:off x="0" y="0"/>
            <a:ext cx="12192000" cy="6858000"/>
          </a:xfrm>
          <a:prstGeom prst="rect">
            <a:avLst/>
          </a:prstGeom>
        </p:spPr>
      </p:pic>
      <p:grpSp>
        <p:nvGrpSpPr>
          <p:cNvPr id="12" name="Group 11"/>
          <p:cNvGrpSpPr/>
          <p:nvPr userDrawn="1"/>
        </p:nvGrpSpPr>
        <p:grpSpPr>
          <a:xfrm>
            <a:off x="7638649" y="2860102"/>
            <a:ext cx="4099193" cy="2061722"/>
            <a:chOff x="8696970" y="3517927"/>
            <a:chExt cx="3074395" cy="2061722"/>
          </a:xfrm>
        </p:grpSpPr>
        <p:sp>
          <p:nvSpPr>
            <p:cNvPr id="13" name="Freeform 12"/>
            <p:cNvSpPr/>
            <p:nvPr/>
          </p:nvSpPr>
          <p:spPr>
            <a:xfrm>
              <a:off x="9159559" y="3517927"/>
              <a:ext cx="2013677" cy="2061722"/>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14"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96970" y="4358855"/>
              <a:ext cx="3074395" cy="2510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grpSp>
        <p:nvGrpSpPr>
          <p:cNvPr id="15" name="Group 14"/>
          <p:cNvGrpSpPr/>
          <p:nvPr userDrawn="1"/>
        </p:nvGrpSpPr>
        <p:grpSpPr>
          <a:xfrm>
            <a:off x="609601" y="420674"/>
            <a:ext cx="2910217" cy="633435"/>
            <a:chOff x="465138" y="401986"/>
            <a:chExt cx="2182663" cy="633435"/>
          </a:xfrm>
        </p:grpSpPr>
        <p:pic>
          <p:nvPicPr>
            <p:cNvPr id="17" name="Picture 6"/>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65138" y="650103"/>
              <a:ext cx="2182663" cy="3853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9" name="Freeform 18"/>
            <p:cNvSpPr/>
            <p:nvPr/>
          </p:nvSpPr>
          <p:spPr>
            <a:xfrm>
              <a:off x="1746987" y="401986"/>
              <a:ext cx="210120" cy="215132"/>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grpSp>
      <p:sp>
        <p:nvSpPr>
          <p:cNvPr id="2" name="Title 1"/>
          <p:cNvSpPr>
            <a:spLocks noGrp="1"/>
          </p:cNvSpPr>
          <p:nvPr userDrawn="1">
            <p:ph type="ctrTitle" hasCustomPrompt="1"/>
          </p:nvPr>
        </p:nvSpPr>
        <p:spPr>
          <a:xfrm>
            <a:off x="609603" y="1290041"/>
            <a:ext cx="6340800" cy="996950"/>
          </a:xfrm>
          <a:prstGeom prst="rect">
            <a:avLst/>
          </a:prstGeom>
        </p:spPr>
        <p:txBody>
          <a:bodyPr lIns="0" tIns="0" anchor="ctr" anchorCtr="0">
            <a:noAutofit/>
          </a:bodyPr>
          <a:lstStyle>
            <a:lvl1pPr algn="l">
              <a:lnSpc>
                <a:spcPct val="100000"/>
              </a:lnSpc>
              <a:defRPr sz="2800" b="0" spc="0" baseline="0">
                <a:solidFill>
                  <a:schemeClr val="bg1"/>
                </a:solidFill>
                <a:latin typeface="+mj-lt"/>
                <a:cs typeface="Arial" pitchFamily="34" charset="0"/>
              </a:defRPr>
            </a:lvl1pPr>
          </a:lstStyle>
          <a:p>
            <a:r>
              <a:rPr lang="en-US" dirty="0"/>
              <a:t>Click to edit Master title style </a:t>
            </a:r>
            <a:endParaRPr lang="en-GB" dirty="0"/>
          </a:p>
        </p:txBody>
      </p:sp>
      <p:sp>
        <p:nvSpPr>
          <p:cNvPr id="33" name="Text Placeholder 32"/>
          <p:cNvSpPr>
            <a:spLocks noGrp="1"/>
          </p:cNvSpPr>
          <p:nvPr userDrawn="1">
            <p:ph type="body" sz="quarter" idx="10"/>
          </p:nvPr>
        </p:nvSpPr>
        <p:spPr>
          <a:xfrm>
            <a:off x="609601" y="2053210"/>
            <a:ext cx="6340800" cy="467562"/>
          </a:xfrm>
        </p:spPr>
        <p:txBody>
          <a:bodyPr anchor="ctr"/>
          <a:lstStyle>
            <a:lvl1pPr marL="0" indent="0" algn="l" rtl="0" eaLnBrk="1" fontAlgn="base" hangingPunct="1">
              <a:lnSpc>
                <a:spcPct val="100000"/>
              </a:lnSpc>
              <a:spcBef>
                <a:spcPct val="0"/>
              </a:spcBef>
              <a:spcAft>
                <a:spcPct val="0"/>
              </a:spcAft>
              <a:buFont typeface="Arial" charset="0"/>
              <a:buNone/>
              <a:defRPr lang="en-US" sz="2000" b="0" kern="1200" spc="0" baseline="0" dirty="0" smtClean="0">
                <a:solidFill>
                  <a:schemeClr val="bg1"/>
                </a:solidFill>
                <a:latin typeface="+mj-lt"/>
                <a:ea typeface="Arial" pitchFamily="-105" charset="-52"/>
                <a:cs typeface="Arial" pitchFamily="34" charset="0"/>
              </a:defRPr>
            </a:lvl1pPr>
            <a:lvl2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000" b="0" kern="1200" spc="0" baseline="0" dirty="0">
                <a:solidFill>
                  <a:schemeClr val="accent1"/>
                </a:solidFill>
                <a:latin typeface="Arial" pitchFamily="34" charset="0"/>
                <a:ea typeface="Arial" pitchFamily="-105" charset="-52"/>
                <a:cs typeface="Arial" pitchFamily="34" charset="0"/>
              </a:defRPr>
            </a:lvl5pPr>
          </a:lstStyle>
          <a:p>
            <a:pPr lvl="0"/>
            <a:r>
              <a:rPr lang="en-US"/>
              <a:t>Click to edit Master text styles</a:t>
            </a:r>
          </a:p>
        </p:txBody>
      </p:sp>
      <p:cxnSp>
        <p:nvCxnSpPr>
          <p:cNvPr id="22" name="Straight Connector 21"/>
          <p:cNvCxnSpPr/>
          <p:nvPr userDrawn="1"/>
        </p:nvCxnSpPr>
        <p:spPr>
          <a:xfrm>
            <a:off x="607485" y="1159234"/>
            <a:ext cx="1158451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396776" y="887641"/>
            <a:ext cx="6258560" cy="228600"/>
          </a:xfrm>
          <a:prstGeom prst="rect">
            <a:avLst/>
          </a:prstGeom>
        </p:spPr>
      </p:pic>
    </p:spTree>
    <p:extLst>
      <p:ext uri="{BB962C8B-B14F-4D97-AF65-F5344CB8AC3E}">
        <p14:creationId xmlns:p14="http://schemas.microsoft.com/office/powerpoint/2010/main" val="18733621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Cover Slide_Top">
    <p:spTree>
      <p:nvGrpSpPr>
        <p:cNvPr id="1" name=""/>
        <p:cNvGrpSpPr/>
        <p:nvPr/>
      </p:nvGrpSpPr>
      <p:grpSpPr>
        <a:xfrm>
          <a:off x="0" y="0"/>
          <a:ext cx="0" cy="0"/>
          <a:chOff x="0" y="0"/>
          <a:chExt cx="0" cy="0"/>
        </a:xfrm>
      </p:grpSpPr>
      <p:pic>
        <p:nvPicPr>
          <p:cNvPr id="1027" name="Picture 3"/>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1948" t="32295" r="22858" b="9154"/>
          <a:stretch/>
        </p:blipFill>
        <p:spPr bwMode="auto">
          <a:xfrm>
            <a:off x="0" y="0"/>
            <a:ext cx="12192000" cy="685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nvGrpSpPr>
          <p:cNvPr id="12" name="Group 11"/>
          <p:cNvGrpSpPr/>
          <p:nvPr userDrawn="1"/>
        </p:nvGrpSpPr>
        <p:grpSpPr>
          <a:xfrm>
            <a:off x="7638649" y="2860102"/>
            <a:ext cx="4099193" cy="2061722"/>
            <a:chOff x="8696970" y="3517927"/>
            <a:chExt cx="3074395" cy="2061722"/>
          </a:xfrm>
        </p:grpSpPr>
        <p:sp>
          <p:nvSpPr>
            <p:cNvPr id="13" name="Freeform 12"/>
            <p:cNvSpPr/>
            <p:nvPr/>
          </p:nvSpPr>
          <p:spPr>
            <a:xfrm>
              <a:off x="9159559" y="3517927"/>
              <a:ext cx="2013677" cy="2061722"/>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14" name="Picture 2"/>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696970" y="4358855"/>
              <a:ext cx="3074395" cy="25102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grpSp>
      <p:grpSp>
        <p:nvGrpSpPr>
          <p:cNvPr id="15" name="Group 14"/>
          <p:cNvGrpSpPr/>
          <p:nvPr userDrawn="1"/>
        </p:nvGrpSpPr>
        <p:grpSpPr>
          <a:xfrm>
            <a:off x="609601" y="420674"/>
            <a:ext cx="2910217" cy="633435"/>
            <a:chOff x="465138" y="401986"/>
            <a:chExt cx="2182663" cy="633435"/>
          </a:xfrm>
        </p:grpSpPr>
        <p:pic>
          <p:nvPicPr>
            <p:cNvPr id="17" name="Picture 6"/>
            <p:cNvPicPr>
              <a:picLocks noChangeAspect="1" noChangeArrowheads="1"/>
            </p:cNvPicPr>
            <p:nvPr userDrawn="1"/>
          </p:nvPicPr>
          <p:blipFill>
            <a:blip r:embed="rId4">
              <a:extLst>
                <a:ext uri="{28A0092B-C50C-407E-A947-70E740481C1C}">
                  <a14:useLocalDpi xmlns:a14="http://schemas.microsoft.com/office/drawing/2010/main" val="0"/>
                </a:ext>
              </a:extLst>
            </a:blip>
            <a:srcRect/>
            <a:stretch>
              <a:fillRect/>
            </a:stretch>
          </p:blipFill>
          <p:spPr bwMode="auto">
            <a:xfrm>
              <a:off x="465138" y="650103"/>
              <a:ext cx="2182663" cy="38531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9" name="Freeform 18"/>
            <p:cNvSpPr/>
            <p:nvPr/>
          </p:nvSpPr>
          <p:spPr>
            <a:xfrm>
              <a:off x="1746987" y="401986"/>
              <a:ext cx="210120" cy="215132"/>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grpSp>
      <p:sp>
        <p:nvSpPr>
          <p:cNvPr id="2" name="Title 1"/>
          <p:cNvSpPr>
            <a:spLocks noGrp="1"/>
          </p:cNvSpPr>
          <p:nvPr userDrawn="1">
            <p:ph type="ctrTitle" hasCustomPrompt="1"/>
          </p:nvPr>
        </p:nvSpPr>
        <p:spPr>
          <a:xfrm>
            <a:off x="609603" y="1290041"/>
            <a:ext cx="6340800" cy="996950"/>
          </a:xfrm>
          <a:prstGeom prst="rect">
            <a:avLst/>
          </a:prstGeom>
        </p:spPr>
        <p:txBody>
          <a:bodyPr lIns="0" tIns="0" anchor="ctr" anchorCtr="0">
            <a:noAutofit/>
          </a:bodyPr>
          <a:lstStyle>
            <a:lvl1pPr algn="l">
              <a:lnSpc>
                <a:spcPct val="100000"/>
              </a:lnSpc>
              <a:defRPr sz="2800" b="0" spc="0" baseline="0">
                <a:solidFill>
                  <a:schemeClr val="accent2"/>
                </a:solidFill>
                <a:latin typeface="+mj-lt"/>
                <a:cs typeface="Arial" pitchFamily="34" charset="0"/>
              </a:defRPr>
            </a:lvl1pPr>
          </a:lstStyle>
          <a:p>
            <a:r>
              <a:rPr lang="en-US" dirty="0"/>
              <a:t>Click to edit Master title style </a:t>
            </a:r>
            <a:endParaRPr lang="en-GB" dirty="0"/>
          </a:p>
        </p:txBody>
      </p:sp>
      <p:sp>
        <p:nvSpPr>
          <p:cNvPr id="33" name="Text Placeholder 32"/>
          <p:cNvSpPr>
            <a:spLocks noGrp="1"/>
          </p:cNvSpPr>
          <p:nvPr userDrawn="1">
            <p:ph type="body" sz="quarter" idx="10"/>
          </p:nvPr>
        </p:nvSpPr>
        <p:spPr>
          <a:xfrm>
            <a:off x="609601" y="2053210"/>
            <a:ext cx="6340800" cy="467562"/>
          </a:xfrm>
        </p:spPr>
        <p:txBody>
          <a:bodyPr anchor="ctr"/>
          <a:lstStyle>
            <a:lvl1pPr marL="0" indent="0" algn="l" rtl="0" eaLnBrk="1" fontAlgn="base" hangingPunct="1">
              <a:lnSpc>
                <a:spcPct val="100000"/>
              </a:lnSpc>
              <a:spcBef>
                <a:spcPct val="0"/>
              </a:spcBef>
              <a:spcAft>
                <a:spcPct val="0"/>
              </a:spcAft>
              <a:buFont typeface="Arial" charset="0"/>
              <a:buNone/>
              <a:defRPr lang="en-US" sz="2000" b="0" kern="1200" spc="0" baseline="0" dirty="0" smtClean="0">
                <a:solidFill>
                  <a:schemeClr val="accent1"/>
                </a:solidFill>
                <a:latin typeface="+mj-lt"/>
                <a:ea typeface="Arial" pitchFamily="-105" charset="-52"/>
                <a:cs typeface="Arial" pitchFamily="34" charset="0"/>
              </a:defRPr>
            </a:lvl1pPr>
            <a:lvl2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000" b="0" kern="1200" spc="0" baseline="0" dirty="0">
                <a:solidFill>
                  <a:schemeClr val="accent1"/>
                </a:solidFill>
                <a:latin typeface="Arial" pitchFamily="34" charset="0"/>
                <a:ea typeface="Arial" pitchFamily="-105" charset="-52"/>
                <a:cs typeface="Arial" pitchFamily="34" charset="0"/>
              </a:defRPr>
            </a:lvl5pPr>
          </a:lstStyle>
          <a:p>
            <a:pPr lvl="0"/>
            <a:r>
              <a:rPr lang="en-US"/>
              <a:t>Click to edit Master text styles</a:t>
            </a:r>
          </a:p>
        </p:txBody>
      </p:sp>
      <p:cxnSp>
        <p:nvCxnSpPr>
          <p:cNvPr id="22" name="Straight Connector 21"/>
          <p:cNvCxnSpPr/>
          <p:nvPr userDrawn="1"/>
        </p:nvCxnSpPr>
        <p:spPr>
          <a:xfrm>
            <a:off x="607485" y="1159234"/>
            <a:ext cx="1158451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Picture 1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5396776" y="887641"/>
            <a:ext cx="6258560" cy="228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ubtitle and Text Slide">
    <p:spTree>
      <p:nvGrpSpPr>
        <p:cNvPr id="1" name=""/>
        <p:cNvGrpSpPr/>
        <p:nvPr/>
      </p:nvGrpSpPr>
      <p:grpSpPr>
        <a:xfrm>
          <a:off x="0" y="0"/>
          <a:ext cx="0" cy="0"/>
          <a:chOff x="0" y="0"/>
          <a:chExt cx="0" cy="0"/>
        </a:xfrm>
      </p:grpSpPr>
      <p:sp>
        <p:nvSpPr>
          <p:cNvPr id="17" name="Text Placeholder 16"/>
          <p:cNvSpPr>
            <a:spLocks noGrp="1"/>
          </p:cNvSpPr>
          <p:nvPr>
            <p:ph type="body" sz="quarter" idx="10"/>
          </p:nvPr>
        </p:nvSpPr>
        <p:spPr>
          <a:xfrm>
            <a:off x="607485" y="1180800"/>
            <a:ext cx="10977033" cy="396000"/>
          </a:xfrm>
          <a:prstGeom prst="rect">
            <a:avLst/>
          </a:prstGeom>
        </p:spPr>
        <p:txBody>
          <a:bodyPr lIns="0"/>
          <a:lstStyle>
            <a:lvl1pPr marL="0" indent="0">
              <a:buNone/>
              <a:defRPr sz="2000">
                <a:solidFill>
                  <a:schemeClr val="accent2"/>
                </a:solidFill>
                <a:latin typeface="+mj-lt"/>
              </a:defRPr>
            </a:lvl1pPr>
            <a:lvl2pPr>
              <a:defRPr sz="2600"/>
            </a:lvl2pPr>
            <a:lvl3pPr>
              <a:defRPr sz="2400"/>
            </a:lvl3pPr>
            <a:lvl4pPr>
              <a:defRPr sz="2200"/>
            </a:lvl4pPr>
            <a:lvl5pPr>
              <a:defRPr sz="2000"/>
            </a:lvl5pPr>
          </a:lstStyle>
          <a:p>
            <a:pPr lvl="0"/>
            <a:r>
              <a:rPr lang="en-US"/>
              <a:t>Click to edit Master text styles</a:t>
            </a:r>
          </a:p>
        </p:txBody>
      </p:sp>
      <p:sp>
        <p:nvSpPr>
          <p:cNvPr id="8" name="Content Placeholder 7"/>
          <p:cNvSpPr>
            <a:spLocks noGrp="1"/>
          </p:cNvSpPr>
          <p:nvPr>
            <p:ph sz="quarter" idx="11"/>
          </p:nvPr>
        </p:nvSpPr>
        <p:spPr>
          <a:xfrm>
            <a:off x="607485" y="1576800"/>
            <a:ext cx="10977033" cy="49143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p:cNvSpPr>
            <a:spLocks noGrp="1"/>
          </p:cNvSpPr>
          <p:nvPr>
            <p:ph type="title"/>
          </p:nvPr>
        </p:nvSpPr>
        <p:spPr/>
        <p:txBody>
          <a:bodyPr/>
          <a:lstStyle/>
          <a:p>
            <a:r>
              <a:rPr lang="en-US"/>
              <a:t>Click to edit Master title style</a:t>
            </a:r>
            <a:endParaRPr lang="en-AU" dirty="0"/>
          </a:p>
        </p:txBody>
      </p:sp>
      <p:sp>
        <p:nvSpPr>
          <p:cNvPr id="5" name="Footer Placeholder 4"/>
          <p:cNvSpPr>
            <a:spLocks noGrp="1"/>
          </p:cNvSpPr>
          <p:nvPr>
            <p:ph type="ftr" sz="quarter" idx="12"/>
          </p:nvPr>
        </p:nvSpPr>
        <p:spPr/>
        <p:txBody>
          <a:bodyPr/>
          <a:lstStyle/>
          <a:p>
            <a:r>
              <a:rPr lang="en-AU" dirty="0"/>
              <a:t>Copyright © 2015 Accenture  All rights reserved.</a:t>
            </a:r>
          </a:p>
        </p:txBody>
      </p:sp>
      <p:sp>
        <p:nvSpPr>
          <p:cNvPr id="6" name="Slide Number Placeholder 5"/>
          <p:cNvSpPr>
            <a:spLocks noGrp="1"/>
          </p:cNvSpPr>
          <p:nvPr>
            <p:ph type="sldNum" sz="quarter" idx="13"/>
          </p:nvPr>
        </p:nvSpPr>
        <p:spPr/>
        <p:txBody>
          <a:bodyPr/>
          <a:lstStyle/>
          <a:p>
            <a:pPr>
              <a:defRPr/>
            </a:pPr>
            <a:fld id="{90CBDC3A-D49F-4631-A8C7-55D59B33E5FA}" type="slidenum">
              <a:rPr lang="en-US" smtClean="0"/>
              <a:pPr>
                <a:defRPr/>
              </a:pPr>
              <a:t>‹#›</a:t>
            </a:fld>
            <a:endParaRPr lang="en-US" dirty="0"/>
          </a:p>
        </p:txBody>
      </p:sp>
    </p:spTree>
    <p:extLst>
      <p:ext uri="{BB962C8B-B14F-4D97-AF65-F5344CB8AC3E}">
        <p14:creationId xmlns:p14="http://schemas.microsoft.com/office/powerpoint/2010/main" val="882688958"/>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 Text slide with Headings">
    <p:spTree>
      <p:nvGrpSpPr>
        <p:cNvPr id="1" name=""/>
        <p:cNvGrpSpPr/>
        <p:nvPr/>
      </p:nvGrpSpPr>
      <p:grpSpPr>
        <a:xfrm>
          <a:off x="0" y="0"/>
          <a:ext cx="0" cy="0"/>
          <a:chOff x="0" y="0"/>
          <a:chExt cx="0" cy="0"/>
        </a:xfrm>
      </p:grpSpPr>
      <p:sp>
        <p:nvSpPr>
          <p:cNvPr id="6" name="Slide Number Placeholder 5"/>
          <p:cNvSpPr>
            <a:spLocks noGrp="1"/>
          </p:cNvSpPr>
          <p:nvPr>
            <p:ph type="sldNum" sz="quarter" idx="15"/>
          </p:nvPr>
        </p:nvSpPr>
        <p:spPr/>
        <p:txBody>
          <a:bodyPr/>
          <a:lstStyle/>
          <a:p>
            <a:pPr>
              <a:defRPr/>
            </a:pPr>
            <a:fld id="{90CBDC3A-D49F-4631-A8C7-55D59B33E5FA}" type="slidenum">
              <a:rPr lang="en-US" smtClean="0"/>
              <a:pPr>
                <a:defRPr/>
              </a:pPr>
              <a:t>‹#›</a:t>
            </a:fld>
            <a:endParaRPr lang="en-US" dirty="0"/>
          </a:p>
        </p:txBody>
      </p:sp>
      <p:sp>
        <p:nvSpPr>
          <p:cNvPr id="7" name="Title 6"/>
          <p:cNvSpPr>
            <a:spLocks noGrp="1"/>
          </p:cNvSpPr>
          <p:nvPr>
            <p:ph type="title"/>
          </p:nvPr>
        </p:nvSpPr>
        <p:spPr/>
        <p:txBody>
          <a:bodyPr/>
          <a:lstStyle/>
          <a:p>
            <a:r>
              <a:rPr lang="en-US"/>
              <a:t>Click to edit Master title style</a:t>
            </a:r>
            <a:endParaRPr lang="en-AU" dirty="0"/>
          </a:p>
        </p:txBody>
      </p:sp>
      <p:sp>
        <p:nvSpPr>
          <p:cNvPr id="10" name="Text Placeholder 16"/>
          <p:cNvSpPr>
            <a:spLocks noGrp="1"/>
          </p:cNvSpPr>
          <p:nvPr>
            <p:ph type="body" sz="quarter" idx="10"/>
          </p:nvPr>
        </p:nvSpPr>
        <p:spPr>
          <a:xfrm>
            <a:off x="607485" y="1182021"/>
            <a:ext cx="5346819" cy="396000"/>
          </a:xfrm>
          <a:prstGeom prst="rect">
            <a:avLst/>
          </a:prstGeom>
        </p:spPr>
        <p:txBody>
          <a:bodyPr lIns="0"/>
          <a:lstStyle>
            <a:lvl1pPr marL="0" indent="0">
              <a:buNone/>
              <a:defRPr sz="2000">
                <a:solidFill>
                  <a:schemeClr val="accent2"/>
                </a:solidFill>
                <a:latin typeface="+mj-lt"/>
              </a:defRPr>
            </a:lvl1pPr>
            <a:lvl2pPr>
              <a:defRPr sz="2600"/>
            </a:lvl2pPr>
            <a:lvl3pPr>
              <a:defRPr sz="2400"/>
            </a:lvl3pPr>
            <a:lvl4pPr>
              <a:defRPr sz="2200"/>
            </a:lvl4pPr>
            <a:lvl5pPr>
              <a:defRPr sz="2000"/>
            </a:lvl5pPr>
          </a:lstStyle>
          <a:p>
            <a:pPr lvl="0"/>
            <a:r>
              <a:rPr lang="en-US"/>
              <a:t>Click to edit Master text styles</a:t>
            </a:r>
          </a:p>
        </p:txBody>
      </p:sp>
      <p:sp>
        <p:nvSpPr>
          <p:cNvPr id="11" name="Content Placeholder 7"/>
          <p:cNvSpPr>
            <a:spLocks noGrp="1"/>
          </p:cNvSpPr>
          <p:nvPr>
            <p:ph sz="quarter" idx="11"/>
          </p:nvPr>
        </p:nvSpPr>
        <p:spPr>
          <a:xfrm>
            <a:off x="607367" y="1578021"/>
            <a:ext cx="5346819" cy="49148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Text Placeholder 16"/>
          <p:cNvSpPr>
            <a:spLocks noGrp="1"/>
          </p:cNvSpPr>
          <p:nvPr>
            <p:ph type="body" sz="quarter" idx="16"/>
          </p:nvPr>
        </p:nvSpPr>
        <p:spPr>
          <a:xfrm>
            <a:off x="6239933" y="1182021"/>
            <a:ext cx="5344584" cy="396000"/>
          </a:xfrm>
          <a:prstGeom prst="rect">
            <a:avLst/>
          </a:prstGeom>
        </p:spPr>
        <p:txBody>
          <a:bodyPr lIns="0"/>
          <a:lstStyle>
            <a:lvl1pPr marL="0" indent="0">
              <a:buNone/>
              <a:defRPr sz="2000">
                <a:solidFill>
                  <a:schemeClr val="accent2"/>
                </a:solidFill>
                <a:latin typeface="+mj-lt"/>
              </a:defRPr>
            </a:lvl1pPr>
            <a:lvl2pPr>
              <a:defRPr sz="2600"/>
            </a:lvl2pPr>
            <a:lvl3pPr>
              <a:defRPr sz="2400"/>
            </a:lvl3pPr>
            <a:lvl4pPr>
              <a:defRPr sz="2200"/>
            </a:lvl4pPr>
            <a:lvl5pPr>
              <a:defRPr sz="2000"/>
            </a:lvl5pPr>
          </a:lstStyle>
          <a:p>
            <a:pPr lvl="0"/>
            <a:r>
              <a:rPr lang="en-US"/>
              <a:t>Click to edit Master text styles</a:t>
            </a:r>
          </a:p>
        </p:txBody>
      </p:sp>
      <p:sp>
        <p:nvSpPr>
          <p:cNvPr id="13" name="Content Placeholder 7"/>
          <p:cNvSpPr>
            <a:spLocks noGrp="1"/>
          </p:cNvSpPr>
          <p:nvPr>
            <p:ph sz="quarter" idx="17"/>
          </p:nvPr>
        </p:nvSpPr>
        <p:spPr>
          <a:xfrm>
            <a:off x="6239933" y="1578021"/>
            <a:ext cx="5344584" cy="49148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Footer Placeholder 1"/>
          <p:cNvSpPr>
            <a:spLocks noGrp="1"/>
          </p:cNvSpPr>
          <p:nvPr>
            <p:ph type="ftr" sz="quarter" idx="18"/>
          </p:nvPr>
        </p:nvSpPr>
        <p:spPr/>
        <p:txBody>
          <a:bodyPr/>
          <a:lstStyle/>
          <a:p>
            <a:r>
              <a:rPr lang="en-AU" dirty="0"/>
              <a:t>Copyright © 2015 Accenture  All rights reserved.</a:t>
            </a:r>
          </a:p>
        </p:txBody>
      </p:sp>
    </p:spTree>
    <p:extLst>
      <p:ext uri="{BB962C8B-B14F-4D97-AF65-F5344CB8AC3E}">
        <p14:creationId xmlns:p14="http://schemas.microsoft.com/office/powerpoint/2010/main" val="3482168740"/>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wo Column Text slide with Heading">
    <p:spTree>
      <p:nvGrpSpPr>
        <p:cNvPr id="1" name=""/>
        <p:cNvGrpSpPr/>
        <p:nvPr/>
      </p:nvGrpSpPr>
      <p:grpSpPr>
        <a:xfrm>
          <a:off x="0" y="0"/>
          <a:ext cx="0" cy="0"/>
          <a:chOff x="0" y="0"/>
          <a:chExt cx="0" cy="0"/>
        </a:xfrm>
      </p:grpSpPr>
      <p:sp>
        <p:nvSpPr>
          <p:cNvPr id="6" name="Slide Number Placeholder 5"/>
          <p:cNvSpPr>
            <a:spLocks noGrp="1"/>
          </p:cNvSpPr>
          <p:nvPr>
            <p:ph type="sldNum" sz="quarter" idx="15"/>
          </p:nvPr>
        </p:nvSpPr>
        <p:spPr/>
        <p:txBody>
          <a:bodyPr/>
          <a:lstStyle/>
          <a:p>
            <a:pPr>
              <a:defRPr/>
            </a:pPr>
            <a:fld id="{90CBDC3A-D49F-4631-A8C7-55D59B33E5FA}" type="slidenum">
              <a:rPr lang="en-US" smtClean="0"/>
              <a:pPr>
                <a:defRPr/>
              </a:pPr>
              <a:t>‹#›</a:t>
            </a:fld>
            <a:endParaRPr lang="en-US" dirty="0"/>
          </a:p>
        </p:txBody>
      </p:sp>
      <p:sp>
        <p:nvSpPr>
          <p:cNvPr id="7" name="Title 6"/>
          <p:cNvSpPr>
            <a:spLocks noGrp="1"/>
          </p:cNvSpPr>
          <p:nvPr>
            <p:ph type="title"/>
          </p:nvPr>
        </p:nvSpPr>
        <p:spPr/>
        <p:txBody>
          <a:bodyPr/>
          <a:lstStyle/>
          <a:p>
            <a:r>
              <a:rPr lang="en-US"/>
              <a:t>Click to edit Master title style</a:t>
            </a:r>
            <a:endParaRPr lang="en-AU"/>
          </a:p>
        </p:txBody>
      </p:sp>
      <p:sp>
        <p:nvSpPr>
          <p:cNvPr id="9" name="Text Placeholder 16"/>
          <p:cNvSpPr>
            <a:spLocks noGrp="1"/>
          </p:cNvSpPr>
          <p:nvPr>
            <p:ph type="body" sz="quarter" idx="10"/>
          </p:nvPr>
        </p:nvSpPr>
        <p:spPr>
          <a:xfrm>
            <a:off x="607485" y="1182021"/>
            <a:ext cx="10977033" cy="396000"/>
          </a:xfrm>
          <a:prstGeom prst="rect">
            <a:avLst/>
          </a:prstGeom>
        </p:spPr>
        <p:txBody>
          <a:bodyPr lIns="0"/>
          <a:lstStyle>
            <a:lvl1pPr marL="0" indent="0">
              <a:buNone/>
              <a:defRPr sz="2000">
                <a:solidFill>
                  <a:schemeClr val="accent2"/>
                </a:solidFill>
                <a:latin typeface="+mj-lt"/>
              </a:defRPr>
            </a:lvl1pPr>
            <a:lvl2pPr>
              <a:defRPr sz="2600"/>
            </a:lvl2pPr>
            <a:lvl3pPr>
              <a:defRPr sz="2400"/>
            </a:lvl3pPr>
            <a:lvl4pPr>
              <a:defRPr sz="2200"/>
            </a:lvl4pPr>
            <a:lvl5pPr>
              <a:defRPr sz="2000"/>
            </a:lvl5pPr>
          </a:lstStyle>
          <a:p>
            <a:pPr lvl="0"/>
            <a:r>
              <a:rPr lang="en-US"/>
              <a:t>Click to edit Master text styles</a:t>
            </a:r>
          </a:p>
        </p:txBody>
      </p:sp>
      <p:sp>
        <p:nvSpPr>
          <p:cNvPr id="11" name="Content Placeholder 7"/>
          <p:cNvSpPr>
            <a:spLocks noGrp="1"/>
          </p:cNvSpPr>
          <p:nvPr>
            <p:ph sz="quarter" idx="11"/>
          </p:nvPr>
        </p:nvSpPr>
        <p:spPr>
          <a:xfrm>
            <a:off x="607485" y="1578021"/>
            <a:ext cx="5346700" cy="49148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2" name="Content Placeholder 7"/>
          <p:cNvSpPr>
            <a:spLocks noGrp="1"/>
          </p:cNvSpPr>
          <p:nvPr>
            <p:ph sz="quarter" idx="17"/>
          </p:nvPr>
        </p:nvSpPr>
        <p:spPr>
          <a:xfrm>
            <a:off x="6239933" y="1578021"/>
            <a:ext cx="5344584" cy="491485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Footer Placeholder 1"/>
          <p:cNvSpPr>
            <a:spLocks noGrp="1"/>
          </p:cNvSpPr>
          <p:nvPr>
            <p:ph type="ftr" sz="quarter" idx="18"/>
          </p:nvPr>
        </p:nvSpPr>
        <p:spPr/>
        <p:txBody>
          <a:bodyPr/>
          <a:lstStyle/>
          <a:p>
            <a:r>
              <a:rPr lang="en-AU" dirty="0"/>
              <a:t>Copyright © 2015 Accenture  All rights reserved.</a:t>
            </a:r>
          </a:p>
        </p:txBody>
      </p:sp>
    </p:spTree>
    <p:extLst>
      <p:ext uri="{BB962C8B-B14F-4D97-AF65-F5344CB8AC3E}">
        <p14:creationId xmlns:p14="http://schemas.microsoft.com/office/powerpoint/2010/main" val="355779851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ext Slide">
    <p:spTree>
      <p:nvGrpSpPr>
        <p:cNvPr id="1" name=""/>
        <p:cNvGrpSpPr/>
        <p:nvPr/>
      </p:nvGrpSpPr>
      <p:grpSpPr>
        <a:xfrm>
          <a:off x="0" y="0"/>
          <a:ext cx="0" cy="0"/>
          <a:chOff x="0" y="0"/>
          <a:chExt cx="0" cy="0"/>
        </a:xfrm>
      </p:grpSpPr>
      <p:sp>
        <p:nvSpPr>
          <p:cNvPr id="2" name="Slide Number Placeholder 1"/>
          <p:cNvSpPr>
            <a:spLocks noGrp="1"/>
          </p:cNvSpPr>
          <p:nvPr>
            <p:ph type="sldNum" sz="quarter" idx="13"/>
          </p:nvPr>
        </p:nvSpPr>
        <p:spPr/>
        <p:txBody>
          <a:bodyPr/>
          <a:lstStyle/>
          <a:p>
            <a:pPr>
              <a:defRPr/>
            </a:pPr>
            <a:fld id="{90CBDC3A-D49F-4631-A8C7-55D59B33E5FA}" type="slidenum">
              <a:rPr lang="en-US" smtClean="0"/>
              <a:pPr>
                <a:defRPr/>
              </a:pPr>
              <a:t>‹#›</a:t>
            </a:fld>
            <a:endParaRPr lang="en-US" dirty="0"/>
          </a:p>
        </p:txBody>
      </p:sp>
      <p:sp>
        <p:nvSpPr>
          <p:cNvPr id="6" name="Title 5"/>
          <p:cNvSpPr>
            <a:spLocks noGrp="1"/>
          </p:cNvSpPr>
          <p:nvPr>
            <p:ph type="title"/>
          </p:nvPr>
        </p:nvSpPr>
        <p:spPr/>
        <p:txBody>
          <a:bodyPr/>
          <a:lstStyle/>
          <a:p>
            <a:r>
              <a:rPr lang="en-US"/>
              <a:t>Click to edit Master title style</a:t>
            </a:r>
            <a:endParaRPr lang="en-AU"/>
          </a:p>
        </p:txBody>
      </p:sp>
      <p:sp>
        <p:nvSpPr>
          <p:cNvPr id="10" name="Content Placeholder 9"/>
          <p:cNvSpPr>
            <a:spLocks noGrp="1"/>
          </p:cNvSpPr>
          <p:nvPr>
            <p:ph sz="quarter" idx="14"/>
          </p:nvPr>
        </p:nvSpPr>
        <p:spPr>
          <a:xfrm>
            <a:off x="607485" y="1195200"/>
            <a:ext cx="10977033" cy="529301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3" name="Footer Placeholder 2"/>
          <p:cNvSpPr>
            <a:spLocks noGrp="1"/>
          </p:cNvSpPr>
          <p:nvPr>
            <p:ph type="ftr" sz="quarter" idx="15"/>
          </p:nvPr>
        </p:nvSpPr>
        <p:spPr/>
        <p:txBody>
          <a:bodyPr/>
          <a:lstStyle/>
          <a:p>
            <a:r>
              <a:rPr lang="en-AU" dirty="0"/>
              <a:t>Copyright © 2015 Accenture  All rights reserved.</a:t>
            </a:r>
          </a:p>
        </p:txBody>
      </p:sp>
    </p:spTree>
    <p:extLst>
      <p:ext uri="{BB962C8B-B14F-4D97-AF65-F5344CB8AC3E}">
        <p14:creationId xmlns:p14="http://schemas.microsoft.com/office/powerpoint/2010/main" val="1888037780"/>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Two Column Text slide">
    <p:spTree>
      <p:nvGrpSpPr>
        <p:cNvPr id="1" name=""/>
        <p:cNvGrpSpPr/>
        <p:nvPr/>
      </p:nvGrpSpPr>
      <p:grpSpPr>
        <a:xfrm>
          <a:off x="0" y="0"/>
          <a:ext cx="0" cy="0"/>
          <a:chOff x="0" y="0"/>
          <a:chExt cx="0" cy="0"/>
        </a:xfrm>
      </p:grpSpPr>
      <p:sp>
        <p:nvSpPr>
          <p:cNvPr id="6" name="Slide Number Placeholder 5"/>
          <p:cNvSpPr>
            <a:spLocks noGrp="1"/>
          </p:cNvSpPr>
          <p:nvPr>
            <p:ph type="sldNum" sz="quarter" idx="15"/>
          </p:nvPr>
        </p:nvSpPr>
        <p:spPr/>
        <p:txBody>
          <a:bodyPr/>
          <a:lstStyle/>
          <a:p>
            <a:pPr>
              <a:defRPr/>
            </a:pPr>
            <a:fld id="{90CBDC3A-D49F-4631-A8C7-55D59B33E5FA}" type="slidenum">
              <a:rPr lang="en-US" smtClean="0"/>
              <a:pPr>
                <a:defRPr/>
              </a:pPr>
              <a:t>‹#›</a:t>
            </a:fld>
            <a:endParaRPr lang="en-US" dirty="0"/>
          </a:p>
        </p:txBody>
      </p:sp>
      <p:sp>
        <p:nvSpPr>
          <p:cNvPr id="7" name="Title 6"/>
          <p:cNvSpPr>
            <a:spLocks noGrp="1"/>
          </p:cNvSpPr>
          <p:nvPr>
            <p:ph type="title"/>
          </p:nvPr>
        </p:nvSpPr>
        <p:spPr/>
        <p:txBody>
          <a:bodyPr/>
          <a:lstStyle/>
          <a:p>
            <a:r>
              <a:rPr lang="en-US"/>
              <a:t>Click to edit Master title style</a:t>
            </a:r>
            <a:endParaRPr lang="en-AU"/>
          </a:p>
        </p:txBody>
      </p:sp>
      <p:sp>
        <p:nvSpPr>
          <p:cNvPr id="4" name="Content Placeholder 3"/>
          <p:cNvSpPr>
            <a:spLocks noGrp="1"/>
          </p:cNvSpPr>
          <p:nvPr>
            <p:ph sz="quarter" idx="16"/>
          </p:nvPr>
        </p:nvSpPr>
        <p:spPr>
          <a:xfrm>
            <a:off x="607485" y="1195200"/>
            <a:ext cx="5346700" cy="52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13" name="Content Placeholder 3"/>
          <p:cNvSpPr>
            <a:spLocks noGrp="1"/>
          </p:cNvSpPr>
          <p:nvPr>
            <p:ph sz="quarter" idx="17"/>
          </p:nvPr>
        </p:nvSpPr>
        <p:spPr>
          <a:xfrm>
            <a:off x="6239934" y="1195200"/>
            <a:ext cx="5344583" cy="529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Footer Placeholder 1"/>
          <p:cNvSpPr>
            <a:spLocks noGrp="1"/>
          </p:cNvSpPr>
          <p:nvPr>
            <p:ph type="ftr" sz="quarter" idx="18"/>
          </p:nvPr>
        </p:nvSpPr>
        <p:spPr/>
        <p:txBody>
          <a:bodyPr/>
          <a:lstStyle/>
          <a:p>
            <a:r>
              <a:rPr lang="en-AU" dirty="0"/>
              <a:t>Copyright © 2015 Accenture  All rights reserved.</a:t>
            </a:r>
          </a:p>
        </p:txBody>
      </p:sp>
    </p:spTree>
    <p:extLst>
      <p:ext uri="{BB962C8B-B14F-4D97-AF65-F5344CB8AC3E}">
        <p14:creationId xmlns:p14="http://schemas.microsoft.com/office/powerpoint/2010/main" val="4095975566"/>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Subtitle only">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90CBDC3A-D49F-4631-A8C7-55D59B33E5FA}" type="slidenum">
              <a:rPr lang="en-US" smtClean="0"/>
              <a:pPr>
                <a:defRPr/>
              </a:pPr>
              <a:t>‹#›</a:t>
            </a:fld>
            <a:endParaRPr lang="en-US" dirty="0"/>
          </a:p>
        </p:txBody>
      </p:sp>
      <p:sp>
        <p:nvSpPr>
          <p:cNvPr id="5" name="Title 4"/>
          <p:cNvSpPr>
            <a:spLocks noGrp="1"/>
          </p:cNvSpPr>
          <p:nvPr>
            <p:ph type="title"/>
          </p:nvPr>
        </p:nvSpPr>
        <p:spPr/>
        <p:txBody>
          <a:bodyPr/>
          <a:lstStyle/>
          <a:p>
            <a:r>
              <a:rPr lang="en-US"/>
              <a:t>Click to edit Master title style</a:t>
            </a:r>
            <a:endParaRPr lang="en-AU"/>
          </a:p>
        </p:txBody>
      </p:sp>
      <p:sp>
        <p:nvSpPr>
          <p:cNvPr id="6" name="Text Placeholder 16"/>
          <p:cNvSpPr>
            <a:spLocks noGrp="1"/>
          </p:cNvSpPr>
          <p:nvPr>
            <p:ph type="body" sz="quarter" idx="10"/>
          </p:nvPr>
        </p:nvSpPr>
        <p:spPr>
          <a:xfrm>
            <a:off x="607485" y="1182021"/>
            <a:ext cx="10977033" cy="396000"/>
          </a:xfrm>
          <a:prstGeom prst="rect">
            <a:avLst/>
          </a:prstGeom>
        </p:spPr>
        <p:txBody>
          <a:bodyPr lIns="0"/>
          <a:lstStyle>
            <a:lvl1pPr marL="0" indent="0">
              <a:buNone/>
              <a:defRPr sz="2000">
                <a:solidFill>
                  <a:schemeClr val="accent2"/>
                </a:solidFill>
                <a:latin typeface="+mj-lt"/>
              </a:defRPr>
            </a:lvl1pPr>
            <a:lvl2pPr>
              <a:defRPr sz="2600"/>
            </a:lvl2pPr>
            <a:lvl3pPr>
              <a:defRPr sz="2400"/>
            </a:lvl3pPr>
            <a:lvl4pPr>
              <a:defRPr sz="2200"/>
            </a:lvl4pPr>
            <a:lvl5pPr>
              <a:defRPr sz="2000"/>
            </a:lvl5pPr>
          </a:lstStyle>
          <a:p>
            <a:pPr lvl="0"/>
            <a:r>
              <a:rPr lang="en-US"/>
              <a:t>Click to edit Master text styles</a:t>
            </a:r>
          </a:p>
        </p:txBody>
      </p:sp>
      <p:sp>
        <p:nvSpPr>
          <p:cNvPr id="2" name="Footer Placeholder 1"/>
          <p:cNvSpPr>
            <a:spLocks noGrp="1"/>
          </p:cNvSpPr>
          <p:nvPr>
            <p:ph type="ftr" sz="quarter" idx="13"/>
          </p:nvPr>
        </p:nvSpPr>
        <p:spPr/>
        <p:txBody>
          <a:bodyPr/>
          <a:lstStyle/>
          <a:p>
            <a:r>
              <a:rPr lang="en-AU" dirty="0"/>
              <a:t>Copyright © 2015 Accenture  All rights reserved.</a:t>
            </a:r>
          </a:p>
        </p:txBody>
      </p:sp>
    </p:spTree>
    <p:extLst>
      <p:ext uri="{BB962C8B-B14F-4D97-AF65-F5344CB8AC3E}">
        <p14:creationId xmlns:p14="http://schemas.microsoft.com/office/powerpoint/2010/main" val="3957040699"/>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pPr>
              <a:defRPr/>
            </a:pPr>
            <a:fld id="{90CBDC3A-D49F-4631-A8C7-55D59B33E5FA}" type="slidenum">
              <a:rPr lang="en-US" smtClean="0"/>
              <a:pPr>
                <a:defRPr/>
              </a:pPr>
              <a:t>‹#›</a:t>
            </a:fld>
            <a:endParaRPr lang="en-US" dirty="0"/>
          </a:p>
        </p:txBody>
      </p:sp>
      <p:sp>
        <p:nvSpPr>
          <p:cNvPr id="5" name="Title 4"/>
          <p:cNvSpPr>
            <a:spLocks noGrp="1"/>
          </p:cNvSpPr>
          <p:nvPr>
            <p:ph type="title"/>
          </p:nvPr>
        </p:nvSpPr>
        <p:spPr/>
        <p:txBody>
          <a:bodyPr/>
          <a:lstStyle/>
          <a:p>
            <a:r>
              <a:rPr lang="en-US"/>
              <a:t>Click to edit Master title style</a:t>
            </a:r>
            <a:endParaRPr lang="en-AU"/>
          </a:p>
        </p:txBody>
      </p:sp>
      <p:sp>
        <p:nvSpPr>
          <p:cNvPr id="2" name="Footer Placeholder 1"/>
          <p:cNvSpPr>
            <a:spLocks noGrp="1"/>
          </p:cNvSpPr>
          <p:nvPr>
            <p:ph type="ftr" sz="quarter" idx="12"/>
          </p:nvPr>
        </p:nvSpPr>
        <p:spPr/>
        <p:txBody>
          <a:bodyPr/>
          <a:lstStyle/>
          <a:p>
            <a:r>
              <a:rPr lang="en-AU" dirty="0"/>
              <a:t>Copyright © 2015 Accenture  All rights reserved.</a:t>
            </a:r>
          </a:p>
        </p:txBody>
      </p:sp>
    </p:spTree>
    <p:extLst>
      <p:ext uri="{BB962C8B-B14F-4D97-AF65-F5344CB8AC3E}">
        <p14:creationId xmlns:p14="http://schemas.microsoft.com/office/powerpoint/2010/main" val="3957040699"/>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4" name="Slide Number Placeholder 4"/>
          <p:cNvSpPr>
            <a:spLocks noGrp="1"/>
          </p:cNvSpPr>
          <p:nvPr>
            <p:ph type="sldNum" sz="quarter" idx="4"/>
          </p:nvPr>
        </p:nvSpPr>
        <p:spPr>
          <a:xfrm>
            <a:off x="10853807" y="6575425"/>
            <a:ext cx="730711"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tx2"/>
                </a:solidFill>
                <a:latin typeface="+mn-lt"/>
              </a:defRPr>
            </a:lvl1pPr>
          </a:lstStyle>
          <a:p>
            <a:pPr>
              <a:defRPr/>
            </a:pPr>
            <a:fld id="{90CBDC3A-D49F-4631-A8C7-55D59B33E5FA}" type="slidenum">
              <a:rPr lang="en-US" smtClean="0"/>
              <a:pPr>
                <a:defRPr/>
              </a:pPr>
              <a:t>‹#›</a:t>
            </a:fld>
            <a:endParaRPr lang="en-US" dirty="0"/>
          </a:p>
        </p:txBody>
      </p:sp>
      <p:sp>
        <p:nvSpPr>
          <p:cNvPr id="5" name="Footer Placeholder 3"/>
          <p:cNvSpPr>
            <a:spLocks noGrp="1"/>
          </p:cNvSpPr>
          <p:nvPr>
            <p:ph type="ftr" sz="quarter" idx="3"/>
          </p:nvPr>
        </p:nvSpPr>
        <p:spPr>
          <a:xfrm>
            <a:off x="607485" y="6575425"/>
            <a:ext cx="5414433" cy="128588"/>
          </a:xfrm>
          <a:prstGeom prst="rect">
            <a:avLst/>
          </a:prstGeom>
          <a:noFill/>
        </p:spPr>
        <p:txBody>
          <a:bodyPr wrap="square" lIns="0" anchor="ctr" anchorCtr="0">
            <a:noAutofit/>
          </a:bodyPr>
          <a:lstStyle>
            <a:lvl1pPr>
              <a:defRPr lang="en-AU" sz="900">
                <a:solidFill>
                  <a:schemeClr val="tx2"/>
                </a:solidFill>
                <a:latin typeface="+mn-lt"/>
              </a:defRPr>
            </a:lvl1pPr>
          </a:lstStyle>
          <a:p>
            <a:r>
              <a:rPr lang="en-AU" dirty="0"/>
              <a:t>Copyright © 2015 Accenture  All rights reserved.</a:t>
            </a:r>
          </a:p>
        </p:txBody>
      </p:sp>
      <p:grpSp>
        <p:nvGrpSpPr>
          <p:cNvPr id="6" name="Group 5" hidden="1"/>
          <p:cNvGrpSpPr/>
          <p:nvPr userDrawn="1"/>
        </p:nvGrpSpPr>
        <p:grpSpPr>
          <a:xfrm>
            <a:off x="0" y="0"/>
            <a:ext cx="12192000" cy="6858000"/>
            <a:chOff x="0" y="0"/>
            <a:chExt cx="9144000" cy="6858000"/>
          </a:xfrm>
        </p:grpSpPr>
        <p:cxnSp>
          <p:nvCxnSpPr>
            <p:cNvPr id="7" name="Straight Connector 6"/>
            <p:cNvCxnSpPr/>
            <p:nvPr/>
          </p:nvCxnSpPr>
          <p:spPr>
            <a:xfrm>
              <a:off x="455613"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688388"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1284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2364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907088"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016625"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180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6260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0" y="388938"/>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0" y="1055688"/>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0" y="1162050"/>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0" y="1278439"/>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0" y="3427413"/>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0" y="3890963"/>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0" y="6492875"/>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0" y="6575425"/>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0" y="6704013"/>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87376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380852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Slide 1">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7485" y="749080"/>
            <a:ext cx="10977033" cy="1161492"/>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r>
              <a:rPr lang="en-US" dirty="0"/>
              <a:t>Click to edit Master title style </a:t>
            </a:r>
            <a:endParaRPr lang="en-GB" dirty="0"/>
          </a:p>
        </p:txBody>
      </p:sp>
      <p:sp>
        <p:nvSpPr>
          <p:cNvPr id="6" name="Slide Number Placeholder 4"/>
          <p:cNvSpPr>
            <a:spLocks noGrp="1"/>
          </p:cNvSpPr>
          <p:nvPr>
            <p:ph type="sldNum" sz="quarter" idx="4"/>
          </p:nvPr>
        </p:nvSpPr>
        <p:spPr>
          <a:xfrm>
            <a:off x="10853807" y="6575425"/>
            <a:ext cx="730711"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
        <p:nvSpPr>
          <p:cNvPr id="7" name="Footer Placeholder 3"/>
          <p:cNvSpPr>
            <a:spLocks noGrp="1"/>
          </p:cNvSpPr>
          <p:nvPr>
            <p:ph type="ftr" sz="quarter" idx="3"/>
          </p:nvPr>
        </p:nvSpPr>
        <p:spPr>
          <a:xfrm>
            <a:off x="607485" y="6575425"/>
            <a:ext cx="5414433" cy="128588"/>
          </a:xfrm>
          <a:prstGeom prst="rect">
            <a:avLst/>
          </a:prstGeom>
          <a:noFill/>
        </p:spPr>
        <p:txBody>
          <a:bodyPr wrap="square" lIns="0" anchor="ctr" anchorCtr="0">
            <a:noAutofit/>
          </a:bodyPr>
          <a:lstStyle>
            <a:lvl1pPr>
              <a:defRPr lang="en-AU" sz="900">
                <a:solidFill>
                  <a:schemeClr val="bg1"/>
                </a:solidFill>
                <a:latin typeface="+mn-lt"/>
              </a:defRPr>
            </a:lvl1pPr>
          </a:lstStyle>
          <a:p>
            <a:r>
              <a:rPr lang="en-AU" dirty="0"/>
              <a:t>Copyright © 2015 Accenture  All rights reserved.</a:t>
            </a:r>
          </a:p>
        </p:txBody>
      </p:sp>
    </p:spTree>
    <p:extLst>
      <p:ext uri="{BB962C8B-B14F-4D97-AF65-F5344CB8AC3E}">
        <p14:creationId xmlns:p14="http://schemas.microsoft.com/office/powerpoint/2010/main" val="16431131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Slide 1 - Subtitle">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7485" y="749080"/>
            <a:ext cx="10977033" cy="1161492"/>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r>
              <a:rPr lang="en-US" dirty="0"/>
              <a:t>Click to edit Master title style </a:t>
            </a:r>
            <a:endParaRPr lang="en-GB" dirty="0"/>
          </a:p>
        </p:txBody>
      </p:sp>
      <p:sp>
        <p:nvSpPr>
          <p:cNvPr id="6" name="Text Placeholder 5"/>
          <p:cNvSpPr>
            <a:spLocks noGrp="1"/>
          </p:cNvSpPr>
          <p:nvPr>
            <p:ph type="body" sz="quarter" idx="11"/>
          </p:nvPr>
        </p:nvSpPr>
        <p:spPr>
          <a:xfrm>
            <a:off x="607485" y="1911350"/>
            <a:ext cx="10977033" cy="4478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Slide Number Placeholder 4"/>
          <p:cNvSpPr>
            <a:spLocks noGrp="1"/>
          </p:cNvSpPr>
          <p:nvPr>
            <p:ph type="sldNum" sz="quarter" idx="4"/>
          </p:nvPr>
        </p:nvSpPr>
        <p:spPr>
          <a:xfrm>
            <a:off x="10853807" y="6575425"/>
            <a:ext cx="730711"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
        <p:nvSpPr>
          <p:cNvPr id="8" name="Footer Placeholder 3"/>
          <p:cNvSpPr>
            <a:spLocks noGrp="1"/>
          </p:cNvSpPr>
          <p:nvPr>
            <p:ph type="ftr" sz="quarter" idx="3"/>
          </p:nvPr>
        </p:nvSpPr>
        <p:spPr>
          <a:xfrm>
            <a:off x="607485" y="6575425"/>
            <a:ext cx="5414433" cy="128588"/>
          </a:xfrm>
          <a:prstGeom prst="rect">
            <a:avLst/>
          </a:prstGeom>
          <a:noFill/>
        </p:spPr>
        <p:txBody>
          <a:bodyPr wrap="square" lIns="0" anchor="ctr" anchorCtr="0">
            <a:noAutofit/>
          </a:bodyPr>
          <a:lstStyle>
            <a:lvl1pPr>
              <a:defRPr lang="en-AU" sz="900">
                <a:solidFill>
                  <a:schemeClr val="bg1"/>
                </a:solidFill>
                <a:latin typeface="+mn-lt"/>
              </a:defRPr>
            </a:lvl1pPr>
          </a:lstStyle>
          <a:p>
            <a:r>
              <a:rPr lang="en-AU" dirty="0"/>
              <a:t>Copyright © 2015 Accenture  All rights reserved.</a:t>
            </a:r>
          </a:p>
        </p:txBody>
      </p:sp>
    </p:spTree>
    <p:extLst>
      <p:ext uri="{BB962C8B-B14F-4D97-AF65-F5344CB8AC3E}">
        <p14:creationId xmlns:p14="http://schemas.microsoft.com/office/powerpoint/2010/main" val="16775406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Slide 2">
    <p:bg>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7485" y="748800"/>
            <a:ext cx="10977033" cy="1161492"/>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r>
              <a:rPr lang="en-US" dirty="0"/>
              <a:t>Click to edit Master title style </a:t>
            </a:r>
            <a:endParaRPr lang="en-GB" dirty="0"/>
          </a:p>
        </p:txBody>
      </p:sp>
      <p:sp>
        <p:nvSpPr>
          <p:cNvPr id="6" name="Slide Number Placeholder 4"/>
          <p:cNvSpPr>
            <a:spLocks noGrp="1"/>
          </p:cNvSpPr>
          <p:nvPr>
            <p:ph type="sldNum" sz="quarter" idx="4"/>
          </p:nvPr>
        </p:nvSpPr>
        <p:spPr>
          <a:xfrm>
            <a:off x="10853807" y="6575425"/>
            <a:ext cx="730711"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
        <p:nvSpPr>
          <p:cNvPr id="7" name="Footer Placeholder 3"/>
          <p:cNvSpPr>
            <a:spLocks noGrp="1"/>
          </p:cNvSpPr>
          <p:nvPr>
            <p:ph type="ftr" sz="quarter" idx="3"/>
          </p:nvPr>
        </p:nvSpPr>
        <p:spPr>
          <a:xfrm>
            <a:off x="607485" y="6575425"/>
            <a:ext cx="5414433" cy="128588"/>
          </a:xfrm>
          <a:prstGeom prst="rect">
            <a:avLst/>
          </a:prstGeom>
          <a:noFill/>
        </p:spPr>
        <p:txBody>
          <a:bodyPr wrap="square" lIns="0" anchor="ctr" anchorCtr="0">
            <a:noAutofit/>
          </a:bodyPr>
          <a:lstStyle>
            <a:lvl1pPr>
              <a:defRPr lang="en-AU" sz="900">
                <a:solidFill>
                  <a:schemeClr val="bg1"/>
                </a:solidFill>
                <a:latin typeface="+mn-lt"/>
              </a:defRPr>
            </a:lvl1pPr>
          </a:lstStyle>
          <a:p>
            <a:r>
              <a:rPr lang="en-AU" dirty="0"/>
              <a:t>Copyright © 2015 Accenture  All rights reserved.</a:t>
            </a:r>
          </a:p>
        </p:txBody>
      </p:sp>
    </p:spTree>
    <p:extLst>
      <p:ext uri="{BB962C8B-B14F-4D97-AF65-F5344CB8AC3E}">
        <p14:creationId xmlns:p14="http://schemas.microsoft.com/office/powerpoint/2010/main" val="21071830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Slide 2 - Subtitle">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607485" y="748800"/>
            <a:ext cx="10977033" cy="1161492"/>
          </a:xfrm>
          <a:prstGeom prst="rect">
            <a:avLst/>
          </a:prstGeom>
        </p:spPr>
        <p:txBody>
          <a:bodyPr lIns="0" tIns="0" anchor="b" anchorCtr="0">
            <a:noAutofit/>
          </a:bodyPr>
          <a:lstStyle>
            <a:lvl1pPr algn="l">
              <a:lnSpc>
                <a:spcPct val="100000"/>
              </a:lnSpc>
              <a:defRPr sz="3600" b="0" spc="0" baseline="0">
                <a:solidFill>
                  <a:schemeClr val="bg1"/>
                </a:solidFill>
                <a:latin typeface="+mj-lt"/>
                <a:cs typeface="Arial" pitchFamily="34" charset="0"/>
              </a:defRPr>
            </a:lvl1pPr>
          </a:lstStyle>
          <a:p>
            <a:r>
              <a:rPr lang="en-US" dirty="0"/>
              <a:t>Click to edit Master title style </a:t>
            </a:r>
            <a:endParaRPr lang="en-GB" dirty="0"/>
          </a:p>
        </p:txBody>
      </p:sp>
      <p:sp>
        <p:nvSpPr>
          <p:cNvPr id="6" name="Text Placeholder 5"/>
          <p:cNvSpPr>
            <a:spLocks noGrp="1"/>
          </p:cNvSpPr>
          <p:nvPr>
            <p:ph type="body" sz="quarter" idx="11"/>
          </p:nvPr>
        </p:nvSpPr>
        <p:spPr>
          <a:xfrm>
            <a:off x="607485" y="1909764"/>
            <a:ext cx="10977033" cy="4479925"/>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7" name="Slide Number Placeholder 4"/>
          <p:cNvSpPr>
            <a:spLocks noGrp="1"/>
          </p:cNvSpPr>
          <p:nvPr>
            <p:ph type="sldNum" sz="quarter" idx="4"/>
          </p:nvPr>
        </p:nvSpPr>
        <p:spPr>
          <a:xfrm>
            <a:off x="10853807" y="6575425"/>
            <a:ext cx="730711"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bg1"/>
                </a:solidFill>
                <a:latin typeface="+mn-lt"/>
              </a:defRPr>
            </a:lvl1pPr>
          </a:lstStyle>
          <a:p>
            <a:pPr>
              <a:defRPr/>
            </a:pPr>
            <a:fld id="{90CBDC3A-D49F-4631-A8C7-55D59B33E5FA}" type="slidenum">
              <a:rPr lang="en-US" smtClean="0"/>
              <a:pPr>
                <a:defRPr/>
              </a:pPr>
              <a:t>‹#›</a:t>
            </a:fld>
            <a:endParaRPr lang="en-US" dirty="0"/>
          </a:p>
        </p:txBody>
      </p:sp>
      <p:sp>
        <p:nvSpPr>
          <p:cNvPr id="8" name="Footer Placeholder 3"/>
          <p:cNvSpPr>
            <a:spLocks noGrp="1"/>
          </p:cNvSpPr>
          <p:nvPr>
            <p:ph type="ftr" sz="quarter" idx="3"/>
          </p:nvPr>
        </p:nvSpPr>
        <p:spPr>
          <a:xfrm>
            <a:off x="607485" y="6575425"/>
            <a:ext cx="5414433" cy="128588"/>
          </a:xfrm>
          <a:prstGeom prst="rect">
            <a:avLst/>
          </a:prstGeom>
          <a:noFill/>
        </p:spPr>
        <p:txBody>
          <a:bodyPr wrap="square" lIns="0" anchor="ctr" anchorCtr="0">
            <a:noAutofit/>
          </a:bodyPr>
          <a:lstStyle>
            <a:lvl1pPr>
              <a:defRPr lang="en-AU" sz="900">
                <a:solidFill>
                  <a:schemeClr val="bg1"/>
                </a:solidFill>
                <a:latin typeface="+mn-lt"/>
              </a:defRPr>
            </a:lvl1pPr>
          </a:lstStyle>
          <a:p>
            <a:r>
              <a:rPr lang="en-AU" dirty="0"/>
              <a:t>Copyright © 2015 Accenture  All rights reserved.</a:t>
            </a:r>
          </a:p>
        </p:txBody>
      </p:sp>
    </p:spTree>
    <p:extLst>
      <p:ext uri="{BB962C8B-B14F-4D97-AF65-F5344CB8AC3E}">
        <p14:creationId xmlns:p14="http://schemas.microsoft.com/office/powerpoint/2010/main" val="18855303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Slide Image">
    <p:spTree>
      <p:nvGrpSpPr>
        <p:cNvPr id="1" name=""/>
        <p:cNvGrpSpPr/>
        <p:nvPr/>
      </p:nvGrpSpPr>
      <p:grpSpPr>
        <a:xfrm>
          <a:off x="0" y="0"/>
          <a:ext cx="0" cy="0"/>
          <a:chOff x="0" y="0"/>
          <a:chExt cx="0" cy="0"/>
        </a:xfrm>
      </p:grpSpPr>
      <p:pic>
        <p:nvPicPr>
          <p:cNvPr id="8" name="Picture 3"/>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1948" t="25765" r="15587" b="9154"/>
          <a:stretch/>
        </p:blipFill>
        <p:spPr bwMode="auto">
          <a:xfrm>
            <a:off x="0" y="0"/>
            <a:ext cx="12192000" cy="6858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2" name="Title 1"/>
          <p:cNvSpPr>
            <a:spLocks noGrp="1"/>
          </p:cNvSpPr>
          <p:nvPr>
            <p:ph type="ctrTitle" hasCustomPrompt="1"/>
          </p:nvPr>
        </p:nvSpPr>
        <p:spPr>
          <a:xfrm>
            <a:off x="607485" y="748800"/>
            <a:ext cx="10977033" cy="1161492"/>
          </a:xfrm>
          <a:prstGeom prst="rect">
            <a:avLst/>
          </a:prstGeom>
        </p:spPr>
        <p:txBody>
          <a:bodyPr lIns="0" tIns="0" anchor="b" anchorCtr="0">
            <a:noAutofit/>
          </a:bodyPr>
          <a:lstStyle>
            <a:lvl1pPr algn="l">
              <a:lnSpc>
                <a:spcPct val="100000"/>
              </a:lnSpc>
              <a:defRPr sz="3600" b="0" spc="0" baseline="0">
                <a:solidFill>
                  <a:schemeClr val="tx1"/>
                </a:solidFill>
                <a:latin typeface="+mj-lt"/>
                <a:cs typeface="Arial" pitchFamily="34" charset="0"/>
              </a:defRPr>
            </a:lvl1pPr>
          </a:lstStyle>
          <a:p>
            <a:r>
              <a:rPr lang="en-US" dirty="0"/>
              <a:t>Click to edit Master title style </a:t>
            </a:r>
            <a:endParaRPr lang="en-GB" dirty="0"/>
          </a:p>
        </p:txBody>
      </p:sp>
      <p:sp>
        <p:nvSpPr>
          <p:cNvPr id="6" name="Slide Number Placeholder 4"/>
          <p:cNvSpPr>
            <a:spLocks noGrp="1"/>
          </p:cNvSpPr>
          <p:nvPr>
            <p:ph type="sldNum" sz="quarter" idx="4"/>
          </p:nvPr>
        </p:nvSpPr>
        <p:spPr>
          <a:xfrm>
            <a:off x="10853807" y="6575425"/>
            <a:ext cx="730711"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tx1"/>
                </a:solidFill>
                <a:latin typeface="+mn-lt"/>
              </a:defRPr>
            </a:lvl1pPr>
          </a:lstStyle>
          <a:p>
            <a:pPr>
              <a:defRPr/>
            </a:pPr>
            <a:fld id="{90CBDC3A-D49F-4631-A8C7-55D59B33E5FA}" type="slidenum">
              <a:rPr lang="en-US" smtClean="0"/>
              <a:pPr>
                <a:defRPr/>
              </a:pPr>
              <a:t>‹#›</a:t>
            </a:fld>
            <a:endParaRPr lang="en-US" dirty="0"/>
          </a:p>
        </p:txBody>
      </p:sp>
      <p:sp>
        <p:nvSpPr>
          <p:cNvPr id="7" name="Footer Placeholder 3"/>
          <p:cNvSpPr>
            <a:spLocks noGrp="1"/>
          </p:cNvSpPr>
          <p:nvPr>
            <p:ph type="ftr" sz="quarter" idx="3"/>
          </p:nvPr>
        </p:nvSpPr>
        <p:spPr>
          <a:xfrm>
            <a:off x="607485" y="6575425"/>
            <a:ext cx="5414433" cy="128588"/>
          </a:xfrm>
          <a:prstGeom prst="rect">
            <a:avLst/>
          </a:prstGeom>
          <a:noFill/>
        </p:spPr>
        <p:txBody>
          <a:bodyPr wrap="square" lIns="0" anchor="ctr" anchorCtr="0">
            <a:noAutofit/>
          </a:bodyPr>
          <a:lstStyle>
            <a:lvl1pPr>
              <a:defRPr lang="en-AU" sz="900">
                <a:solidFill>
                  <a:schemeClr val="tx1"/>
                </a:solidFill>
                <a:latin typeface="+mn-lt"/>
              </a:defRPr>
            </a:lvl1pPr>
          </a:lstStyle>
          <a:p>
            <a:r>
              <a:rPr lang="en-AU" dirty="0"/>
              <a:t>Copyright © 2015 Accenture  All rights reserved.</a:t>
            </a:r>
          </a:p>
        </p:txBody>
      </p:sp>
    </p:spTree>
    <p:extLst>
      <p:ext uri="{BB962C8B-B14F-4D97-AF65-F5344CB8AC3E}">
        <p14:creationId xmlns:p14="http://schemas.microsoft.com/office/powerpoint/2010/main" val="255788113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9" name="Textplatzhalter 2"/>
          <p:cNvSpPr>
            <a:spLocks noGrp="1"/>
          </p:cNvSpPr>
          <p:nvPr>
            <p:ph type="body" idx="13"/>
          </p:nvPr>
        </p:nvSpPr>
        <p:spPr>
          <a:xfrm>
            <a:off x="624418" y="1102301"/>
            <a:ext cx="10943167" cy="538138"/>
          </a:xfrm>
          <a:prstGeom prst="rect">
            <a:avLst/>
          </a:prstGeom>
          <a:noFill/>
        </p:spPr>
        <p:txBody>
          <a:bodyPr wrap="square" lIns="0" tIns="72000" rIns="0" bIns="36000">
            <a:noAutofit/>
          </a:bodyPr>
          <a:lstStyle>
            <a:lvl1pPr marL="0" indent="0">
              <a:buNone/>
              <a:defRPr lang="de-DE" sz="1800" b="1" dirty="0" smtClean="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176213" lvl="0" indent="-176213" algn="l" rtl="0" eaLnBrk="1" fontAlgn="base" hangingPunct="1">
              <a:spcBef>
                <a:spcPts val="800"/>
              </a:spcBef>
              <a:spcAft>
                <a:spcPct val="0"/>
              </a:spcAft>
              <a:buClr>
                <a:schemeClr val="tx1"/>
              </a:buClr>
              <a:buFontTx/>
              <a:buNone/>
            </a:pPr>
            <a:r>
              <a:rPr lang="en-US" noProof="0"/>
              <a:t>Click to edit Master text styles</a:t>
            </a:r>
          </a:p>
        </p:txBody>
      </p:sp>
      <p:sp>
        <p:nvSpPr>
          <p:cNvPr id="4" name="Titel 3"/>
          <p:cNvSpPr>
            <a:spLocks noGrp="1"/>
          </p:cNvSpPr>
          <p:nvPr>
            <p:ph type="title"/>
          </p:nvPr>
        </p:nvSpPr>
        <p:spPr/>
        <p:txBody>
          <a:bodyPr/>
          <a:lstStyle>
            <a:lvl1pPr>
              <a:defRPr>
                <a:solidFill>
                  <a:schemeClr val="accent1"/>
                </a:solidFill>
              </a:defRPr>
            </a:lvl1pPr>
          </a:lstStyle>
          <a:p>
            <a:r>
              <a:rPr lang="en-US"/>
              <a:t>Click to edit Master title style</a:t>
            </a:r>
            <a:endParaRPr lang="de-DE" dirty="0"/>
          </a:p>
        </p:txBody>
      </p:sp>
      <p:sp>
        <p:nvSpPr>
          <p:cNvPr id="5" name="Inhaltsplatzhalter 2"/>
          <p:cNvSpPr>
            <a:spLocks noGrp="1"/>
          </p:cNvSpPr>
          <p:nvPr>
            <p:ph idx="1" hasCustomPrompt="1"/>
          </p:nvPr>
        </p:nvSpPr>
        <p:spPr>
          <a:xfrm>
            <a:off x="624418" y="1665289"/>
            <a:ext cx="10943167" cy="4716461"/>
          </a:xfrm>
          <a:prstGeom prst="rect">
            <a:avLst/>
          </a:prstGeom>
          <a:noFill/>
          <a:ln w="12700">
            <a:noFill/>
            <a:miter lim="800000"/>
            <a:headEnd/>
            <a:tailEnd/>
          </a:ln>
        </p:spPr>
        <p:txBody>
          <a:bodyPr vert="horz" wrap="square" lIns="0" tIns="36000" rIns="0" bIns="0" numCol="1" anchor="t" anchorCtr="0" compatLnSpc="1">
            <a:prstTxWarp prst="textNoShape">
              <a:avLst/>
            </a:prstTxWarp>
          </a:bodyPr>
          <a:lstStyle>
            <a:lvl1pPr marL="180000" indent="-180000" algn="l" rtl="0" eaLnBrk="1" fontAlgn="base" hangingPunct="1">
              <a:spcBef>
                <a:spcPts val="300"/>
              </a:spcBef>
              <a:spcAft>
                <a:spcPts val="300"/>
              </a:spcAft>
              <a:buClr>
                <a:schemeClr val="tx1"/>
              </a:buClr>
              <a:buFont typeface="Arial" pitchFamily="34" charset="0"/>
              <a:defRPr lang="de-DE" sz="1800" dirty="0" smtClean="0">
                <a:solidFill>
                  <a:schemeClr val="tx1"/>
                </a:solidFill>
                <a:latin typeface="+mn-lt"/>
                <a:ea typeface="+mn-ea"/>
                <a:cs typeface="+mn-cs"/>
              </a:defRPr>
            </a:lvl1pPr>
            <a:lvl2pPr marL="360000" indent="-180000" algn="l" rtl="0" eaLnBrk="1" fontAlgn="base" hangingPunct="1">
              <a:spcBef>
                <a:spcPts val="300"/>
              </a:spcBef>
              <a:spcAft>
                <a:spcPts val="300"/>
              </a:spcAft>
              <a:buClr>
                <a:schemeClr val="tx1"/>
              </a:buClr>
              <a:buFont typeface="Arial" pitchFamily="34" charset="0"/>
              <a:defRPr lang="de-DE" sz="1600" dirty="0" smtClean="0">
                <a:solidFill>
                  <a:schemeClr val="tx1"/>
                </a:solidFill>
                <a:latin typeface="+mn-lt"/>
                <a:ea typeface="+mn-ea"/>
                <a:cs typeface="+mn-cs"/>
              </a:defRPr>
            </a:lvl2pPr>
            <a:lvl3pPr marL="539750" indent="-144000" algn="l" rtl="0" eaLnBrk="1" fontAlgn="base" hangingPunct="1">
              <a:spcBef>
                <a:spcPts val="300"/>
              </a:spcBef>
              <a:spcAft>
                <a:spcPts val="300"/>
              </a:spcAft>
              <a:buClr>
                <a:schemeClr val="tx1"/>
              </a:buClr>
              <a:buFont typeface="Arial" pitchFamily="34" charset="0"/>
              <a:tabLst/>
              <a:defRPr lang="de-DE" sz="1400" dirty="0" smtClean="0">
                <a:solidFill>
                  <a:schemeClr val="tx1"/>
                </a:solidFill>
                <a:latin typeface="+mn-lt"/>
                <a:ea typeface="+mn-ea"/>
                <a:cs typeface="+mn-cs"/>
              </a:defRPr>
            </a:lvl3pPr>
            <a:lvl4pPr marL="684000" indent="-144000" algn="l" rtl="0" eaLnBrk="1" fontAlgn="base" hangingPunct="1">
              <a:spcBef>
                <a:spcPts val="300"/>
              </a:spcBef>
              <a:spcAft>
                <a:spcPts val="300"/>
              </a:spcAft>
              <a:buClr>
                <a:schemeClr val="tx1"/>
              </a:buClr>
              <a:buFont typeface="Arial" pitchFamily="34" charset="0"/>
              <a:defRPr lang="de-DE" sz="1200" dirty="0" smtClean="0">
                <a:solidFill>
                  <a:schemeClr val="tx1"/>
                </a:solidFill>
                <a:latin typeface="+mn-lt"/>
                <a:ea typeface="+mn-ea"/>
                <a:cs typeface="+mn-cs"/>
              </a:defRPr>
            </a:lvl4pPr>
            <a:lvl5pPr marL="828000" indent="-108000" algn="l" rtl="0" eaLnBrk="1" fontAlgn="base" hangingPunct="1">
              <a:spcBef>
                <a:spcPts val="300"/>
              </a:spcBef>
              <a:spcAft>
                <a:spcPts val="300"/>
              </a:spcAft>
              <a:buClr>
                <a:schemeClr val="tx1"/>
              </a:buClr>
              <a:buFont typeface="Arial" pitchFamily="34" charset="0"/>
              <a:defRPr lang="de-DE" sz="1100" dirty="0">
                <a:solidFill>
                  <a:schemeClr val="tx1"/>
                </a:solidFill>
                <a:latin typeface="+mn-lt"/>
                <a:ea typeface="+mn-ea"/>
                <a:cs typeface="+mn-cs"/>
              </a:defRPr>
            </a:lvl5pPr>
          </a:lstStyle>
          <a:p>
            <a:pPr lvl="0"/>
            <a:r>
              <a:rPr lang="en-US" noProof="0" dirty="0"/>
              <a:t>Bullet 1</a:t>
            </a:r>
          </a:p>
          <a:p>
            <a:pPr lvl="1"/>
            <a:r>
              <a:rPr lang="en-US" noProof="0" dirty="0"/>
              <a:t>Bullet 2</a:t>
            </a:r>
          </a:p>
          <a:p>
            <a:pPr lvl="2"/>
            <a:r>
              <a:rPr lang="en-US" noProof="0" dirty="0"/>
              <a:t>Bullet 3</a:t>
            </a:r>
          </a:p>
          <a:p>
            <a:pPr lvl="3"/>
            <a:r>
              <a:rPr lang="en-US" noProof="0" dirty="0"/>
              <a:t>Bullet 4</a:t>
            </a:r>
          </a:p>
          <a:p>
            <a:pPr lvl="4"/>
            <a:r>
              <a:rPr lang="en-US" noProof="0" dirty="0"/>
              <a:t>Bullet 5</a:t>
            </a:r>
          </a:p>
        </p:txBody>
      </p:sp>
    </p:spTree>
    <p:extLst>
      <p:ext uri="{BB962C8B-B14F-4D97-AF65-F5344CB8AC3E}">
        <p14:creationId xmlns:p14="http://schemas.microsoft.com/office/powerpoint/2010/main" val="1824095861"/>
      </p:ext>
    </p:extLst>
  </p:cSld>
  <p:clrMapOvr>
    <a:masterClrMapping/>
  </p:clrMapOvr>
  <p:hf hd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69333" y="88900"/>
            <a:ext cx="10109200" cy="960438"/>
          </a:xfrm>
        </p:spPr>
        <p:txBody>
          <a:bodyPr/>
          <a:lstStyle/>
          <a:p>
            <a:r>
              <a:rPr lang="en-US"/>
              <a:t>Click to edit Master title style</a:t>
            </a:r>
          </a:p>
        </p:txBody>
      </p:sp>
      <p:sp>
        <p:nvSpPr>
          <p:cNvPr id="3" name="Table Placeholder 2"/>
          <p:cNvSpPr>
            <a:spLocks noGrp="1"/>
          </p:cNvSpPr>
          <p:nvPr>
            <p:ph type="tbl" idx="1"/>
          </p:nvPr>
        </p:nvSpPr>
        <p:spPr>
          <a:xfrm>
            <a:off x="416985" y="1279526"/>
            <a:ext cx="11288183" cy="5218113"/>
          </a:xfrm>
          <a:prstGeom prst="rect">
            <a:avLst/>
          </a:prstGeom>
        </p:spPr>
        <p:txBody>
          <a:bodyPr/>
          <a:lstStyle/>
          <a:p>
            <a:pPr lvl="0"/>
            <a:r>
              <a:rPr lang="en-US" noProof="0" dirty="0"/>
              <a:t>Click icon to add table</a:t>
            </a:r>
          </a:p>
        </p:txBody>
      </p:sp>
      <p:sp>
        <p:nvSpPr>
          <p:cNvPr id="4" name="Slide Number Placeholder 3"/>
          <p:cNvSpPr>
            <a:spLocks noGrp="1" noChangeArrowheads="1"/>
          </p:cNvSpPr>
          <p:nvPr>
            <p:ph type="sldNum" sz="quarter" idx="10"/>
          </p:nvPr>
        </p:nvSpPr>
        <p:spPr>
          <a:xfrm>
            <a:off x="8737600" y="6613525"/>
            <a:ext cx="3454400" cy="209550"/>
          </a:xfrm>
          <a:prstGeom prst="rect">
            <a:avLst/>
          </a:prstGeom>
          <a:ln/>
        </p:spPr>
        <p:txBody>
          <a:bodyPr/>
          <a:lstStyle>
            <a:lvl1pPr>
              <a:defRPr/>
            </a:lvl1pPr>
          </a:lstStyle>
          <a:p>
            <a:pPr>
              <a:defRPr/>
            </a:pPr>
            <a:fld id="{DE668115-C7EF-45FF-95C9-2B69F2BA163C}" type="slidenum">
              <a:rPr lang="en-US"/>
              <a:pPr>
                <a:defRPr/>
              </a:pPr>
              <a:t>‹#›</a:t>
            </a:fld>
            <a:endParaRPr lang="en-US" dirty="0"/>
          </a:p>
        </p:txBody>
      </p:sp>
    </p:spTree>
    <p:extLst>
      <p:ext uri="{BB962C8B-B14F-4D97-AF65-F5344CB8AC3E}">
        <p14:creationId xmlns:p14="http://schemas.microsoft.com/office/powerpoint/2010/main" val="3737071001"/>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9" y="365127"/>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399" b="1"/>
            </a:lvl1pPr>
            <a:lvl2pPr marL="457017" indent="0">
              <a:buNone/>
              <a:defRPr sz="1999" b="1"/>
            </a:lvl2pPr>
            <a:lvl3pPr marL="914034" indent="0">
              <a:buNone/>
              <a:defRPr sz="1799" b="1"/>
            </a:lvl3pPr>
            <a:lvl4pPr marL="1371051" indent="0">
              <a:buNone/>
              <a:defRPr sz="1599" b="1"/>
            </a:lvl4pPr>
            <a:lvl5pPr marL="1828068" indent="0">
              <a:buNone/>
              <a:defRPr sz="1599" b="1"/>
            </a:lvl5pPr>
            <a:lvl6pPr marL="2285086" indent="0">
              <a:buNone/>
              <a:defRPr sz="1599" b="1"/>
            </a:lvl6pPr>
            <a:lvl7pPr marL="2742103" indent="0">
              <a:buNone/>
              <a:defRPr sz="1599" b="1"/>
            </a:lvl7pPr>
            <a:lvl8pPr marL="3199120" indent="0">
              <a:buNone/>
              <a:defRPr sz="1599" b="1"/>
            </a:lvl8pPr>
            <a:lvl9pPr marL="3656137" indent="0">
              <a:buNone/>
              <a:defRPr sz="1599"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399" b="1"/>
            </a:lvl1pPr>
            <a:lvl2pPr marL="457017" indent="0">
              <a:buNone/>
              <a:defRPr sz="1999" b="1"/>
            </a:lvl2pPr>
            <a:lvl3pPr marL="914034" indent="0">
              <a:buNone/>
              <a:defRPr sz="1799" b="1"/>
            </a:lvl3pPr>
            <a:lvl4pPr marL="1371051" indent="0">
              <a:buNone/>
              <a:defRPr sz="1599" b="1"/>
            </a:lvl4pPr>
            <a:lvl5pPr marL="1828068" indent="0">
              <a:buNone/>
              <a:defRPr sz="1599" b="1"/>
            </a:lvl5pPr>
            <a:lvl6pPr marL="2285086" indent="0">
              <a:buNone/>
              <a:defRPr sz="1599" b="1"/>
            </a:lvl6pPr>
            <a:lvl7pPr marL="2742103" indent="0">
              <a:buNone/>
              <a:defRPr sz="1599" b="1"/>
            </a:lvl7pPr>
            <a:lvl8pPr marL="3199120" indent="0">
              <a:buNone/>
              <a:defRPr sz="1599" b="1"/>
            </a:lvl8pPr>
            <a:lvl9pPr marL="3656137" indent="0">
              <a:buNone/>
              <a:defRPr sz="1599"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2"/>
            <a:ext cx="2743200" cy="365125"/>
          </a:xfrm>
          <a:prstGeom prst="rect">
            <a:avLst/>
          </a:prstGeom>
        </p:spPr>
        <p:txBody>
          <a:bodyPr/>
          <a:lstStyle/>
          <a:p>
            <a:fld id="{A14DD898-19E6-44BA-B1B7-5B2149E42101}" type="datetimeFigureOut">
              <a:rPr lang="en-US" smtClean="0"/>
              <a:t>10/5/2021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C5C29142-535D-44A2-AD99-10B7BBC10F10}" type="slidenum">
              <a:rPr lang="en-US" smtClean="0"/>
              <a:t>‹#›</a:t>
            </a:fld>
            <a:endParaRPr lang="en-US" dirty="0"/>
          </a:p>
        </p:txBody>
      </p:sp>
    </p:spTree>
    <p:extLst>
      <p:ext uri="{BB962C8B-B14F-4D97-AF65-F5344CB8AC3E}">
        <p14:creationId xmlns:p14="http://schemas.microsoft.com/office/powerpoint/2010/main" val="4034956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7485" y="1194793"/>
            <a:ext cx="10977033" cy="5298081"/>
          </a:xfrm>
          <a:prstGeom prst="rect">
            <a:avLst/>
          </a:prstGeom>
        </p:spPr>
        <p:txBody>
          <a:bodyPr vert="horz" lIns="0" tIns="4572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Placeholder 1"/>
          <p:cNvSpPr>
            <a:spLocks noGrp="1"/>
          </p:cNvSpPr>
          <p:nvPr>
            <p:ph type="title"/>
          </p:nvPr>
        </p:nvSpPr>
        <p:spPr>
          <a:xfrm>
            <a:off x="607485" y="116206"/>
            <a:ext cx="10977033" cy="1002979"/>
          </a:xfrm>
          <a:prstGeom prst="rect">
            <a:avLst/>
          </a:prstGeom>
        </p:spPr>
        <p:txBody>
          <a:bodyPr vert="horz" lIns="0" tIns="45720" rIns="0" bIns="0" rtlCol="0" anchor="b" anchorCtr="0">
            <a:noAutofit/>
          </a:bodyPr>
          <a:lstStyle/>
          <a:p>
            <a:pPr lvl="0"/>
            <a:r>
              <a:rPr lang="en-US"/>
              <a:t>Click to edit Master title style</a:t>
            </a:r>
            <a:endParaRPr lang="en-AU" dirty="0"/>
          </a:p>
        </p:txBody>
      </p:sp>
      <p:sp>
        <p:nvSpPr>
          <p:cNvPr id="5" name="Slide Number Placeholder 4"/>
          <p:cNvSpPr>
            <a:spLocks noGrp="1"/>
          </p:cNvSpPr>
          <p:nvPr>
            <p:ph type="sldNum" sz="quarter" idx="4"/>
          </p:nvPr>
        </p:nvSpPr>
        <p:spPr>
          <a:xfrm>
            <a:off x="10853807" y="6575425"/>
            <a:ext cx="730711" cy="128588"/>
          </a:xfrm>
          <a:prstGeom prst="rect">
            <a:avLst/>
          </a:prstGeom>
        </p:spPr>
        <p:txBody>
          <a:bodyPr vert="horz" wrap="square" lIns="91440" tIns="45720" rIns="0" bIns="45720" numCol="1" anchor="ctr" anchorCtr="0" compatLnSpc="1">
            <a:prstTxWarp prst="textNoShape">
              <a:avLst/>
            </a:prstTxWarp>
            <a:noAutofit/>
          </a:bodyPr>
          <a:lstStyle>
            <a:lvl1pPr algn="r">
              <a:defRPr sz="900">
                <a:solidFill>
                  <a:schemeClr val="tx2"/>
                </a:solidFill>
                <a:latin typeface="+mn-lt"/>
              </a:defRPr>
            </a:lvl1pPr>
          </a:lstStyle>
          <a:p>
            <a:pPr>
              <a:defRPr/>
            </a:pPr>
            <a:fld id="{90CBDC3A-D49F-4631-A8C7-55D59B33E5FA}" type="slidenum">
              <a:rPr lang="en-US" smtClean="0"/>
              <a:pPr>
                <a:defRPr/>
              </a:pPr>
              <a:t>‹#›</a:t>
            </a:fld>
            <a:endParaRPr lang="en-US" dirty="0"/>
          </a:p>
        </p:txBody>
      </p:sp>
      <p:sp>
        <p:nvSpPr>
          <p:cNvPr id="4" name="Footer Placeholder 3"/>
          <p:cNvSpPr>
            <a:spLocks noGrp="1"/>
          </p:cNvSpPr>
          <p:nvPr>
            <p:ph type="ftr" sz="quarter" idx="3"/>
          </p:nvPr>
        </p:nvSpPr>
        <p:spPr>
          <a:xfrm>
            <a:off x="607485" y="6575425"/>
            <a:ext cx="5414433" cy="128588"/>
          </a:xfrm>
          <a:prstGeom prst="rect">
            <a:avLst/>
          </a:prstGeom>
          <a:noFill/>
        </p:spPr>
        <p:txBody>
          <a:bodyPr wrap="square" lIns="0" anchor="ctr" anchorCtr="0">
            <a:noAutofit/>
          </a:bodyPr>
          <a:lstStyle>
            <a:lvl1pPr>
              <a:defRPr lang="en-AU" sz="900">
                <a:solidFill>
                  <a:schemeClr val="tx2"/>
                </a:solidFill>
                <a:latin typeface="+mn-lt"/>
              </a:defRPr>
            </a:lvl1pPr>
          </a:lstStyle>
          <a:p>
            <a:r>
              <a:rPr lang="en-AU" dirty="0"/>
              <a:t>Copyright © 2015 Accenture  All rights reserved.</a:t>
            </a:r>
          </a:p>
        </p:txBody>
      </p:sp>
      <p:cxnSp>
        <p:nvCxnSpPr>
          <p:cNvPr id="8" name="Straight Connector 7"/>
          <p:cNvCxnSpPr/>
          <p:nvPr/>
        </p:nvCxnSpPr>
        <p:spPr>
          <a:xfrm>
            <a:off x="607485" y="1159234"/>
            <a:ext cx="11584516"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38" r:id="rId1"/>
    <p:sldLayoutId id="2147483737" r:id="rId2"/>
    <p:sldLayoutId id="2147483717" r:id="rId3"/>
    <p:sldLayoutId id="2147483720" r:id="rId4"/>
    <p:sldLayoutId id="2147483728" r:id="rId5"/>
    <p:sldLayoutId id="2147483731" r:id="rId6"/>
    <p:sldLayoutId id="2147483721" r:id="rId7"/>
    <p:sldLayoutId id="2147483725" r:id="rId8"/>
    <p:sldLayoutId id="2147483726" r:id="rId9"/>
    <p:sldLayoutId id="2147483727" r:id="rId10"/>
    <p:sldLayoutId id="2147483729" r:id="rId11"/>
    <p:sldLayoutId id="2147483723" r:id="rId12"/>
    <p:sldLayoutId id="2147483735" r:id="rId13"/>
    <p:sldLayoutId id="2147483724" r:id="rId14"/>
    <p:sldLayoutId id="2147483736" r:id="rId15"/>
    <p:sldLayoutId id="2147483730" r:id="rId16"/>
    <p:sldLayoutId id="2147483740" r:id="rId17"/>
    <p:sldLayoutId id="2147483741" r:id="rId18"/>
    <p:sldLayoutId id="2147483743" r:id="rId19"/>
  </p:sldLayoutIdLst>
  <p:hf hdr="0" dt="0"/>
  <p:txStyles>
    <p:titleStyle>
      <a:lvl1pPr algn="l" rtl="0" eaLnBrk="1" fontAlgn="base" hangingPunct="1">
        <a:lnSpc>
          <a:spcPct val="100000"/>
        </a:lnSpc>
        <a:spcBef>
          <a:spcPct val="0"/>
        </a:spcBef>
        <a:spcAft>
          <a:spcPct val="0"/>
        </a:spcAft>
        <a:buFont typeface="Arial" charset="0"/>
        <a:defRPr lang="en-AU" sz="2300" kern="1200" spc="0" baseline="0" dirty="0" smtClean="0">
          <a:solidFill>
            <a:schemeClr val="tx1"/>
          </a:solidFill>
          <a:latin typeface="+mj-lt"/>
          <a:ea typeface="Arial" pitchFamily="-105" charset="-52"/>
          <a:cs typeface="Arial" pitchFamily="34" charset="0"/>
        </a:defRPr>
      </a:lvl1pPr>
      <a:lvl2pPr algn="l" rtl="0" eaLnBrk="1" fontAlgn="base" hangingPunct="1">
        <a:lnSpc>
          <a:spcPts val="2600"/>
        </a:lnSpc>
        <a:spcBef>
          <a:spcPct val="0"/>
        </a:spcBef>
        <a:spcAft>
          <a:spcPct val="0"/>
        </a:spcAft>
        <a:buFont typeface="Arial" charset="0"/>
        <a:defRPr sz="2400">
          <a:solidFill>
            <a:schemeClr val="tx1"/>
          </a:solidFill>
          <a:latin typeface="Arial" pitchFamily="-105" charset="-52"/>
          <a:ea typeface="Arial" pitchFamily="-105" charset="-52"/>
          <a:cs typeface="Arial" pitchFamily="-105" charset="-52"/>
        </a:defRPr>
      </a:lvl2pPr>
      <a:lvl3pPr algn="l" rtl="0" eaLnBrk="1" fontAlgn="base" hangingPunct="1">
        <a:lnSpc>
          <a:spcPts val="2600"/>
        </a:lnSpc>
        <a:spcBef>
          <a:spcPct val="0"/>
        </a:spcBef>
        <a:spcAft>
          <a:spcPct val="0"/>
        </a:spcAft>
        <a:buFont typeface="Arial" charset="0"/>
        <a:defRPr sz="2400">
          <a:solidFill>
            <a:schemeClr val="tx1"/>
          </a:solidFill>
          <a:latin typeface="Arial" pitchFamily="-105" charset="-52"/>
          <a:ea typeface="Arial" pitchFamily="-105" charset="-52"/>
          <a:cs typeface="Arial" pitchFamily="-105" charset="-52"/>
        </a:defRPr>
      </a:lvl3pPr>
      <a:lvl4pPr algn="l" rtl="0" eaLnBrk="1" fontAlgn="base" hangingPunct="1">
        <a:lnSpc>
          <a:spcPts val="2600"/>
        </a:lnSpc>
        <a:spcBef>
          <a:spcPct val="0"/>
        </a:spcBef>
        <a:spcAft>
          <a:spcPct val="0"/>
        </a:spcAft>
        <a:buFont typeface="Arial" charset="0"/>
        <a:defRPr sz="2400">
          <a:solidFill>
            <a:schemeClr val="tx1"/>
          </a:solidFill>
          <a:latin typeface="Arial" pitchFamily="-105" charset="-52"/>
          <a:ea typeface="Arial" pitchFamily="-105" charset="-52"/>
          <a:cs typeface="Arial" pitchFamily="-105" charset="-52"/>
        </a:defRPr>
      </a:lvl4pPr>
      <a:lvl5pPr algn="l" rtl="0" eaLnBrk="1" fontAlgn="base" hangingPunct="1">
        <a:lnSpc>
          <a:spcPts val="2600"/>
        </a:lnSpc>
        <a:spcBef>
          <a:spcPct val="0"/>
        </a:spcBef>
        <a:spcAft>
          <a:spcPct val="0"/>
        </a:spcAft>
        <a:buFont typeface="Arial" charset="0"/>
        <a:defRPr sz="2400">
          <a:solidFill>
            <a:schemeClr val="tx1"/>
          </a:solidFill>
          <a:latin typeface="Arial" pitchFamily="-105" charset="-52"/>
          <a:ea typeface="Arial" pitchFamily="-105" charset="-52"/>
          <a:cs typeface="Arial" pitchFamily="-105" charset="-52"/>
        </a:defRPr>
      </a:lvl5pPr>
      <a:lvl6pPr marL="457200"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6pPr>
      <a:lvl7pPr marL="914400"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7pPr>
      <a:lvl8pPr marL="1371600"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8pPr>
      <a:lvl9pPr marL="1828800"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9pPr>
    </p:titleStyle>
    <p:bodyStyle>
      <a:lvl1pPr marL="176213" indent="-176213" algn="l" rtl="0" eaLnBrk="1" fontAlgn="base" hangingPunct="1">
        <a:spcBef>
          <a:spcPts val="600"/>
        </a:spcBef>
        <a:spcAft>
          <a:spcPct val="0"/>
        </a:spcAft>
        <a:buFont typeface="Arial" pitchFamily="34" charset="0"/>
        <a:buChar char="•"/>
        <a:defRPr sz="1600" kern="1200">
          <a:solidFill>
            <a:schemeClr val="tx2"/>
          </a:solidFill>
          <a:latin typeface="+mn-lt"/>
          <a:ea typeface="Arial" pitchFamily="-105" charset="-52"/>
          <a:cs typeface="Arial" pitchFamily="34" charset="0"/>
        </a:defRPr>
      </a:lvl1pPr>
      <a:lvl2pPr marL="361950" indent="-185738" algn="l" rtl="0" eaLnBrk="1" fontAlgn="base" hangingPunct="1">
        <a:spcBef>
          <a:spcPts val="600"/>
        </a:spcBef>
        <a:spcAft>
          <a:spcPct val="0"/>
        </a:spcAft>
        <a:buFont typeface="Arial" pitchFamily="34" charset="0"/>
        <a:buChar char="–"/>
        <a:defRPr sz="1600" kern="1200">
          <a:solidFill>
            <a:schemeClr val="tx2"/>
          </a:solidFill>
          <a:latin typeface="+mn-lt"/>
          <a:ea typeface="Arial" pitchFamily="-105" charset="-52"/>
          <a:cs typeface="Arial" pitchFamily="34" charset="0"/>
        </a:defRPr>
      </a:lvl2pPr>
      <a:lvl3pPr marL="538163" indent="-176213" algn="l" rtl="0" eaLnBrk="1" fontAlgn="base" hangingPunct="1">
        <a:spcBef>
          <a:spcPts val="600"/>
        </a:spcBef>
        <a:spcAft>
          <a:spcPct val="0"/>
        </a:spcAft>
        <a:buFont typeface="Arial" pitchFamily="34" charset="0"/>
        <a:buChar char="•"/>
        <a:defRPr sz="1600" kern="1200">
          <a:solidFill>
            <a:schemeClr val="tx2"/>
          </a:solidFill>
          <a:latin typeface="+mn-lt"/>
          <a:ea typeface="Arial" pitchFamily="-105" charset="-52"/>
          <a:cs typeface="Arial" pitchFamily="34" charset="0"/>
        </a:defRPr>
      </a:lvl3pPr>
      <a:lvl4pPr marL="715963" indent="-177800" algn="l" rtl="0" eaLnBrk="1" fontAlgn="base" hangingPunct="1">
        <a:spcBef>
          <a:spcPts val="600"/>
        </a:spcBef>
        <a:spcAft>
          <a:spcPct val="0"/>
        </a:spcAft>
        <a:buFont typeface="Arial" pitchFamily="34" charset="0"/>
        <a:buChar char="–"/>
        <a:defRPr sz="1600" kern="1200">
          <a:solidFill>
            <a:schemeClr val="tx2"/>
          </a:solidFill>
          <a:latin typeface="+mn-lt"/>
          <a:ea typeface="Arial" pitchFamily="-105" charset="-52"/>
          <a:cs typeface="Arial" pitchFamily="34" charset="0"/>
        </a:defRPr>
      </a:lvl4pPr>
      <a:lvl5pPr marL="900113" indent="-184150" algn="l" rtl="0" eaLnBrk="1" fontAlgn="base" hangingPunct="1">
        <a:spcBef>
          <a:spcPts val="600"/>
        </a:spcBef>
        <a:spcAft>
          <a:spcPct val="0"/>
        </a:spcAft>
        <a:buFont typeface="Arial" pitchFamily="34" charset="0"/>
        <a:buChar char="•"/>
        <a:defRPr sz="1600" kern="1200">
          <a:solidFill>
            <a:schemeClr val="tx2"/>
          </a:solidFill>
          <a:latin typeface="+mn-lt"/>
          <a:ea typeface="Arial" pitchFamily="-105" charset="-52"/>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1.xml"/><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643885" y="178446"/>
            <a:ext cx="10511492" cy="862382"/>
          </a:xfrm>
        </p:spPr>
        <p:txBody>
          <a:bodyPr>
            <a:normAutofit/>
          </a:bodyPr>
          <a:lstStyle/>
          <a:p>
            <a:r>
              <a:rPr lang="en-US" dirty="0">
                <a:solidFill>
                  <a:schemeClr val="accent1"/>
                </a:solidFill>
              </a:rPr>
              <a:t>Claims</a:t>
            </a:r>
            <a:r>
              <a:rPr lang="en-US" dirty="0"/>
              <a:t> </a:t>
            </a:r>
            <a:r>
              <a:rPr lang="en-US" dirty="0">
                <a:solidFill>
                  <a:schemeClr val="accent1"/>
                </a:solidFill>
              </a:rPr>
              <a:t>Application Heat Map</a:t>
            </a:r>
          </a:p>
        </p:txBody>
      </p:sp>
      <p:pic>
        <p:nvPicPr>
          <p:cNvPr id="2" name="Picture 1">
            <a:extLst>
              <a:ext uri="{FF2B5EF4-FFF2-40B4-BE49-F238E27FC236}">
                <a16:creationId xmlns:a16="http://schemas.microsoft.com/office/drawing/2014/main" id="{6278BAAA-77CA-4D06-8682-9578F2E57000}"/>
              </a:ext>
            </a:extLst>
          </p:cNvPr>
          <p:cNvPicPr>
            <a:picLocks noChangeAspect="1"/>
          </p:cNvPicPr>
          <p:nvPr/>
        </p:nvPicPr>
        <p:blipFill>
          <a:blip r:embed="rId3"/>
          <a:stretch>
            <a:fillRect/>
          </a:stretch>
        </p:blipFill>
        <p:spPr>
          <a:xfrm>
            <a:off x="561822" y="1275644"/>
            <a:ext cx="10842934" cy="5429957"/>
          </a:xfrm>
          <a:prstGeom prst="rect">
            <a:avLst/>
          </a:prstGeom>
        </p:spPr>
      </p:pic>
    </p:spTree>
    <p:extLst>
      <p:ext uri="{BB962C8B-B14F-4D97-AF65-F5344CB8AC3E}">
        <p14:creationId xmlns:p14="http://schemas.microsoft.com/office/powerpoint/2010/main" val="42488205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AA1471-EF17-4730-9ADC-A78868DA5231}"/>
              </a:ext>
            </a:extLst>
          </p:cNvPr>
          <p:cNvSpPr>
            <a:spLocks noGrp="1"/>
          </p:cNvSpPr>
          <p:nvPr>
            <p:ph type="title"/>
          </p:nvPr>
        </p:nvSpPr>
        <p:spPr/>
        <p:txBody>
          <a:bodyPr/>
          <a:lstStyle/>
          <a:p>
            <a:r>
              <a:rPr lang="en-US" dirty="0"/>
              <a:t>Applications</a:t>
            </a:r>
          </a:p>
        </p:txBody>
      </p:sp>
      <p:sp>
        <p:nvSpPr>
          <p:cNvPr id="4" name="Content Placeholder 3">
            <a:extLst>
              <a:ext uri="{FF2B5EF4-FFF2-40B4-BE49-F238E27FC236}">
                <a16:creationId xmlns:a16="http://schemas.microsoft.com/office/drawing/2014/main" id="{D747D2E1-6292-4645-A715-378CAD4E1880}"/>
              </a:ext>
            </a:extLst>
          </p:cNvPr>
          <p:cNvSpPr>
            <a:spLocks noGrp="1"/>
          </p:cNvSpPr>
          <p:nvPr>
            <p:ph idx="1"/>
          </p:nvPr>
        </p:nvSpPr>
        <p:spPr>
          <a:xfrm>
            <a:off x="624418" y="1282701"/>
            <a:ext cx="10943167" cy="5099050"/>
          </a:xfrm>
          <a:ln>
            <a:solidFill>
              <a:schemeClr val="tx1"/>
            </a:solidFill>
          </a:ln>
        </p:spPr>
        <p:txBody>
          <a:bodyPr/>
          <a:lstStyle/>
          <a:p>
            <a:pPr algn="just"/>
            <a:r>
              <a:rPr lang="en-US" sz="1700" b="1" dirty="0">
                <a:latin typeface="Calibri" panose="020F0502020204030204" pitchFamily="34" charset="0"/>
              </a:rPr>
              <a:t>BAM</a:t>
            </a:r>
            <a:r>
              <a:rPr lang="en-US" sz="1700" dirty="0">
                <a:latin typeface="Calibri" panose="020F0502020204030204" pitchFamily="34" charset="0"/>
              </a:rPr>
              <a:t> - Blue Access for Members Portal (BAM Portal) is a web-based application that allows members to access coverage and claim information on the internet. Registered member use this tool to view information specific to their claims and membership and perform various functions like status of the claim, coverage plan or requesting for temporary ID card or finding a doctor/hospital. Accessibility and features are available to both, the subscriber and the members.</a:t>
            </a:r>
          </a:p>
          <a:p>
            <a:pPr algn="just"/>
            <a:r>
              <a:rPr lang="en-US" sz="1700" b="1" dirty="0">
                <a:latin typeface="Calibri" panose="020F0502020204030204" pitchFamily="34" charset="0"/>
              </a:rPr>
              <a:t>BINQ</a:t>
            </a:r>
            <a:r>
              <a:rPr lang="en-US" sz="1700" dirty="0">
                <a:latin typeface="Calibri" panose="020F0502020204030204" pitchFamily="34" charset="0"/>
              </a:rPr>
              <a:t> - The Benefit &amp; Utilization Inquiry service provides insurance benefits and claims information to their consumers. BINQ is a message resource which provides data across number of access channels that needs contract/benefit information. These access channels are the web portals as well as they are consumers to BINQ. </a:t>
            </a:r>
          </a:p>
          <a:p>
            <a:pPr algn="just"/>
            <a:r>
              <a:rPr lang="en-US" sz="1700" b="1" dirty="0">
                <a:latin typeface="Calibri" panose="020F0502020204030204" pitchFamily="34" charset="0"/>
              </a:rPr>
              <a:t>CINQ </a:t>
            </a:r>
            <a:r>
              <a:rPr lang="en-US" sz="1700" dirty="0">
                <a:latin typeface="Calibri" panose="020F0502020204030204" pitchFamily="34" charset="0"/>
              </a:rPr>
              <a:t>- The Claim Inquiry Service is an effort to implement a web-based service to allow applications to inquire upon Claims data, as well to the implement a Claim Inquiry GUI that will be used by Customer Advocates and Claims Processors in the Full Service Units (FSU).  </a:t>
            </a:r>
          </a:p>
          <a:p>
            <a:pPr algn="just"/>
            <a:r>
              <a:rPr lang="en-US" sz="1700" b="1" dirty="0">
                <a:latin typeface="Calibri" panose="020F0502020204030204" pitchFamily="34" charset="0"/>
              </a:rPr>
              <a:t>CASS</a:t>
            </a:r>
            <a:r>
              <a:rPr lang="en-US" sz="1700" dirty="0"/>
              <a:t> </a:t>
            </a:r>
            <a:r>
              <a:rPr lang="en-US" sz="1700" dirty="0">
                <a:latin typeface="Calibri" panose="020F0502020204030204" pitchFamily="34" charset="0"/>
              </a:rPr>
              <a:t>- The Claim Accums Summary Service (CASS) is used to provide Accums total values on plan deductibles and benefit limits. Accumulators are the method of precisely collecting and calculating total claim dollar values against plan deductibles and benefit limits.</a:t>
            </a:r>
          </a:p>
          <a:p>
            <a:pPr algn="just"/>
            <a:r>
              <a:rPr lang="en-US" sz="1700" b="1" dirty="0">
                <a:latin typeface="Calibri" panose="020F0502020204030204" pitchFamily="34" charset="0"/>
              </a:rPr>
              <a:t>Claim GUI </a:t>
            </a:r>
            <a:r>
              <a:rPr lang="en-US" sz="1700" dirty="0">
                <a:latin typeface="Calibri" panose="020F0502020204030204" pitchFamily="34" charset="0"/>
              </a:rPr>
              <a:t>- Claims GUI is the replacement of Inquiry process in Legacy system. It's the replacement for IMNU and GMNU screens. IMNU and GMNU are mainframe processes. IMNU has the inquiry process whereas the GMNU has the adjudication process. The inquiry process for the Claims GUI is currently in production, and not the adjudication process. The application is not meant for members or providers information. It's meant to provide Claims information. </a:t>
            </a: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dirty="0"/>
          </a:p>
        </p:txBody>
      </p:sp>
    </p:spTree>
    <p:extLst>
      <p:ext uri="{BB962C8B-B14F-4D97-AF65-F5344CB8AC3E}">
        <p14:creationId xmlns:p14="http://schemas.microsoft.com/office/powerpoint/2010/main" val="5175362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AA1471-EF17-4730-9ADC-A78868DA5231}"/>
              </a:ext>
            </a:extLst>
          </p:cNvPr>
          <p:cNvSpPr>
            <a:spLocks noGrp="1"/>
          </p:cNvSpPr>
          <p:nvPr>
            <p:ph type="title"/>
          </p:nvPr>
        </p:nvSpPr>
        <p:spPr/>
        <p:txBody>
          <a:bodyPr/>
          <a:lstStyle/>
          <a:p>
            <a:r>
              <a:rPr lang="en-US" dirty="0"/>
              <a:t>Applications</a:t>
            </a:r>
          </a:p>
        </p:txBody>
      </p:sp>
      <p:sp>
        <p:nvSpPr>
          <p:cNvPr id="4" name="Content Placeholder 3">
            <a:extLst>
              <a:ext uri="{FF2B5EF4-FFF2-40B4-BE49-F238E27FC236}">
                <a16:creationId xmlns:a16="http://schemas.microsoft.com/office/drawing/2014/main" id="{D747D2E1-6292-4645-A715-378CAD4E1880}"/>
              </a:ext>
            </a:extLst>
          </p:cNvPr>
          <p:cNvSpPr>
            <a:spLocks noGrp="1"/>
          </p:cNvSpPr>
          <p:nvPr>
            <p:ph idx="1"/>
          </p:nvPr>
        </p:nvSpPr>
        <p:spPr>
          <a:xfrm>
            <a:off x="624418" y="1282701"/>
            <a:ext cx="10943167" cy="5099050"/>
          </a:xfrm>
          <a:ln>
            <a:solidFill>
              <a:schemeClr val="tx1"/>
            </a:solidFill>
          </a:ln>
        </p:spPr>
        <p:txBody>
          <a:bodyPr/>
          <a:lstStyle/>
          <a:p>
            <a:pPr algn="just"/>
            <a:r>
              <a:rPr lang="en-US" sz="1700" b="1" dirty="0">
                <a:latin typeface="Calibri" panose="020F0502020204030204" pitchFamily="34" charset="0"/>
              </a:rPr>
              <a:t>Blue Chip Inquiry - Legacy</a:t>
            </a:r>
            <a:r>
              <a:rPr lang="en-US" sz="1700" dirty="0">
                <a:latin typeface="Calibri" panose="020F0502020204030204" pitchFamily="34" charset="0"/>
              </a:rPr>
              <a:t> - The Blue Chip Inquiry system is the tool used by internal and external customers to view claim status and information for claims processed or adjusted in the Blue Chip claims system. </a:t>
            </a:r>
          </a:p>
          <a:p>
            <a:pPr algn="just"/>
            <a:r>
              <a:rPr lang="en-US" sz="1700" b="1" dirty="0">
                <a:latin typeface="Calibri" panose="020F0502020204030204" pitchFamily="34" charset="0"/>
              </a:rPr>
              <a:t>ECLAIMS</a:t>
            </a:r>
            <a:r>
              <a:rPr lang="en-US" sz="1700" dirty="0"/>
              <a:t> </a:t>
            </a:r>
            <a:r>
              <a:rPr lang="en-US" sz="1700" dirty="0">
                <a:latin typeface="Calibri" panose="020F0502020204030204" pitchFamily="34" charset="0"/>
              </a:rPr>
              <a:t>- ECLAIMS system originated as a separate clearing house application that routed claims from many source. ECLAIMS is not an HCSC BCBS application. The main function of this application is to receive the claims sent in by the providers and make sure it is correctly routed to claim processing system for it to get processed in timely manner.</a:t>
            </a:r>
          </a:p>
          <a:p>
            <a:pPr algn="just"/>
            <a:r>
              <a:rPr lang="en-US" sz="1700" b="1" dirty="0">
                <a:latin typeface="Calibri" panose="020F0502020204030204" pitchFamily="34" charset="0"/>
              </a:rPr>
              <a:t>CFE</a:t>
            </a:r>
            <a:r>
              <a:rPr lang="en-US" sz="1700" dirty="0">
                <a:latin typeface="Calibri" panose="020F0502020204030204" pitchFamily="34" charset="0"/>
              </a:rPr>
              <a:t> - Claims Front End (CFE) is the web portal where claims are input, sorted in queues, and fed to the mainframe application for processing. Claim information is verified and checked to make sure RTIS (the mainframe app) can process it and begin the adjudication process.</a:t>
            </a:r>
          </a:p>
          <a:p>
            <a:pPr algn="just"/>
            <a:r>
              <a:rPr lang="en-US" sz="1700" b="1" dirty="0">
                <a:latin typeface="Calibri" panose="020F0502020204030204" pitchFamily="34" charset="0"/>
              </a:rPr>
              <a:t>RTIS </a:t>
            </a:r>
            <a:r>
              <a:rPr lang="en-US" sz="1700" dirty="0">
                <a:latin typeface="Calibri" panose="020F0502020204030204" pitchFamily="34" charset="0"/>
              </a:rPr>
              <a:t>- Real Time Input System is a real-time queue based input - feed from Enterprise/Claim Front End (CFE/EFE) which replaces/ retires the BIS batch claim load/monitoring process. The overall business objective for this application is to create a GUI that allows users to view real time statistical totals for processed, carryover, finalized, pended, rejected, recycled, registered, remaining and pend for transmission claims based on line of business, corporate indicator &amp; work item type.</a:t>
            </a:r>
          </a:p>
          <a:p>
            <a:pPr lvl="0"/>
            <a:r>
              <a:rPr lang="en-US" sz="1700" b="1" dirty="0">
                <a:latin typeface="Calibri" panose="020F0502020204030204" pitchFamily="34" charset="0"/>
              </a:rPr>
              <a:t>Blue Squared </a:t>
            </a:r>
            <a:r>
              <a:rPr lang="en-US" sz="1700" dirty="0">
                <a:latin typeface="Calibri" panose="020F0502020204030204" pitchFamily="34" charset="0"/>
              </a:rPr>
              <a:t>- Blue Squared is application of Blue Cross Blue Shield Association for maintaining the claim processing communication. Blue Squared is a real-time, web-based, service capable application that delivers key business solutions to support the National Account strategy.</a:t>
            </a:r>
          </a:p>
          <a:p>
            <a:pPr lvl="0"/>
            <a:endParaRPr lang="en-US" sz="1700"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marL="0" indent="0" algn="just">
              <a:buNone/>
            </a:pPr>
            <a:endParaRPr lang="en-US" sz="1600" dirty="0">
              <a:latin typeface="Calibri" panose="020F0502020204030204" pitchFamily="34" charset="0"/>
            </a:endParaRPr>
          </a:p>
          <a:p>
            <a:pPr algn="just"/>
            <a:endParaRPr lang="en-US" sz="1600" b="1"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dirty="0"/>
          </a:p>
        </p:txBody>
      </p:sp>
    </p:spTree>
    <p:extLst>
      <p:ext uri="{BB962C8B-B14F-4D97-AF65-F5344CB8AC3E}">
        <p14:creationId xmlns:p14="http://schemas.microsoft.com/office/powerpoint/2010/main" val="1014421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AA1471-EF17-4730-9ADC-A78868DA5231}"/>
              </a:ext>
            </a:extLst>
          </p:cNvPr>
          <p:cNvSpPr>
            <a:spLocks noGrp="1"/>
          </p:cNvSpPr>
          <p:nvPr>
            <p:ph type="title"/>
          </p:nvPr>
        </p:nvSpPr>
        <p:spPr/>
        <p:txBody>
          <a:bodyPr/>
          <a:lstStyle/>
          <a:p>
            <a:r>
              <a:rPr lang="en-US" dirty="0"/>
              <a:t>Applications</a:t>
            </a:r>
          </a:p>
        </p:txBody>
      </p:sp>
      <p:sp>
        <p:nvSpPr>
          <p:cNvPr id="4" name="Content Placeholder 3">
            <a:extLst>
              <a:ext uri="{FF2B5EF4-FFF2-40B4-BE49-F238E27FC236}">
                <a16:creationId xmlns:a16="http://schemas.microsoft.com/office/drawing/2014/main" id="{D747D2E1-6292-4645-A715-378CAD4E1880}"/>
              </a:ext>
            </a:extLst>
          </p:cNvPr>
          <p:cNvSpPr>
            <a:spLocks noGrp="1"/>
          </p:cNvSpPr>
          <p:nvPr>
            <p:ph idx="1"/>
          </p:nvPr>
        </p:nvSpPr>
        <p:spPr>
          <a:xfrm>
            <a:off x="624418" y="1282701"/>
            <a:ext cx="10943167" cy="5099050"/>
          </a:xfrm>
          <a:ln>
            <a:solidFill>
              <a:schemeClr val="tx1"/>
            </a:solidFill>
          </a:ln>
        </p:spPr>
        <p:txBody>
          <a:bodyPr/>
          <a:lstStyle/>
          <a:p>
            <a:pPr algn="just"/>
            <a:r>
              <a:rPr lang="en-US" sz="1700" b="1" dirty="0">
                <a:latin typeface="Calibri" panose="020F0502020204030204" pitchFamily="34" charset="0"/>
              </a:rPr>
              <a:t>LABOR </a:t>
            </a:r>
            <a:r>
              <a:rPr lang="en-US" sz="1700" dirty="0">
                <a:latin typeface="Calibri" panose="020F0502020204030204" pitchFamily="34" charset="0"/>
              </a:rPr>
              <a:t>- Labor Systems were created to accommodate the number of Labor Funds that have independent benefits and membership, yet wanted to take advantage of Health Care Service Corporation's (HCSC) pricing and discounting benefits. Labor Funds are unions that have an administrative agreement with HCSC to process claims.</a:t>
            </a:r>
          </a:p>
          <a:p>
            <a:pPr algn="just"/>
            <a:r>
              <a:rPr lang="en-US" sz="1700" b="1" dirty="0">
                <a:latin typeface="Calibri" panose="020F0502020204030204" pitchFamily="34" charset="0"/>
              </a:rPr>
              <a:t>ITS</a:t>
            </a:r>
            <a:r>
              <a:rPr lang="en-US" sz="1700" dirty="0">
                <a:latin typeface="Calibri" panose="020F0502020204030204" pitchFamily="34" charset="0"/>
              </a:rPr>
              <a:t> - ITS (</a:t>
            </a:r>
            <a:r>
              <a:rPr lang="en-US" sz="1700" dirty="0" err="1">
                <a:latin typeface="Calibri" panose="020F0502020204030204" pitchFamily="34" charset="0"/>
              </a:rPr>
              <a:t>Interplan</a:t>
            </a:r>
            <a:r>
              <a:rPr lang="en-US" sz="1700" dirty="0">
                <a:latin typeface="Calibri" panose="020F0502020204030204" pitchFamily="34" charset="0"/>
              </a:rPr>
              <a:t> Teleprocessing System) is a standard set of electronic formats, standard edits and databases, it supports claims, inquiries, membership, Provider data and financial information, and entails performance standards and reporting.</a:t>
            </a:r>
          </a:p>
          <a:p>
            <a:pPr algn="just"/>
            <a:r>
              <a:rPr lang="en-US" sz="1700" b="1" dirty="0">
                <a:latin typeface="Calibri" panose="020F0502020204030204" pitchFamily="34" charset="0"/>
              </a:rPr>
              <a:t>National Accounts </a:t>
            </a:r>
            <a:r>
              <a:rPr lang="en-US" sz="1700" dirty="0">
                <a:latin typeface="Calibri" panose="020F0502020204030204" pitchFamily="34" charset="0"/>
              </a:rPr>
              <a:t>- National Accounts is an entity with employee and/or retiree locations in more than one Licensee’s Service Area.</a:t>
            </a:r>
          </a:p>
          <a:p>
            <a:pPr algn="just"/>
            <a:r>
              <a:rPr lang="en-US" sz="1700" b="1" dirty="0">
                <a:latin typeface="Calibri" panose="020F0502020204030204" pitchFamily="34" charset="0"/>
              </a:rPr>
              <a:t>IPOR</a:t>
            </a:r>
            <a:r>
              <a:rPr lang="en-US" sz="1700" dirty="0">
                <a:latin typeface="Calibri" panose="020F0502020204030204" pitchFamily="34" charset="0"/>
              </a:rPr>
              <a:t> - IPOR is a datamart that is populated with claim data from ITS Formats database.</a:t>
            </a:r>
          </a:p>
          <a:p>
            <a:pPr algn="just"/>
            <a:r>
              <a:rPr lang="en-US" sz="1700" b="1" dirty="0">
                <a:latin typeface="Calibri" panose="020F0502020204030204" pitchFamily="34" charset="0"/>
              </a:rPr>
              <a:t>GCPS</a:t>
            </a:r>
            <a:r>
              <a:rPr lang="en-US" sz="1700" dirty="0">
                <a:latin typeface="Calibri" panose="020F0502020204030204" pitchFamily="34" charset="0"/>
              </a:rPr>
              <a:t> - Generic Contract Processing System (GCPS) represents (in code) all benefits and an exception of a contract as it is used by Blue Chip. This system maintains group contract information, used by Blue-chip to validate and adjudicate claims.</a:t>
            </a:r>
          </a:p>
          <a:p>
            <a:pPr algn="just"/>
            <a:r>
              <a:rPr lang="en-US" sz="1700" b="1" dirty="0">
                <a:latin typeface="Calibri" panose="020F0502020204030204" pitchFamily="34" charset="0"/>
              </a:rPr>
              <a:t>FEP</a:t>
            </a:r>
            <a:r>
              <a:rPr lang="en-US" sz="1700" dirty="0">
                <a:latin typeface="Calibri" panose="020F0502020204030204" pitchFamily="34" charset="0"/>
              </a:rPr>
              <a:t> - FEP (Federal Employee Program) program has a national claims system through which all FEP plans process medical claims. It applies benefits and accumulators, edits for validity and compatibility, etc., and performs the final adjudication of the claim.</a:t>
            </a:r>
          </a:p>
          <a:p>
            <a:pPr algn="just"/>
            <a:r>
              <a:rPr lang="en-US" sz="1700" b="1" dirty="0">
                <a:latin typeface="Calibri" panose="020F0502020204030204" pitchFamily="34" charset="0"/>
              </a:rPr>
              <a:t>Eligibility</a:t>
            </a:r>
            <a:r>
              <a:rPr lang="en-US" sz="1700" dirty="0">
                <a:latin typeface="Calibri" panose="020F0502020204030204" pitchFamily="34" charset="0"/>
              </a:rPr>
              <a:t> - Eligibility checks edits and validates at the beginning of the Claim processing system to ensure that the member is eligible for services being received.</a:t>
            </a:r>
          </a:p>
          <a:p>
            <a:pPr marL="0" indent="0" algn="just">
              <a:buNone/>
            </a:pPr>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marL="0" indent="0" algn="just">
              <a:buNone/>
            </a:pPr>
            <a:endParaRPr lang="en-US" sz="1600" dirty="0">
              <a:latin typeface="Calibri" panose="020F0502020204030204" pitchFamily="34" charset="0"/>
            </a:endParaRPr>
          </a:p>
          <a:p>
            <a:pPr algn="just"/>
            <a:endParaRPr lang="en-US" sz="1600" b="1"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dirty="0"/>
          </a:p>
        </p:txBody>
      </p:sp>
    </p:spTree>
    <p:extLst>
      <p:ext uri="{BB962C8B-B14F-4D97-AF65-F5344CB8AC3E}">
        <p14:creationId xmlns:p14="http://schemas.microsoft.com/office/powerpoint/2010/main" val="2932726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AA1471-EF17-4730-9ADC-A78868DA5231}"/>
              </a:ext>
            </a:extLst>
          </p:cNvPr>
          <p:cNvSpPr>
            <a:spLocks noGrp="1"/>
          </p:cNvSpPr>
          <p:nvPr>
            <p:ph type="title"/>
          </p:nvPr>
        </p:nvSpPr>
        <p:spPr/>
        <p:txBody>
          <a:bodyPr/>
          <a:lstStyle/>
          <a:p>
            <a:r>
              <a:rPr lang="en-US" dirty="0"/>
              <a:t>Applications</a:t>
            </a:r>
          </a:p>
        </p:txBody>
      </p:sp>
      <p:sp>
        <p:nvSpPr>
          <p:cNvPr id="4" name="Content Placeholder 3">
            <a:extLst>
              <a:ext uri="{FF2B5EF4-FFF2-40B4-BE49-F238E27FC236}">
                <a16:creationId xmlns:a16="http://schemas.microsoft.com/office/drawing/2014/main" id="{D747D2E1-6292-4645-A715-378CAD4E1880}"/>
              </a:ext>
            </a:extLst>
          </p:cNvPr>
          <p:cNvSpPr>
            <a:spLocks noGrp="1"/>
          </p:cNvSpPr>
          <p:nvPr>
            <p:ph idx="1"/>
          </p:nvPr>
        </p:nvSpPr>
        <p:spPr>
          <a:xfrm>
            <a:off x="624418" y="1282701"/>
            <a:ext cx="10943167" cy="5099050"/>
          </a:xfrm>
          <a:ln>
            <a:solidFill>
              <a:schemeClr val="tx1"/>
            </a:solidFill>
          </a:ln>
        </p:spPr>
        <p:txBody>
          <a:bodyPr/>
          <a:lstStyle/>
          <a:p>
            <a:pPr algn="just"/>
            <a:r>
              <a:rPr lang="en-US" sz="1700" b="1" dirty="0">
                <a:latin typeface="Calibri" panose="020F0502020204030204" pitchFamily="34" charset="0"/>
              </a:rPr>
              <a:t>Provider Network Determination </a:t>
            </a:r>
            <a:r>
              <a:rPr lang="en-US" sz="1700" dirty="0">
                <a:latin typeface="Calibri" panose="020F0502020204030204" pitchFamily="34" charset="0"/>
              </a:rPr>
              <a:t>- Provider Network Determination (PND) offers more customizable networks with multiple tiers, while leveraging relevant existing CCSP C&amp;BD Provider Networks. It provides a positive customer experience for employers and members that seek to improve quality and lower costs of health care.</a:t>
            </a:r>
          </a:p>
          <a:p>
            <a:pPr algn="just"/>
            <a:r>
              <a:rPr lang="en-US" sz="1700" b="1" dirty="0">
                <a:latin typeface="Calibri" panose="020F0502020204030204" pitchFamily="34" charset="0"/>
              </a:rPr>
              <a:t>Derivation</a:t>
            </a:r>
            <a:r>
              <a:rPr lang="en-US" dirty="0"/>
              <a:t> - </a:t>
            </a:r>
            <a:r>
              <a:rPr lang="en-US" sz="1700" dirty="0">
                <a:latin typeface="Calibri" panose="020F0502020204030204" pitchFamily="34" charset="0"/>
              </a:rPr>
              <a:t>The derivation component takes input as procedure codes and diagnosis code from service and claim line and obtains </a:t>
            </a:r>
            <a:r>
              <a:rPr lang="en-US" sz="1700" i="1" dirty="0">
                <a:latin typeface="Calibri" panose="020F0502020204030204" pitchFamily="34" charset="0"/>
              </a:rPr>
              <a:t>benefit codes, category codes, types of service </a:t>
            </a:r>
            <a:r>
              <a:rPr lang="en-US" sz="1700" dirty="0">
                <a:latin typeface="Calibri" panose="020F0502020204030204" pitchFamily="34" charset="0"/>
              </a:rPr>
              <a:t>and </a:t>
            </a:r>
            <a:r>
              <a:rPr lang="en-US" sz="1700" i="1" dirty="0">
                <a:latin typeface="Calibri" panose="020F0502020204030204" pitchFamily="34" charset="0"/>
              </a:rPr>
              <a:t>Provision IDs</a:t>
            </a:r>
            <a:r>
              <a:rPr lang="en-US" sz="1700" dirty="0">
                <a:latin typeface="Calibri" panose="020F0502020204030204" pitchFamily="34" charset="0"/>
              </a:rPr>
              <a:t> as an output.</a:t>
            </a:r>
          </a:p>
          <a:p>
            <a:pPr algn="just"/>
            <a:r>
              <a:rPr lang="en-US" sz="1700" b="1" dirty="0">
                <a:latin typeface="Calibri" panose="020F0502020204030204" pitchFamily="34" charset="0"/>
              </a:rPr>
              <a:t>BlueChip FEAKs </a:t>
            </a:r>
            <a:r>
              <a:rPr lang="en-US" sz="1700" dirty="0">
                <a:latin typeface="Calibri" panose="020F0502020204030204" pitchFamily="34" charset="0"/>
              </a:rPr>
              <a:t>- FEAK (Functional Equivalent Adjudication Key) is a system and these Keys are fields created from GCPS. FEAKs are basically Keys to the Accum Benefits that the Group wants linked together. FEAKS are used during Bluechip adjudication to help determine the utilization of benefits based on the Group’s decision. </a:t>
            </a:r>
          </a:p>
          <a:p>
            <a:pPr algn="just"/>
            <a:r>
              <a:rPr lang="en-US" sz="1700" b="1" dirty="0">
                <a:latin typeface="Calibri" panose="020F0502020204030204" pitchFamily="34" charset="0"/>
              </a:rPr>
              <a:t>Blue Transfer </a:t>
            </a:r>
            <a:r>
              <a:rPr lang="en-US" sz="1700" dirty="0">
                <a:latin typeface="Calibri" panose="020F0502020204030204" pitchFamily="34" charset="0"/>
              </a:rPr>
              <a:t>- Blue Transfer is a set of functionalities around the Pharmacy (RX) claims processing. In the Blue Transfer application the Pharmacy vendor and the HCSC are the transaction partner, they share the Accumulator Bucket and the amount is called shared </a:t>
            </a:r>
            <a:r>
              <a:rPr lang="en-US" sz="1700" dirty="0" err="1">
                <a:latin typeface="Calibri" panose="020F0502020204030204" pitchFamily="34" charset="0"/>
              </a:rPr>
              <a:t>accumes</a:t>
            </a:r>
            <a:r>
              <a:rPr lang="en-US" sz="1700" dirty="0">
                <a:latin typeface="Calibri" panose="020F0502020204030204" pitchFamily="34" charset="0"/>
              </a:rPr>
              <a:t>. </a:t>
            </a:r>
            <a:r>
              <a:rPr lang="en-US" sz="1700" b="1" dirty="0" err="1">
                <a:latin typeface="Calibri" panose="020F0502020204030204" pitchFamily="34" charset="0"/>
              </a:rPr>
              <a:t>Accumes</a:t>
            </a:r>
            <a:r>
              <a:rPr lang="en-US" sz="1700" dirty="0">
                <a:latin typeface="Calibri" panose="020F0502020204030204" pitchFamily="34" charset="0"/>
              </a:rPr>
              <a:t> are the amount collected during the Pharmacy, Behavioral, Pediatric Dental related visit some of the accumes examples are deductible, co-pay, out-of-pocket etc. </a:t>
            </a:r>
            <a:r>
              <a:rPr lang="en-US" sz="1700" b="1" dirty="0">
                <a:latin typeface="Calibri" panose="020F0502020204030204" pitchFamily="34" charset="0"/>
              </a:rPr>
              <a:t>Shared accumes</a:t>
            </a:r>
            <a:r>
              <a:rPr lang="en-US" sz="1700" dirty="0">
                <a:latin typeface="Calibri" panose="020F0502020204030204" pitchFamily="34" charset="0"/>
              </a:rPr>
              <a:t> means the accume amount will be shared by the member and by the Health Insurance Company which is clearly agreed and coded in the plan agreement and will be provided to the vendor and the amount will be collected by the vendor and will be  added in the accumulator bucket.</a:t>
            </a:r>
          </a:p>
          <a:p>
            <a:pPr algn="just"/>
            <a:r>
              <a:rPr lang="en-US" sz="1700" b="1" dirty="0">
                <a:latin typeface="Calibri" panose="020F0502020204030204" pitchFamily="34" charset="0"/>
              </a:rPr>
              <a:t>Benefit Determination </a:t>
            </a:r>
            <a:r>
              <a:rPr lang="en-US" sz="1700" dirty="0">
                <a:latin typeface="Calibri" panose="020F0502020204030204" pitchFamily="34" charset="0"/>
              </a:rPr>
              <a:t>- Benefit Determination is a part of Claims Adjudication process which happens at service level. Benefit Determination will address benefit coding limitations and create a member centric focus to allow for benefit customization and increased flexibility. </a:t>
            </a: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marL="0" indent="0" algn="just">
              <a:buNone/>
            </a:pPr>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marL="0" indent="0" algn="just">
              <a:buNone/>
            </a:pPr>
            <a:endParaRPr lang="en-US" sz="1600" dirty="0">
              <a:latin typeface="Calibri" panose="020F0502020204030204" pitchFamily="34" charset="0"/>
            </a:endParaRPr>
          </a:p>
          <a:p>
            <a:pPr algn="just"/>
            <a:endParaRPr lang="en-US" sz="1600" b="1"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dirty="0"/>
          </a:p>
        </p:txBody>
      </p:sp>
    </p:spTree>
    <p:extLst>
      <p:ext uri="{BB962C8B-B14F-4D97-AF65-F5344CB8AC3E}">
        <p14:creationId xmlns:p14="http://schemas.microsoft.com/office/powerpoint/2010/main" val="24059761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AA1471-EF17-4730-9ADC-A78868DA5231}"/>
              </a:ext>
            </a:extLst>
          </p:cNvPr>
          <p:cNvSpPr>
            <a:spLocks noGrp="1"/>
          </p:cNvSpPr>
          <p:nvPr>
            <p:ph type="title"/>
          </p:nvPr>
        </p:nvSpPr>
        <p:spPr/>
        <p:txBody>
          <a:bodyPr/>
          <a:lstStyle/>
          <a:p>
            <a:r>
              <a:rPr lang="en-US" dirty="0"/>
              <a:t>Applications</a:t>
            </a:r>
          </a:p>
        </p:txBody>
      </p:sp>
      <p:sp>
        <p:nvSpPr>
          <p:cNvPr id="4" name="Content Placeholder 3">
            <a:extLst>
              <a:ext uri="{FF2B5EF4-FFF2-40B4-BE49-F238E27FC236}">
                <a16:creationId xmlns:a16="http://schemas.microsoft.com/office/drawing/2014/main" id="{D747D2E1-6292-4645-A715-378CAD4E1880}"/>
              </a:ext>
            </a:extLst>
          </p:cNvPr>
          <p:cNvSpPr>
            <a:spLocks noGrp="1"/>
          </p:cNvSpPr>
          <p:nvPr>
            <p:ph idx="1"/>
          </p:nvPr>
        </p:nvSpPr>
        <p:spPr>
          <a:xfrm>
            <a:off x="624418" y="1282701"/>
            <a:ext cx="10943167" cy="5099050"/>
          </a:xfrm>
          <a:ln>
            <a:solidFill>
              <a:schemeClr val="tx1"/>
            </a:solidFill>
          </a:ln>
        </p:spPr>
        <p:txBody>
          <a:bodyPr/>
          <a:lstStyle/>
          <a:p>
            <a:pPr algn="just"/>
            <a:r>
              <a:rPr lang="en-US" sz="1700" b="1" dirty="0">
                <a:latin typeface="Calibri" panose="020F0502020204030204" pitchFamily="34" charset="0"/>
              </a:rPr>
              <a:t>Claim Lock </a:t>
            </a:r>
            <a:r>
              <a:rPr lang="en-US" sz="1700" dirty="0">
                <a:latin typeface="Calibri" panose="020F0502020204030204" pitchFamily="34" charset="0"/>
              </a:rPr>
              <a:t>- The Claim Lock system is a mechanism to aid in the investigation of fraud and abuse of claims and to ensure that claims are being paid correctly. The system allows values to be assigned up to ten predefined data fields. Once a value or values have been assigned the lock is created. </a:t>
            </a:r>
          </a:p>
          <a:p>
            <a:pPr algn="just"/>
            <a:r>
              <a:rPr lang="en-US" sz="1700" b="1" dirty="0">
                <a:latin typeface="Calibri" panose="020F0502020204030204" pitchFamily="34" charset="0"/>
              </a:rPr>
              <a:t>Dup Check </a:t>
            </a:r>
            <a:r>
              <a:rPr lang="en-US" sz="1700" dirty="0">
                <a:latin typeface="Calibri" panose="020F0502020204030204" pitchFamily="34" charset="0"/>
              </a:rPr>
              <a:t>- This component be used by operators to investigate claims pended as potential duplicates by the DuplicateCheck (DuCk) Validate Duplicate Service.  Operators will be able to deny duplicate claims, allow non-duplicates to continue processing, or pend the claim again for further investigation.</a:t>
            </a:r>
          </a:p>
          <a:p>
            <a:pPr algn="just"/>
            <a:r>
              <a:rPr lang="en-US" sz="1700" b="1" dirty="0">
                <a:latin typeface="Calibri" panose="020F0502020204030204" pitchFamily="34" charset="0"/>
              </a:rPr>
              <a:t>COB</a:t>
            </a:r>
            <a:r>
              <a:rPr lang="en-US" sz="1700" dirty="0">
                <a:latin typeface="Calibri" panose="020F0502020204030204" pitchFamily="34" charset="0"/>
              </a:rPr>
              <a:t> - Co-ordination Of Benefits: Determining the order in other words methods of determining which benefits needs to be paid if the member has two or more policies in different companies.</a:t>
            </a:r>
          </a:p>
          <a:p>
            <a:pPr algn="just"/>
            <a:r>
              <a:rPr lang="en-US" sz="1700" b="1" dirty="0">
                <a:latin typeface="Calibri" panose="020F0502020204030204" pitchFamily="34" charset="0"/>
              </a:rPr>
              <a:t>BOS</a:t>
            </a:r>
            <a:r>
              <a:rPr lang="en-US" sz="1700" dirty="0">
                <a:latin typeface="Calibri" panose="020F0502020204030204" pitchFamily="34" charset="0"/>
              </a:rPr>
              <a:t> - The Batch Output System (BOS) / Super Handler component is a set of Post-Adjudication functions that serve as an edit and interface to other Blue Chip and “backend” (non-Blue Chip) functions. Claims are released into the BOS function after they are successfully processed through the Blue Chip Adjudication system. </a:t>
            </a:r>
          </a:p>
          <a:p>
            <a:r>
              <a:rPr lang="en-US" sz="1700" b="1" dirty="0">
                <a:latin typeface="Calibri" panose="020F0502020204030204" pitchFamily="34" charset="0"/>
              </a:rPr>
              <a:t>Notification</a:t>
            </a:r>
            <a:r>
              <a:rPr lang="en-US" sz="1700" dirty="0">
                <a:latin typeface="Calibri" panose="020F0502020204030204" pitchFamily="34" charset="0"/>
              </a:rPr>
              <a:t> - Set of reports to provide an audit trail related to the various types of claims and the processing of those claims.</a:t>
            </a:r>
          </a:p>
          <a:p>
            <a:pPr lvl="0"/>
            <a:r>
              <a:rPr lang="en-US" sz="1700" b="1" dirty="0">
                <a:latin typeface="Calibri" panose="020F0502020204030204" pitchFamily="34" charset="0"/>
              </a:rPr>
              <a:t>LEGS </a:t>
            </a:r>
            <a:r>
              <a:rPr lang="en-US" sz="1700" dirty="0">
                <a:latin typeface="Calibri" panose="020F0502020204030204" pitchFamily="34" charset="0"/>
              </a:rPr>
              <a:t>- Letter Extract Generation System, </a:t>
            </a:r>
            <a:r>
              <a:rPr lang="en-US" sz="1700" b="1" dirty="0">
                <a:latin typeface="Calibri" panose="020F0502020204030204" pitchFamily="34" charset="0"/>
              </a:rPr>
              <a:t>LIPS - </a:t>
            </a:r>
            <a:r>
              <a:rPr lang="en-US" sz="1700" dirty="0">
                <a:latin typeface="Calibri" panose="020F0502020204030204" pitchFamily="34" charset="0"/>
              </a:rPr>
              <a:t>Letter Inquiry Processing System - LEGS &amp; LIPS are automated letter writing systems which assist the customer service representatives produce quality written correspondence. The letters generated from LEGS are related to specific claim situations and are sent to the operational service center (OSC) for distribution.  The letters generated from LIPS cover other situations that are not covered by LEGS and are sent to the FSU or the OSC for distribution.</a:t>
            </a:r>
          </a:p>
          <a:p>
            <a:pPr lvl="0"/>
            <a:endParaRPr lang="en-US" dirty="0"/>
          </a:p>
          <a:p>
            <a:endParaRPr lang="en-US" sz="1700" dirty="0">
              <a:latin typeface="Calibri" panose="020F0502020204030204" pitchFamily="34" charset="0"/>
            </a:endParaRPr>
          </a:p>
          <a:p>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marL="0" indent="0" algn="just">
              <a:buNone/>
            </a:pPr>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marL="0" indent="0" algn="just">
              <a:buNone/>
            </a:pPr>
            <a:endParaRPr lang="en-US" sz="1600" dirty="0">
              <a:latin typeface="Calibri" panose="020F0502020204030204" pitchFamily="34" charset="0"/>
            </a:endParaRPr>
          </a:p>
          <a:p>
            <a:pPr algn="just"/>
            <a:endParaRPr lang="en-US" sz="1600" b="1"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dirty="0"/>
          </a:p>
        </p:txBody>
      </p:sp>
    </p:spTree>
    <p:extLst>
      <p:ext uri="{BB962C8B-B14F-4D97-AF65-F5344CB8AC3E}">
        <p14:creationId xmlns:p14="http://schemas.microsoft.com/office/powerpoint/2010/main" val="11651017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AA1471-EF17-4730-9ADC-A78868DA5231}"/>
              </a:ext>
            </a:extLst>
          </p:cNvPr>
          <p:cNvSpPr>
            <a:spLocks noGrp="1"/>
          </p:cNvSpPr>
          <p:nvPr>
            <p:ph type="title"/>
          </p:nvPr>
        </p:nvSpPr>
        <p:spPr/>
        <p:txBody>
          <a:bodyPr/>
          <a:lstStyle/>
          <a:p>
            <a:r>
              <a:rPr lang="en-US" dirty="0"/>
              <a:t>Applications</a:t>
            </a:r>
          </a:p>
        </p:txBody>
      </p:sp>
      <p:sp>
        <p:nvSpPr>
          <p:cNvPr id="4" name="Content Placeholder 3">
            <a:extLst>
              <a:ext uri="{FF2B5EF4-FFF2-40B4-BE49-F238E27FC236}">
                <a16:creationId xmlns:a16="http://schemas.microsoft.com/office/drawing/2014/main" id="{D747D2E1-6292-4645-A715-378CAD4E1880}"/>
              </a:ext>
            </a:extLst>
          </p:cNvPr>
          <p:cNvSpPr>
            <a:spLocks noGrp="1"/>
          </p:cNvSpPr>
          <p:nvPr>
            <p:ph idx="1"/>
          </p:nvPr>
        </p:nvSpPr>
        <p:spPr>
          <a:xfrm>
            <a:off x="624418" y="1282701"/>
            <a:ext cx="10943167" cy="5099050"/>
          </a:xfrm>
          <a:ln>
            <a:solidFill>
              <a:schemeClr val="tx1"/>
            </a:solidFill>
          </a:ln>
        </p:spPr>
        <p:txBody>
          <a:bodyPr/>
          <a:lstStyle/>
          <a:p>
            <a:pPr algn="just"/>
            <a:r>
              <a:rPr lang="en-US" sz="1700" b="1" dirty="0">
                <a:latin typeface="Calibri" panose="020F0502020204030204" pitchFamily="34" charset="0"/>
              </a:rPr>
              <a:t>EOB </a:t>
            </a:r>
            <a:r>
              <a:rPr lang="en-US" sz="1700" dirty="0">
                <a:latin typeface="Calibri" panose="020F0502020204030204" pitchFamily="34" charset="0"/>
              </a:rPr>
              <a:t>- EOB describes the receipt of the claim benefits which creates the notifications (either in printable format or VDR-View direct reports) for the subscriber/Member only for the finalized claims (Paid/Rejected status &amp; not for Pended claims).</a:t>
            </a:r>
          </a:p>
          <a:p>
            <a:pPr algn="just"/>
            <a:r>
              <a:rPr lang="en-US" sz="1700" b="1" dirty="0">
                <a:latin typeface="Calibri" panose="020F0502020204030204" pitchFamily="34" charset="0"/>
              </a:rPr>
              <a:t>CDHP Web Service Processor </a:t>
            </a:r>
            <a:r>
              <a:rPr lang="en-US" sz="1700" dirty="0">
                <a:latin typeface="Calibri" panose="020F0502020204030204" pitchFamily="34" charset="0"/>
              </a:rPr>
              <a:t>- CDHP (Consumer Driven Health Plan) Web Service Processor is the system that processes web services meant for sending claims information to and receiving pharmaceutical information from external PBM (Pharmacy Benefit Manager) vendors. </a:t>
            </a:r>
          </a:p>
          <a:p>
            <a:pPr algn="just"/>
            <a:r>
              <a:rPr lang="en-US" sz="1700" b="1" dirty="0">
                <a:latin typeface="Calibri" panose="020F0502020204030204" pitchFamily="34" charset="0"/>
              </a:rPr>
              <a:t>CDHP HCA Processor </a:t>
            </a:r>
            <a:r>
              <a:rPr lang="en-US" sz="1700" dirty="0">
                <a:latin typeface="Calibri" panose="020F0502020204030204" pitchFamily="34" charset="0"/>
              </a:rPr>
              <a:t>- HCA(Health Care Account) processor process all transactions to update HCA balance. It handles all the inbound and outbound updates with the external PBMs (pharmacy benefits manager).</a:t>
            </a:r>
          </a:p>
          <a:p>
            <a:pPr algn="just"/>
            <a:r>
              <a:rPr lang="en-US" sz="1700" b="1" dirty="0">
                <a:latin typeface="Calibri" panose="020F0502020204030204" pitchFamily="34" charset="0"/>
              </a:rPr>
              <a:t>YIPN</a:t>
            </a:r>
            <a:r>
              <a:rPr lang="en-US" sz="1700" dirty="0">
                <a:latin typeface="Calibri" panose="020F0502020204030204" pitchFamily="34" charset="0"/>
              </a:rPr>
              <a:t> - YIPN allows application supervisors to assign claims pages to users so that users can login and select the pages they would like to work on. User can also see the results of the worked pages on screen. YIPN is called from Paperless Inventory application (PI).</a:t>
            </a:r>
          </a:p>
          <a:p>
            <a:r>
              <a:rPr lang="en-US" sz="1700" b="1" dirty="0">
                <a:latin typeface="Calibri" panose="020F0502020204030204" pitchFamily="34" charset="0"/>
              </a:rPr>
              <a:t>Paperless Inventory </a:t>
            </a:r>
            <a:r>
              <a:rPr lang="en-US" sz="1700" dirty="0">
                <a:latin typeface="Calibri" panose="020F0502020204030204" pitchFamily="34" charset="0"/>
              </a:rPr>
              <a:t>- Paperless Inventory (PI) is a claims inventory distribution application that automatically allows for the assignment  of various inventory types by business days. Distributes work based on predefined criteria set up by supervisors and administrators and Retrieves claims for processing. </a:t>
            </a:r>
          </a:p>
          <a:p>
            <a:r>
              <a:rPr lang="en-US" sz="1700" b="1" dirty="0">
                <a:latin typeface="Calibri" panose="020F0502020204030204" pitchFamily="34" charset="0"/>
              </a:rPr>
              <a:t>Lumping</a:t>
            </a:r>
            <a:r>
              <a:rPr lang="en-US" sz="1700" dirty="0">
                <a:latin typeface="Calibri" panose="020F0502020204030204" pitchFamily="34" charset="0"/>
              </a:rPr>
              <a:t> - Lumping is the application which was used to overcome the limitation in viewing more lines of claim details in Blue Chip screen.</a:t>
            </a:r>
          </a:p>
          <a:p>
            <a:endParaRPr lang="en-US" sz="1700" dirty="0">
              <a:latin typeface="Calibri" panose="020F0502020204030204" pitchFamily="34" charset="0"/>
            </a:endParaRPr>
          </a:p>
          <a:p>
            <a:endParaRPr lang="en-US" sz="1700" dirty="0">
              <a:latin typeface="Calibri" panose="020F0502020204030204" pitchFamily="34" charset="0"/>
            </a:endParaRPr>
          </a:p>
          <a:p>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marL="0" indent="0" algn="just">
              <a:buNone/>
            </a:pPr>
            <a:endParaRPr lang="en-US" dirty="0"/>
          </a:p>
          <a:p>
            <a:endParaRPr lang="en-US" sz="1700" dirty="0">
              <a:latin typeface="Calibri" panose="020F0502020204030204" pitchFamily="34" charset="0"/>
            </a:endParaRPr>
          </a:p>
          <a:p>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marL="0" indent="0" algn="just">
              <a:buNone/>
            </a:pPr>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marL="0" indent="0" algn="just">
              <a:buNone/>
            </a:pPr>
            <a:endParaRPr lang="en-US" sz="1600" dirty="0">
              <a:latin typeface="Calibri" panose="020F0502020204030204" pitchFamily="34" charset="0"/>
            </a:endParaRPr>
          </a:p>
          <a:p>
            <a:pPr algn="just"/>
            <a:endParaRPr lang="en-US" sz="1600" b="1"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dirty="0"/>
          </a:p>
        </p:txBody>
      </p:sp>
    </p:spTree>
    <p:extLst>
      <p:ext uri="{BB962C8B-B14F-4D97-AF65-F5344CB8AC3E}">
        <p14:creationId xmlns:p14="http://schemas.microsoft.com/office/powerpoint/2010/main" val="2926912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CAA1471-EF17-4730-9ADC-A78868DA5231}"/>
              </a:ext>
            </a:extLst>
          </p:cNvPr>
          <p:cNvSpPr>
            <a:spLocks noGrp="1"/>
          </p:cNvSpPr>
          <p:nvPr>
            <p:ph type="title"/>
          </p:nvPr>
        </p:nvSpPr>
        <p:spPr/>
        <p:txBody>
          <a:bodyPr/>
          <a:lstStyle/>
          <a:p>
            <a:r>
              <a:rPr lang="en-US" dirty="0"/>
              <a:t>Applications</a:t>
            </a:r>
          </a:p>
        </p:txBody>
      </p:sp>
      <p:sp>
        <p:nvSpPr>
          <p:cNvPr id="4" name="Content Placeholder 3">
            <a:extLst>
              <a:ext uri="{FF2B5EF4-FFF2-40B4-BE49-F238E27FC236}">
                <a16:creationId xmlns:a16="http://schemas.microsoft.com/office/drawing/2014/main" id="{D747D2E1-6292-4645-A715-378CAD4E1880}"/>
              </a:ext>
            </a:extLst>
          </p:cNvPr>
          <p:cNvSpPr>
            <a:spLocks noGrp="1"/>
          </p:cNvSpPr>
          <p:nvPr>
            <p:ph idx="1"/>
          </p:nvPr>
        </p:nvSpPr>
        <p:spPr>
          <a:xfrm>
            <a:off x="624418" y="1282701"/>
            <a:ext cx="10943167" cy="5099050"/>
          </a:xfrm>
          <a:ln>
            <a:solidFill>
              <a:schemeClr val="tx1"/>
            </a:solidFill>
          </a:ln>
        </p:spPr>
        <p:txBody>
          <a:bodyPr/>
          <a:lstStyle/>
          <a:p>
            <a:pPr algn="just"/>
            <a:r>
              <a:rPr lang="en-US" sz="1700" b="1" dirty="0">
                <a:latin typeface="Calibri" panose="020F0502020204030204" pitchFamily="34" charset="0"/>
              </a:rPr>
              <a:t>IMS </a:t>
            </a:r>
            <a:r>
              <a:rPr lang="en-US" sz="1700" dirty="0">
                <a:latin typeface="Calibri" panose="020F0502020204030204" pitchFamily="34" charset="0"/>
              </a:rPr>
              <a:t>- Inventory Management Systems is a reporting tool used by users to generate reports for processed claims. The Claims Inventory system generates daily, weekly, monthly, and quarterly reports for all claims in the Blue Chip Adjudication system. These reports are utilized in the claims processing areas by operators and management personnel.</a:t>
            </a:r>
          </a:p>
          <a:p>
            <a:pPr algn="just"/>
            <a:r>
              <a:rPr lang="en-US" sz="1700" b="1" dirty="0">
                <a:latin typeface="Calibri" panose="020F0502020204030204" pitchFamily="34" charset="0"/>
              </a:rPr>
              <a:t>Claims Recovery </a:t>
            </a:r>
            <a:r>
              <a:rPr lang="en-US" sz="1700" dirty="0">
                <a:latin typeface="Calibri" panose="020F0502020204030204" pitchFamily="34" charset="0"/>
              </a:rPr>
              <a:t>- The application allows users to analyze paid claims and identify claims that were overpaid. It provides various reports to CRU (Claims Recovery Unit) for monitoring inventory status of the recoverable claims. Various reports in this application allow users to see the detail of the potential recoverable claims to help them determine if the claim has been truly overpaid. Every night data for overpaid claims are sent to a database inventory for further processing the data.</a:t>
            </a:r>
          </a:p>
          <a:p>
            <a:pPr algn="just"/>
            <a:r>
              <a:rPr lang="en-US" sz="1700" b="1" dirty="0">
                <a:latin typeface="Calibri" panose="020F0502020204030204" pitchFamily="34" charset="0"/>
              </a:rPr>
              <a:t>Prompt Pay </a:t>
            </a:r>
            <a:r>
              <a:rPr lang="en-US" sz="1700" dirty="0">
                <a:latin typeface="Calibri" panose="020F0502020204030204" pitchFamily="34" charset="0"/>
              </a:rPr>
              <a:t>- Prompt Pay calculates and stored interest payment penalties for claims that have been paid late. An automated process for this calculation exists for Illinois, New Mexico, Oklahoma, and Montana regions. Manual calculation process involves for all the states except MT for Adjustments, since all the claims are pushed regardless of cycle time. The Prompt Pay project is currently a child application of Paperless Inventory, contained entirely within the parent project.</a:t>
            </a:r>
          </a:p>
          <a:p>
            <a:pPr marL="0" indent="0">
              <a:buNone/>
            </a:pPr>
            <a:r>
              <a:rPr lang="en-US" dirty="0"/>
              <a:t> </a:t>
            </a: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marL="0" indent="0" algn="just">
              <a:buNone/>
            </a:pPr>
            <a:endParaRPr lang="en-US" dirty="0"/>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marL="0" indent="0" algn="just">
              <a:buNone/>
            </a:pPr>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700"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marL="0" indent="0" algn="just">
              <a:buNone/>
            </a:pPr>
            <a:endParaRPr lang="en-US" sz="1600" dirty="0">
              <a:latin typeface="Calibri" panose="020F0502020204030204" pitchFamily="34" charset="0"/>
            </a:endParaRPr>
          </a:p>
          <a:p>
            <a:pPr algn="just"/>
            <a:endParaRPr lang="en-US" sz="1600" b="1" dirty="0">
              <a:latin typeface="Calibri" panose="020F0502020204030204" pitchFamily="34" charset="0"/>
            </a:endParaRPr>
          </a:p>
          <a:p>
            <a:pPr algn="just"/>
            <a:endParaRPr lang="en-US" sz="1600" dirty="0">
              <a:latin typeface="Calibri" panose="020F0502020204030204" pitchFamily="34" charset="0"/>
            </a:endParaRPr>
          </a:p>
          <a:p>
            <a:pPr algn="just"/>
            <a:endParaRPr lang="en-US" sz="1600" dirty="0">
              <a:latin typeface="Calibri" panose="020F0502020204030204" pitchFamily="34" charset="0"/>
            </a:endParaRPr>
          </a:p>
          <a:p>
            <a:pPr algn="just"/>
            <a:endParaRPr lang="en-US" dirty="0"/>
          </a:p>
        </p:txBody>
      </p:sp>
    </p:spTree>
    <p:extLst>
      <p:ext uri="{BB962C8B-B14F-4D97-AF65-F5344CB8AC3E}">
        <p14:creationId xmlns:p14="http://schemas.microsoft.com/office/powerpoint/2010/main" val="31107836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da7249ff9137735267271cf6681d731abd3c386"/>
  <p:tag name="ISPRING_RESOURCE_PATHS_HASH_PRESENTER" val="82532151e9c97188e16f22f45bdf5aa2725d346"/>
</p:tagLst>
</file>

<file path=ppt/theme/theme1.xml><?xml version="1.0" encoding="utf-8"?>
<a:theme xmlns:a="http://schemas.openxmlformats.org/drawingml/2006/main" name="14-2388 Health and Public Service">
  <a:themeElements>
    <a:clrScheme name="Accenture">
      <a:dk1>
        <a:srgbClr val="000000"/>
      </a:dk1>
      <a:lt1>
        <a:srgbClr val="FFFFFF"/>
      </a:lt1>
      <a:dk2>
        <a:srgbClr val="666666"/>
      </a:dk2>
      <a:lt2>
        <a:srgbClr val="778888"/>
      </a:lt2>
      <a:accent1>
        <a:srgbClr val="FF9900"/>
      </a:accent1>
      <a:accent2>
        <a:srgbClr val="008899"/>
      </a:accent2>
      <a:accent3>
        <a:srgbClr val="77AA99"/>
      </a:accent3>
      <a:accent4>
        <a:srgbClr val="003344"/>
      </a:accent4>
      <a:accent5>
        <a:srgbClr val="999977"/>
      </a:accent5>
      <a:accent6>
        <a:srgbClr val="FF9900"/>
      </a:accent6>
      <a:hlink>
        <a:srgbClr val="666666"/>
      </a:hlink>
      <a:folHlink>
        <a:srgbClr val="77888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dirty="0"/>
        </a:defPPr>
      </a:lstStyle>
    </a:txDef>
  </a:objectDefaults>
  <a:extraClrSchemeLst/>
  <a:extLst>
    <a:ext uri="{05A4C25C-085E-4340-85A3-A5531E510DB2}">
      <thm15:themeFamily xmlns:thm15="http://schemas.microsoft.com/office/thememl/2012/main" name="HCSC QA Review Deck" id="{F1D22E32-BB70-4FD8-80CE-D42FF17D8B72}" vid="{30F8C8E3-445A-4477-B669-3B6BC869B4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p:properties>
</file>

<file path=customXml/item2.xml><?xml version="1.0" encoding="utf-8"?>
<ct:contentTypeSchema xmlns:ct="http://schemas.microsoft.com/office/2006/metadata/contentType" xmlns:ma="http://schemas.microsoft.com/office/2006/metadata/properties/metaAttributes" ct:_="" ma:_="" ma:contentTypeName="Folder" ma:contentTypeID="0x01200041109763603637458C85B5BB3859C795" ma:contentTypeVersion="0" ma:contentTypeDescription="Create a new folder." ma:contentTypeScope="" ma:versionID="82232f5b9a3a14d5577233f4d5edf383">
  <xsd:schema xmlns:xsd="http://www.w3.org/2001/XMLSchema" xmlns:xs="http://www.w3.org/2001/XMLSchema" xmlns:p="http://schemas.microsoft.com/office/2006/metadata/properties" xmlns:ns1="http://schemas.microsoft.com/sharepoint/v3" targetNamespace="http://schemas.microsoft.com/office/2006/metadata/properties" ma:root="true" ma:fieldsID="ba7e97febcdc823e6f29eb69cd9a4895" ns1:_="">
    <xsd:import namespace="http://schemas.microsoft.com/sharepoint/v3"/>
    <xsd:element name="properties">
      <xsd:complexType>
        <xsd:sequence>
          <xsd:element name="documentManagement">
            <xsd:complexType>
              <xsd:all>
                <xsd:element ref="ns1:ItemChildCount" minOccurs="0"/>
                <xsd:element ref="ns1:FolderChild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ItemChildCount" ma:index="3" nillable="true" ma:displayName="Item Child Count" ma:hidden="true" ma:list="Docs" ma:internalName="ItemChildCount" ma:readOnly="true" ma:showField="ItemChildCount">
      <xsd:simpleType>
        <xsd:restriction base="dms:Lookup"/>
      </xsd:simpleType>
    </xsd:element>
    <xsd:element name="FolderChildCount" ma:index="4" nillable="true" ma:displayName="Folder Child Count" ma:hidden="true" ma:list="Docs" ma:internalName="FolderChildCount" ma:readOnly="true" ma:showField="FolderChildCount">
      <xsd:simpleType>
        <xsd:restriction base="dms:Lookup"/>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ListForm</Display>
  <Edit>ListForm</Edit>
  <New>ListForm</New>
</FormTemplates>
</file>

<file path=customXml/itemProps1.xml><?xml version="1.0" encoding="utf-8"?>
<ds:datastoreItem xmlns:ds="http://schemas.openxmlformats.org/officeDocument/2006/customXml" ds:itemID="{F2F8FF39-A5D2-4C20-89CA-E0BB61C09927}">
  <ds:schemaRefs>
    <ds:schemaRef ds:uri="http://schemas.microsoft.com/sharepoint/v3"/>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474A49B1-24DA-4843-A31B-20518BCF144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65CBA44-3066-47C2-8F2A-D0BEA0DA9F8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HCSC QA Review Deck</Template>
  <TotalTime>10106</TotalTime>
  <Words>1955</Words>
  <Application>Microsoft Office PowerPoint</Application>
  <PresentationFormat>Widescreen</PresentationFormat>
  <Paragraphs>160</Paragraphs>
  <Slides>8</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14-2388 Health and Public Service</vt:lpstr>
      <vt:lpstr>Claims Application Heat Map</vt:lpstr>
      <vt:lpstr>Applications</vt:lpstr>
      <vt:lpstr>Applications</vt:lpstr>
      <vt:lpstr>Applications</vt:lpstr>
      <vt:lpstr>Applications</vt:lpstr>
      <vt:lpstr>Applications</vt:lpstr>
      <vt:lpstr>Applications</vt:lpstr>
      <vt:lpstr>Applications</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Assurance- HCSC Account</dc:title>
  <dc:creator>Hendren, Jill C.</dc:creator>
  <cp:lastModifiedBy>Vardhan Vankayala, A.</cp:lastModifiedBy>
  <cp:revision>181</cp:revision>
  <cp:lastPrinted>2009-05-13T12:37:25Z</cp:lastPrinted>
  <dcterms:created xsi:type="dcterms:W3CDTF">2016-04-12T13:59:03Z</dcterms:created>
  <dcterms:modified xsi:type="dcterms:W3CDTF">2021-10-05T11:40:45Z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0x01200041109763603637458C85B5BB3859C795</vt:lpwstr>
  </property>
  <property fmtid="{D5CDD505-2E9C-101B-9397-08002B2CF9AE}" pid="3" name="UserName">
    <vt:lpwstr>selene.wang</vt:lpwstr>
  </property>
  <property fmtid="{D5CDD505-2E9C-101B-9397-08002B2CF9AE}" pid="4" name="ComputerName">
    <vt:lpwstr>MW7I4MFK7YU7IZ</vt:lpwstr>
  </property>
  <property fmtid="{D5CDD505-2E9C-101B-9397-08002B2CF9AE}" pid="5" name="palette_size">
    <vt:lpwstr>5</vt:lpwstr>
  </property>
  <property fmtid="{D5CDD505-2E9C-101B-9397-08002B2CF9AE}" pid="6" name="GUIDE_C1L">
    <vt:lpwstr>35.87504</vt:lpwstr>
  </property>
  <property fmtid="{D5CDD505-2E9C-101B-9397-08002B2CF9AE}" pid="7" name="GUIDE_C1R">
    <vt:lpwstr>246.3307</vt:lpwstr>
  </property>
  <property fmtid="{D5CDD505-2E9C-101B-9397-08002B2CF9AE}" pid="8" name="GUIDE_C2L">
    <vt:lpwstr>254.8346</vt:lpwstr>
  </property>
  <property fmtid="{D5CDD505-2E9C-101B-9397-08002B2CF9AE}" pid="9" name="GUIDE_ML">
    <vt:lpwstr>355.748</vt:lpwstr>
  </property>
  <property fmtid="{D5CDD505-2E9C-101B-9397-08002B2CF9AE}" pid="10" name="GUIDE_MR">
    <vt:lpwstr>364.252</vt:lpwstr>
  </property>
  <property fmtid="{D5CDD505-2E9C-101B-9397-08002B2CF9AE}" pid="11" name="GUIDE_C2R">
    <vt:lpwstr>465.125</vt:lpwstr>
  </property>
  <property fmtid="{D5CDD505-2E9C-101B-9397-08002B2CF9AE}" pid="12" name="GUIDE_C3L">
    <vt:lpwstr>473.75</vt:lpwstr>
  </property>
  <property fmtid="{D5CDD505-2E9C-101B-9397-08002B2CF9AE}" pid="13" name="GUIDE_C3R">
    <vt:lpwstr>684.1251</vt:lpwstr>
  </property>
  <property fmtid="{D5CDD505-2E9C-101B-9397-08002B2CF9AE}" pid="14" name="GUIDE_GTL_R">
    <vt:lpwstr>688</vt:lpwstr>
  </property>
  <property fmtid="{D5CDD505-2E9C-101B-9397-08002B2CF9AE}" pid="15" name="GUIDE_R1">
    <vt:lpwstr>30.62504</vt:lpwstr>
  </property>
  <property fmtid="{D5CDD505-2E9C-101B-9397-08002B2CF9AE}" pid="16" name="GUIDE_R2">
    <vt:lpwstr>83.12504</vt:lpwstr>
  </property>
  <property fmtid="{D5CDD505-2E9C-101B-9397-08002B2CF9AE}" pid="17" name="GUIDE_R3">
    <vt:lpwstr>100.6645</vt:lpwstr>
  </property>
  <property fmtid="{D5CDD505-2E9C-101B-9397-08002B2CF9AE}" pid="18" name="GUIDE_R4">
    <vt:lpwstr>511.25</vt:lpwstr>
  </property>
  <property fmtid="{D5CDD505-2E9C-101B-9397-08002B2CF9AE}" pid="19" name="FederalData">
    <vt:lpwstr>No</vt:lpwstr>
  </property>
</Properties>
</file>