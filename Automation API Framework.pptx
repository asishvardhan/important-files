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6" r:id="rId3"/>
    <p:sldId id="259" r:id="rId4"/>
    <p:sldId id="258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05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4AF-98B3-45CB-9BEC-916AC909A3F1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EAE2F0-B1CC-4906-9C56-F269259F3D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4AF-98B3-45CB-9BEC-916AC909A3F1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E2F0-B1CC-4906-9C56-F269259F3D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4AF-98B3-45CB-9BEC-916AC909A3F1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E2F0-B1CC-4906-9C56-F269259F3D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4AF-98B3-45CB-9BEC-916AC909A3F1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E2F0-B1CC-4906-9C56-F269259F3D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4AF-98B3-45CB-9BEC-916AC909A3F1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E2F0-B1CC-4906-9C56-F269259F3D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4AF-98B3-45CB-9BEC-916AC909A3F1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E2F0-B1CC-4906-9C56-F269259F3D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4AF-98B3-45CB-9BEC-916AC909A3F1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E2F0-B1CC-4906-9C56-F269259F3D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4AF-98B3-45CB-9BEC-916AC909A3F1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E2F0-B1CC-4906-9C56-F269259F3D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4AF-98B3-45CB-9BEC-916AC909A3F1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E2F0-B1CC-4906-9C56-F269259F3D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4AF-98B3-45CB-9BEC-916AC909A3F1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E2F0-B1CC-4906-9C56-F269259F3D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4AF-98B3-45CB-9BEC-916AC909A3F1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E2F0-B1CC-4906-9C56-F269259F3D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63874AF-98B3-45CB-9BEC-916AC909A3F1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EEAE2F0-B1CC-4906-9C56-F269259F3D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tr.test.fyiblue.com/automation/logrest/api/v1/hc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tr.fyiblue.com/automation/logrest/api/v1/hc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533400"/>
            <a:ext cx="7772400" cy="2590801"/>
          </a:xfrm>
        </p:spPr>
        <p:txBody>
          <a:bodyPr/>
          <a:lstStyle/>
          <a:p>
            <a:r>
              <a:rPr lang="en-US" dirty="0" smtClean="0"/>
              <a:t>Automation API Framework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3124200"/>
            <a:ext cx="6400800" cy="2514600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en-US" dirty="0" smtClean="0"/>
              <a:t>Health check Automation</a:t>
            </a:r>
          </a:p>
          <a:p>
            <a:pPr marL="342900" indent="-342900" algn="l">
              <a:buFontTx/>
              <a:buChar char="-"/>
            </a:pPr>
            <a:r>
              <a:rPr lang="en-US" dirty="0" smtClean="0"/>
              <a:t>Automation API’s for GUI</a:t>
            </a:r>
          </a:p>
          <a:p>
            <a:pPr marL="342900" indent="-342900" algn="l">
              <a:buFontTx/>
              <a:buChar char="-"/>
            </a:pPr>
            <a:r>
              <a:rPr lang="en-US" dirty="0" smtClean="0"/>
              <a:t>Logging Framework API’s</a:t>
            </a:r>
          </a:p>
          <a:p>
            <a:pPr marL="342900" indent="-342900" algn="l">
              <a:buFontTx/>
              <a:buChar char="-"/>
            </a:pPr>
            <a:r>
              <a:rPr lang="en-US" dirty="0" smtClean="0"/>
              <a:t>Service now wrapper API’s</a:t>
            </a:r>
          </a:p>
          <a:p>
            <a:pPr marL="342900" indent="-342900" algn="l">
              <a:buFontTx/>
              <a:buChar char="-"/>
            </a:pPr>
            <a:r>
              <a:rPr lang="en-US" dirty="0" smtClean="0"/>
              <a:t>Email wrapper API’s</a:t>
            </a:r>
          </a:p>
          <a:p>
            <a:pPr marL="342900" indent="-342900" algn="l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09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4484915" y="1548152"/>
            <a:ext cx="1230085" cy="17423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7971" y="1752600"/>
            <a:ext cx="3178629" cy="3581400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353715" y="0"/>
            <a:ext cx="45804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HEALTH CHECK AUTOMATION</a:t>
            </a:r>
            <a:endParaRPr lang="en-US" sz="2800" b="1" dirty="0">
              <a:solidFill>
                <a:srgbClr val="C00000"/>
              </a:solidFill>
            </a:endParaRPr>
          </a:p>
        </p:txBody>
      </p:sp>
      <p:pic>
        <p:nvPicPr>
          <p:cNvPr id="1026" name="Picture 2" descr="Best VDI to Virtualize your Workforce in the Cloud | V2 Clou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01" y="2286000"/>
            <a:ext cx="1452563" cy="78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Best VDI to Virtualize your Workforce in the Cloud | V2 Clou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343400"/>
            <a:ext cx="1452563" cy="78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Best VDI to Virtualize your Workforce in the Cloud | V2 Clou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86" y="3290548"/>
            <a:ext cx="1452563" cy="78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214437" y="1752600"/>
            <a:ext cx="1452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VDI Systems</a:t>
            </a:r>
            <a:endParaRPr lang="en-US" sz="1600" b="1" dirty="0"/>
          </a:p>
        </p:txBody>
      </p:sp>
      <p:cxnSp>
        <p:nvCxnSpPr>
          <p:cNvPr id="10" name="Elbow Connector 9"/>
          <p:cNvCxnSpPr>
            <a:endCxn id="7" idx="3"/>
          </p:cNvCxnSpPr>
          <p:nvPr/>
        </p:nvCxnSpPr>
        <p:spPr>
          <a:xfrm rot="16200000" flipH="1">
            <a:off x="1184332" y="3175737"/>
            <a:ext cx="1004549" cy="10886"/>
          </a:xfrm>
          <a:prstGeom prst="bentConnector4">
            <a:avLst>
              <a:gd name="adj1" fmla="val -982"/>
              <a:gd name="adj2" fmla="val 649982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rot="5400000" flipH="1" flipV="1">
            <a:off x="1162902" y="4347653"/>
            <a:ext cx="1052851" cy="5443"/>
          </a:xfrm>
          <a:prstGeom prst="bentConnector4">
            <a:avLst>
              <a:gd name="adj1" fmla="val 323"/>
              <a:gd name="adj2" fmla="val 1289966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00200" y="312122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VDI API’s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1600200" y="4218256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VDI API’s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4343400" y="838200"/>
            <a:ext cx="4648200" cy="5791200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03118" y="880646"/>
            <a:ext cx="2326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Automation Server</a:t>
            </a:r>
            <a:endParaRPr lang="en-US" sz="2000" b="1" dirty="0"/>
          </a:p>
        </p:txBody>
      </p:sp>
      <p:sp>
        <p:nvSpPr>
          <p:cNvPr id="23" name="Rectangle 22"/>
          <p:cNvSpPr/>
          <p:nvPr/>
        </p:nvSpPr>
        <p:spPr>
          <a:xfrm>
            <a:off x="4474029" y="1300161"/>
            <a:ext cx="1230085" cy="1633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Rundeck Silver 2018 | USENIX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954" y="1319552"/>
            <a:ext cx="1143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Arrow Connector 29"/>
          <p:cNvCxnSpPr/>
          <p:nvPr/>
        </p:nvCxnSpPr>
        <p:spPr>
          <a:xfrm>
            <a:off x="5715000" y="2091154"/>
            <a:ext cx="18288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MongoDB 4.0 will take ACID | ZDNe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48153"/>
            <a:ext cx="1219200" cy="87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/>
          <p:cNvSpPr txBox="1"/>
          <p:nvPr/>
        </p:nvSpPr>
        <p:spPr>
          <a:xfrm>
            <a:off x="5903118" y="1818938"/>
            <a:ext cx="1452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tx1"/>
                </a:solidFill>
              </a:rPr>
              <a:t>Log REST API’s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95600" y="3352800"/>
            <a:ext cx="1597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tx1"/>
                </a:solidFill>
              </a:rPr>
              <a:t>HC REST API’s</a:t>
            </a:r>
          </a:p>
        </p:txBody>
      </p:sp>
      <p:cxnSp>
        <p:nvCxnSpPr>
          <p:cNvPr id="39" name="Elbow Connector 38"/>
          <p:cNvCxnSpPr>
            <a:endCxn id="23" idx="2"/>
          </p:cNvCxnSpPr>
          <p:nvPr/>
        </p:nvCxnSpPr>
        <p:spPr>
          <a:xfrm flipV="1">
            <a:off x="2895600" y="2933189"/>
            <a:ext cx="2193472" cy="75026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180410" y="3123774"/>
            <a:ext cx="1072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B050"/>
                </a:solidFill>
              </a:rPr>
              <a:t>PHASE 1</a:t>
            </a:r>
            <a:endParaRPr lang="en-US" sz="2000" b="1" dirty="0">
              <a:solidFill>
                <a:srgbClr val="00B050"/>
              </a:solidFill>
            </a:endParaRPr>
          </a:p>
        </p:txBody>
      </p:sp>
      <p:pic>
        <p:nvPicPr>
          <p:cNvPr id="1032" name="Picture 8" descr="Address, http, web, web page, webpage, website ic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076" y="4504262"/>
            <a:ext cx="1540668" cy="1540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" name="Elbow Connector 42"/>
          <p:cNvCxnSpPr/>
          <p:nvPr/>
        </p:nvCxnSpPr>
        <p:spPr>
          <a:xfrm>
            <a:off x="2896791" y="4144099"/>
            <a:ext cx="2208609" cy="42790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184829" y="4171890"/>
            <a:ext cx="1072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B050"/>
                </a:solidFill>
              </a:rPr>
              <a:t>PHASE 2</a:t>
            </a:r>
            <a:endParaRPr lang="en-US" sz="2000" b="1" dirty="0">
              <a:solidFill>
                <a:srgbClr val="00B050"/>
              </a:solidFill>
            </a:endParaRPr>
          </a:p>
        </p:txBody>
      </p:sp>
      <p:cxnSp>
        <p:nvCxnSpPr>
          <p:cNvPr id="54" name="Elbow Connector 53"/>
          <p:cNvCxnSpPr/>
          <p:nvPr/>
        </p:nvCxnSpPr>
        <p:spPr>
          <a:xfrm flipH="1" flipV="1">
            <a:off x="5704114" y="2404679"/>
            <a:ext cx="246630" cy="3157921"/>
          </a:xfrm>
          <a:prstGeom prst="bentConnector3">
            <a:avLst>
              <a:gd name="adj1" fmla="val -42372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867400" y="5180111"/>
            <a:ext cx="1452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tx1"/>
                </a:solidFill>
              </a:rPr>
              <a:t>HC REST API’s</a:t>
            </a:r>
          </a:p>
        </p:txBody>
      </p:sp>
      <p:pic>
        <p:nvPicPr>
          <p:cNvPr id="1036" name="Picture 12" descr="Jar File Icon at Vectorified.com | Collection of Jar File Icon ..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259" y="1807241"/>
            <a:ext cx="450741" cy="450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Write python scripts,projects or anything in python by Muhammadwasi22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404679"/>
            <a:ext cx="635596" cy="41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plunk Developer Program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729" y="4678486"/>
            <a:ext cx="1649508" cy="119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TextBox 81"/>
          <p:cNvSpPr txBox="1"/>
          <p:nvPr/>
        </p:nvSpPr>
        <p:spPr>
          <a:xfrm>
            <a:off x="8153401" y="3323829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tx1"/>
                </a:solidFill>
              </a:rPr>
              <a:t>Log REST API’s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4640449" y="5879012"/>
            <a:ext cx="10887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Angular UI</a:t>
            </a:r>
            <a:endParaRPr lang="en-US" sz="160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7010400" y="5879012"/>
            <a:ext cx="1735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Splunk Dashboard</a:t>
            </a:r>
            <a:endParaRPr lang="en-US" sz="1600" b="1" dirty="0"/>
          </a:p>
        </p:txBody>
      </p:sp>
      <p:pic>
        <p:nvPicPr>
          <p:cNvPr id="85" name="Picture 12" descr="Jar File Icon at Vectorified.com | Collection of Jar File Icon ..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7" y="3152524"/>
            <a:ext cx="450741" cy="450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3" name="Straight Arrow Connector 1042"/>
          <p:cNvCxnSpPr/>
          <p:nvPr/>
        </p:nvCxnSpPr>
        <p:spPr>
          <a:xfrm flipV="1">
            <a:off x="8153401" y="2257982"/>
            <a:ext cx="0" cy="23140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57800" y="1752600"/>
            <a:ext cx="3733801" cy="45720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7971" y="1752600"/>
            <a:ext cx="3178629" cy="3581400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47800" y="76200"/>
            <a:ext cx="5420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HEALTH CHECK AUTOMATION (VDI)</a:t>
            </a:r>
            <a:endParaRPr lang="en-US" sz="2800" b="1" dirty="0">
              <a:solidFill>
                <a:srgbClr val="C00000"/>
              </a:solidFill>
            </a:endParaRPr>
          </a:p>
        </p:txBody>
      </p:sp>
      <p:pic>
        <p:nvPicPr>
          <p:cNvPr id="1026" name="Picture 2" descr="Best VDI to Virtualize your Workforce in the Cloud | V2 Clou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01" y="2286000"/>
            <a:ext cx="1452563" cy="78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Best VDI to Virtualize your Workforce in the Cloud | V2 Clou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343400"/>
            <a:ext cx="1452563" cy="78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Best VDI to Virtualize your Workforce in the Cloud | V2 Clou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86" y="3290548"/>
            <a:ext cx="1452563" cy="78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214437" y="1752600"/>
            <a:ext cx="1452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VDI Systems</a:t>
            </a:r>
            <a:endParaRPr lang="en-US" sz="1600" b="1" dirty="0"/>
          </a:p>
        </p:txBody>
      </p:sp>
      <p:cxnSp>
        <p:nvCxnSpPr>
          <p:cNvPr id="10" name="Elbow Connector 9"/>
          <p:cNvCxnSpPr>
            <a:endCxn id="7" idx="3"/>
          </p:cNvCxnSpPr>
          <p:nvPr/>
        </p:nvCxnSpPr>
        <p:spPr>
          <a:xfrm rot="16200000" flipH="1">
            <a:off x="1184332" y="3175737"/>
            <a:ext cx="1004549" cy="10886"/>
          </a:xfrm>
          <a:prstGeom prst="bentConnector4">
            <a:avLst>
              <a:gd name="adj1" fmla="val -982"/>
              <a:gd name="adj2" fmla="val 649982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rot="5400000" flipH="1" flipV="1">
            <a:off x="1162902" y="4347653"/>
            <a:ext cx="1052851" cy="5443"/>
          </a:xfrm>
          <a:prstGeom prst="bentConnector4">
            <a:avLst>
              <a:gd name="adj1" fmla="val 323"/>
              <a:gd name="adj2" fmla="val 1289966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00200" y="312122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VDI API’s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1600200" y="4218256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VDI API’s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5930041" y="1881625"/>
            <a:ext cx="2326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Automation Server</a:t>
            </a:r>
            <a:endParaRPr lang="en-US" sz="2000" b="1" dirty="0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3276600" y="2952219"/>
            <a:ext cx="4267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MongoDB 4.0 will take ACID | ZDN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923" y="2432570"/>
            <a:ext cx="1219200" cy="87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/>
          <p:cNvSpPr txBox="1"/>
          <p:nvPr/>
        </p:nvSpPr>
        <p:spPr>
          <a:xfrm>
            <a:off x="5903118" y="2680003"/>
            <a:ext cx="1452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tx1"/>
                </a:solidFill>
              </a:rPr>
              <a:t>Log REST API’s</a:t>
            </a:r>
          </a:p>
        </p:txBody>
      </p:sp>
      <p:pic>
        <p:nvPicPr>
          <p:cNvPr id="1046" name="Picture 22" descr="Splunk Developer Progra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729" y="4678486"/>
            <a:ext cx="1649508" cy="119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TextBox 81"/>
          <p:cNvSpPr txBox="1"/>
          <p:nvPr/>
        </p:nvSpPr>
        <p:spPr>
          <a:xfrm>
            <a:off x="8164287" y="3709608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tx1"/>
                </a:solidFill>
              </a:rPr>
              <a:t>Log REST API’s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10400" y="5879012"/>
            <a:ext cx="1735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Splunk Dashboard</a:t>
            </a:r>
            <a:endParaRPr lang="en-US" sz="1600" b="1" dirty="0"/>
          </a:p>
        </p:txBody>
      </p:sp>
      <p:pic>
        <p:nvPicPr>
          <p:cNvPr id="85" name="Picture 12" descr="Jar File Icon at Vectorified.com | Collection of Jar File Icon ...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7" y="3152524"/>
            <a:ext cx="450741" cy="450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Left Brace 10"/>
          <p:cNvSpPr/>
          <p:nvPr/>
        </p:nvSpPr>
        <p:spPr>
          <a:xfrm>
            <a:off x="1998456" y="762000"/>
            <a:ext cx="181882" cy="685800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/>
          <p:cNvSpPr/>
          <p:nvPr/>
        </p:nvSpPr>
        <p:spPr>
          <a:xfrm>
            <a:off x="6980918" y="788823"/>
            <a:ext cx="228600" cy="685800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71833" y="920234"/>
            <a:ext cx="500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Health check Jar’s and Scripts are deployed in VDI</a:t>
            </a:r>
            <a:endParaRPr lang="en-US" b="1" i="1" dirty="0"/>
          </a:p>
        </p:txBody>
      </p:sp>
      <p:cxnSp>
        <p:nvCxnSpPr>
          <p:cNvPr id="42" name="Straight Arrow Connector 41"/>
          <p:cNvCxnSpPr/>
          <p:nvPr/>
        </p:nvCxnSpPr>
        <p:spPr>
          <a:xfrm flipV="1">
            <a:off x="8153401" y="3121223"/>
            <a:ext cx="0" cy="145077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50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510" y="3886200"/>
            <a:ext cx="5046889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218214"/>
              </p:ext>
            </p:extLst>
          </p:nvPr>
        </p:nvGraphicFramePr>
        <p:xfrm>
          <a:off x="152400" y="1397000"/>
          <a:ext cx="8839200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4597400"/>
                <a:gridCol w="2946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Env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Logging Framework API</a:t>
                      </a:r>
                      <a:r>
                        <a:rPr lang="en-US" baseline="0" dirty="0" smtClean="0"/>
                        <a:t>’s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Fields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hlinkClick r:id="rId3"/>
                        </a:rPr>
                        <a:t>https://atr.test.fyiblue.com/automation/logrest/api/v1/hc</a:t>
                      </a:r>
                      <a:endParaRPr lang="en-US" sz="1200" b="1" dirty="0" smtClean="0"/>
                    </a:p>
                    <a:p>
                      <a:endParaRPr lang="en-US" sz="12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bundle,appid,appname,subfunction,url, username,status,comments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https://atr.fyiblue.com/automation/logrest/api/v1/hc</a:t>
                      </a:r>
                      <a:endParaRPr lang="en-US" sz="12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bundle,appid,appname,subfunction,url, username,status,comments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81200" y="261610"/>
            <a:ext cx="4595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LOGGING FRAMEWORK  API’s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99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57800" y="1752600"/>
            <a:ext cx="3733801" cy="45720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7971" y="1752600"/>
            <a:ext cx="1842747" cy="3581400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08060" y="0"/>
            <a:ext cx="56914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AUTOMATION API FRAMEWORK FOR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	</a:t>
            </a:r>
            <a:r>
              <a:rPr lang="en-US" sz="2800" b="1" dirty="0" smtClean="0">
                <a:solidFill>
                  <a:srgbClr val="C00000"/>
                </a:solidFill>
              </a:rPr>
              <a:t>	       GUI </a:t>
            </a:r>
            <a:endParaRPr lang="en-US" sz="2800" b="1" dirty="0">
              <a:solidFill>
                <a:srgbClr val="C00000"/>
              </a:solidFill>
            </a:endParaRPr>
          </a:p>
        </p:txBody>
      </p:sp>
      <p:pic>
        <p:nvPicPr>
          <p:cNvPr id="1026" name="Picture 2" descr="Best VDI to Virtualize your Workforce in the Cloud | V2 Clou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01" y="2286000"/>
            <a:ext cx="1452563" cy="78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Best VDI to Virtualize your Workforce in the Cloud | V2 Clou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343400"/>
            <a:ext cx="1452563" cy="78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Best VDI to Virtualize your Workforce in the Cloud | V2 Clou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86" y="3290548"/>
            <a:ext cx="1452563" cy="78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57200" y="1772768"/>
            <a:ext cx="1452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VDI Systems</a:t>
            </a:r>
            <a:endParaRPr lang="en-US" sz="16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5930041" y="1881625"/>
            <a:ext cx="2326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Automation Server</a:t>
            </a:r>
            <a:endParaRPr lang="en-US" sz="2000" b="1" dirty="0"/>
          </a:p>
        </p:txBody>
      </p:sp>
      <p:pic>
        <p:nvPicPr>
          <p:cNvPr id="1030" name="Picture 6" descr="MongoDB 4.0 will take ACID | ZDN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923" y="2432570"/>
            <a:ext cx="1219200" cy="87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plunk Developer Progra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729" y="4678486"/>
            <a:ext cx="1649508" cy="119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TextBox 81"/>
          <p:cNvSpPr txBox="1"/>
          <p:nvPr/>
        </p:nvSpPr>
        <p:spPr>
          <a:xfrm>
            <a:off x="8164287" y="3709608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tx1"/>
                </a:solidFill>
              </a:rPr>
              <a:t>Log REST API’s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62800" y="5879012"/>
            <a:ext cx="1735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Splunk Dashboard</a:t>
            </a:r>
            <a:endParaRPr lang="en-US" sz="1600" b="1" dirty="0"/>
          </a:p>
        </p:txBody>
      </p:sp>
      <p:pic>
        <p:nvPicPr>
          <p:cNvPr id="25" name="Picture 8" descr="Address, http, web, web page, webpage, website ic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9408" y="2726532"/>
            <a:ext cx="1540668" cy="1540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/>
          <p:cNvSpPr txBox="1"/>
          <p:nvPr/>
        </p:nvSpPr>
        <p:spPr>
          <a:xfrm>
            <a:off x="6096000" y="2922714"/>
            <a:ext cx="144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tx1"/>
                </a:solidFill>
              </a:rPr>
              <a:t>GUI REST API’s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/>
              <a:t>Insert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/>
              <a:t>Update 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/>
              <a:t>Get</a:t>
            </a:r>
            <a:endParaRPr lang="en-US" sz="1400" b="1" dirty="0" smtClean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016918" y="3543300"/>
            <a:ext cx="802482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095362" y="4232828"/>
            <a:ext cx="10887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Angular UI</a:t>
            </a:r>
            <a:endParaRPr lang="en-US" sz="1600" b="1" dirty="0"/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8153401" y="3121223"/>
            <a:ext cx="0" cy="145077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25" idx="3"/>
          </p:cNvCxnSpPr>
          <p:nvPr/>
        </p:nvCxnSpPr>
        <p:spPr>
          <a:xfrm flipV="1">
            <a:off x="4410076" y="2871783"/>
            <a:ext cx="3236847" cy="625083"/>
          </a:xfrm>
          <a:prstGeom prst="bentConnector3">
            <a:avLst/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45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287010"/>
              </p:ext>
            </p:extLst>
          </p:nvPr>
        </p:nvGraphicFramePr>
        <p:xfrm>
          <a:off x="152400" y="1397000"/>
          <a:ext cx="8763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6705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Function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API</a:t>
                      </a:r>
                      <a:r>
                        <a:rPr lang="en-US" baseline="0" dirty="0" smtClean="0"/>
                        <a:t>’s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https://atr.test.fyiblue.com/automation/guirest/api/v1/add/</a:t>
                      </a:r>
                      <a:r>
                        <a:rPr lang="en-US" sz="1200" b="1" u="none" dirty="0" smtClean="0">
                          <a:solidFill>
                            <a:srgbClr val="C00000"/>
                          </a:solidFill>
                        </a:rPr>
                        <a:t>&lt;collectionname&gt;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https://atr.test.fyiblue.com/automation/guirest/api/v1/update/</a:t>
                      </a:r>
                      <a:r>
                        <a:rPr lang="en-US" sz="1200" b="1" u="none" dirty="0" smtClean="0">
                          <a:solidFill>
                            <a:srgbClr val="C00000"/>
                          </a:solidFill>
                        </a:rPr>
                        <a:t>&lt;collectionname&gt;? _id=</a:t>
                      </a:r>
                      <a:r>
                        <a:rPr lang="en-US" sz="1200" b="1" u="none" dirty="0" err="1" smtClean="0">
                          <a:solidFill>
                            <a:srgbClr val="C00000"/>
                          </a:solidFill>
                        </a:rPr>
                        <a:t>xxxx</a:t>
                      </a:r>
                      <a:endParaRPr lang="en-US" sz="1200" b="1" u="none" dirty="0" smtClean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 (All)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https://atr.test.fyiblue.com/automation/guirest/api/v1/fetch/</a:t>
                      </a:r>
                      <a:r>
                        <a:rPr lang="en-US" sz="1200" b="1" u="none" dirty="0" smtClean="0">
                          <a:solidFill>
                            <a:srgbClr val="C00000"/>
                          </a:solidFill>
                        </a:rPr>
                        <a:t>&lt;collectionname&gt;</a:t>
                      </a:r>
                      <a:endParaRPr lang="en-US" sz="12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 (by specific values)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https://atr.test.fyiblue.com/automation/guirest/api/v1/fetch/</a:t>
                      </a:r>
                      <a:r>
                        <a:rPr lang="en-US" sz="1200" b="1" u="none" dirty="0" smtClean="0">
                          <a:solidFill>
                            <a:srgbClr val="C00000"/>
                          </a:solidFill>
                        </a:rPr>
                        <a:t>&lt;collectionname&gt;? key=value</a:t>
                      </a:r>
                      <a:endParaRPr lang="en-US" sz="12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78510" y="261610"/>
            <a:ext cx="3746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GUI FRAMEWORK  API’s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191656"/>
              </p:ext>
            </p:extLst>
          </p:nvPr>
        </p:nvGraphicFramePr>
        <p:xfrm>
          <a:off x="152400" y="4343400"/>
          <a:ext cx="8763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6629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Function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API</a:t>
                      </a:r>
                      <a:r>
                        <a:rPr lang="en-US" baseline="0" dirty="0" smtClean="0"/>
                        <a:t>’s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https://atr.fyiblue.com/automation/guirest/api/v1/add/</a:t>
                      </a:r>
                      <a:r>
                        <a:rPr lang="en-US" sz="1200" b="1" u="none" dirty="0" smtClean="0">
                          <a:solidFill>
                            <a:srgbClr val="C00000"/>
                          </a:solidFill>
                        </a:rPr>
                        <a:t>&lt;collectionname&gt;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https://atr.fyiblue.com/automation/guirest/api/v1/update/</a:t>
                      </a:r>
                      <a:r>
                        <a:rPr lang="en-US" sz="1200" b="1" u="none" dirty="0" smtClean="0">
                          <a:solidFill>
                            <a:srgbClr val="C00000"/>
                          </a:solidFill>
                        </a:rPr>
                        <a:t>&lt;collectionname&gt;? _id=</a:t>
                      </a:r>
                      <a:r>
                        <a:rPr lang="en-US" sz="1200" b="1" u="none" dirty="0" err="1" smtClean="0">
                          <a:solidFill>
                            <a:srgbClr val="C00000"/>
                          </a:solidFill>
                        </a:rPr>
                        <a:t>xxxx</a:t>
                      </a:r>
                      <a:endParaRPr lang="en-US" sz="1200" b="1" u="none" dirty="0" smtClean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 (All)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https://atr.fyiblue.com/automation/guirest/api/v1/fetch/</a:t>
                      </a:r>
                      <a:r>
                        <a:rPr lang="en-US" sz="1200" b="1" u="none" dirty="0" smtClean="0">
                          <a:solidFill>
                            <a:srgbClr val="C00000"/>
                          </a:solidFill>
                        </a:rPr>
                        <a:t>&lt;collectionname&gt;</a:t>
                      </a:r>
                      <a:endParaRPr lang="en-US" sz="12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 (by specific values)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https://atr.fyiblue.com/automation/guirest/api/v1/fetch/</a:t>
                      </a:r>
                      <a:r>
                        <a:rPr lang="en-US" sz="1200" b="1" u="none" dirty="0" smtClean="0">
                          <a:solidFill>
                            <a:srgbClr val="C00000"/>
                          </a:solidFill>
                        </a:rPr>
                        <a:t>&lt;collectionname&gt;? key=value</a:t>
                      </a:r>
                      <a:endParaRPr lang="en-US" sz="12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81000" y="90993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solidFill>
                  <a:srgbClr val="0070C0"/>
                </a:solidFill>
              </a:rPr>
              <a:t>TEST</a:t>
            </a:r>
            <a:endParaRPr lang="en-US" sz="2400" b="1" u="sng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4800" y="3810000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solidFill>
                  <a:srgbClr val="0070C0"/>
                </a:solidFill>
              </a:rPr>
              <a:t>PROD</a:t>
            </a:r>
            <a:endParaRPr lang="en-US" sz="2400" b="1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6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4219" y="990600"/>
            <a:ext cx="8382001" cy="50292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200" y="21771"/>
            <a:ext cx="6135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Service-now &amp; Email Wrapper API’s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00398" y="1143000"/>
            <a:ext cx="3200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Automation Server</a:t>
            </a:r>
            <a:endParaRPr lang="en-US" sz="2400" b="1" dirty="0"/>
          </a:p>
        </p:txBody>
      </p:sp>
      <p:pic>
        <p:nvPicPr>
          <p:cNvPr id="2050" name="Picture 2" descr="System testing with Pytest, Docker, and Flas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2057400"/>
            <a:ext cx="4648200" cy="2863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icrosoft's Outlook.com Is Adding Gmail, Google Drive, and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199" y="4272079"/>
            <a:ext cx="1611249" cy="115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/>
          <p:cNvCxnSpPr/>
          <p:nvPr/>
        </p:nvCxnSpPr>
        <p:spPr>
          <a:xfrm>
            <a:off x="5410200" y="3733800"/>
            <a:ext cx="1371600" cy="9906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ServiceNow sees opportunity in UK, and opens a new offic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8272" y="1752599"/>
            <a:ext cx="1816032" cy="1107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/>
          <p:cNvCxnSpPr/>
          <p:nvPr/>
        </p:nvCxnSpPr>
        <p:spPr>
          <a:xfrm flipV="1">
            <a:off x="5562600" y="2306424"/>
            <a:ext cx="1066800" cy="97017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229100"/>
            <a:ext cx="2057400" cy="1172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5410200" y="4447401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Using SMTP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1" y="2306424"/>
            <a:ext cx="99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Create / Update incidents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82816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1702</TotalTime>
  <Words>225</Words>
  <Application>Microsoft Office PowerPoint</Application>
  <PresentationFormat>On-screen Show (4:3)</PresentationFormat>
  <Paragraphs>76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Executive</vt:lpstr>
      <vt:lpstr>Automation API Framework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Health Care Service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HCSC User</dc:creator>
  <cp:lastModifiedBy>HCSC User</cp:lastModifiedBy>
  <cp:revision>50</cp:revision>
  <dcterms:created xsi:type="dcterms:W3CDTF">2020-05-22T12:42:33Z</dcterms:created>
  <dcterms:modified xsi:type="dcterms:W3CDTF">2020-05-23T17:04:33Z</dcterms:modified>
</cp:coreProperties>
</file>