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3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4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5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6.xml" ContentType="application/vnd.openxmlformats-officedocument.theme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7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theme/theme8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00" r:id="rId4"/>
    <p:sldMasterId id="2147483715" r:id="rId5"/>
    <p:sldMasterId id="2147483899" r:id="rId6"/>
    <p:sldMasterId id="2147483774" r:id="rId7"/>
    <p:sldMasterId id="2147483808" r:id="rId8"/>
    <p:sldMasterId id="2147483904" r:id="rId9"/>
    <p:sldMasterId id="2147483914" r:id="rId10"/>
    <p:sldMasterId id="2147483972" r:id="rId11"/>
    <p:sldMasterId id="2147484010" r:id="rId12"/>
  </p:sldMasterIdLst>
  <p:notesMasterIdLst>
    <p:notesMasterId r:id="rId18"/>
  </p:notesMasterIdLst>
  <p:sldIdLst>
    <p:sldId id="2147480176" r:id="rId13"/>
    <p:sldId id="2147480175" r:id="rId14"/>
    <p:sldId id="2147480177" r:id="rId15"/>
    <p:sldId id="2147480179" r:id="rId16"/>
    <p:sldId id="214748017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Governance Slides" id="{8D2766CC-46B9-4126-B00E-5C6AD84E5331}">
          <p14:sldIdLst>
            <p14:sldId id="2147480176"/>
            <p14:sldId id="2147480175"/>
            <p14:sldId id="2147480177"/>
            <p14:sldId id="2147480179"/>
            <p14:sldId id="214748017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ouli Kakara, Chandra" initials="MKC" lastIdx="1" clrIdx="0"/>
  <p:cmAuthor id="2" name="Muppa, Ajay" initials="MA" lastIdx="2" clrIdx="1"/>
  <p:cmAuthor id="3" name="Follett, Kevin P." initials="FKP" lastIdx="1" clrIdx="2">
    <p:extLst>
      <p:ext uri="{19B8F6BF-5375-455C-9EA6-DF929625EA0E}">
        <p15:presenceInfo xmlns:p15="http://schemas.microsoft.com/office/powerpoint/2012/main" userId="S::kevin.p.follett@accenture.com::f5f3fdb7-59aa-433c-a42e-1248ea414e6f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E7F3F4"/>
    <a:srgbClr val="FFFFFF"/>
    <a:srgbClr val="CDCDDE"/>
    <a:srgbClr val="F3F9FA"/>
    <a:srgbClr val="460073"/>
    <a:srgbClr val="FFB600"/>
    <a:srgbClr val="E2EFDA"/>
    <a:srgbClr val="003300"/>
    <a:srgbClr val="CEE0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A60980-24FD-465F-AB9E-1DEF0AE39358}" v="40" dt="2024-06-03T12:25:57.4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>
        <p:guide orient="horz" pos="218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1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Master" Target="slideMasters/slideMaster4.xml"/><Relationship Id="rId12" Type="http://schemas.openxmlformats.org/officeDocument/2006/relationships/slideMaster" Target="slideMasters/slideMaster9.xml"/><Relationship Id="rId17" Type="http://schemas.openxmlformats.org/officeDocument/2006/relationships/slide" Target="slides/slide5.xml"/><Relationship Id="rId2" Type="http://schemas.openxmlformats.org/officeDocument/2006/relationships/customXml" Target="../customXml/item2.xml"/><Relationship Id="rId16" Type="http://schemas.openxmlformats.org/officeDocument/2006/relationships/slide" Target="slides/slide4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Master" Target="slideMasters/slideMaster8.xml"/><Relationship Id="rId24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3.xml"/><Relationship Id="rId23" Type="http://schemas.openxmlformats.org/officeDocument/2006/relationships/tableStyles" Target="tableStyles.xml"/><Relationship Id="rId10" Type="http://schemas.openxmlformats.org/officeDocument/2006/relationships/slideMaster" Target="slideMasters/slideMaster7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54A4E7-E665-4929-B8EF-64844439C0F6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EECADA-A49C-4B40-9EDF-0776932F06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0594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CDD27-5BFC-D046-6F65-4D122AE18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A3876A-9398-5F44-1A35-642D09F024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FED489-E031-AA95-64AA-CFA3D16945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EB75D5-316E-3A01-3D2C-B2570673B0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397AF93-A1B4-4653-9B0D-7B2F2289E59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280246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CDD27-5BFC-D046-6F65-4D122AE18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A3876A-9398-5F44-1A35-642D09F024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FED489-E031-AA95-64AA-CFA3D16945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EB75D5-316E-3A01-3D2C-B2570673B0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397AF93-A1B4-4653-9B0D-7B2F2289E59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930204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CDD27-5BFC-D046-6F65-4D122AE18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A3876A-9398-5F44-1A35-642D09F024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FED489-E031-AA95-64AA-CFA3D16945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EB75D5-316E-3A01-3D2C-B2570673B0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397AF93-A1B4-4653-9B0D-7B2F2289E59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64394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CDD27-5BFC-D046-6F65-4D122AE18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A3876A-9398-5F44-1A35-642D09F024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FED489-E031-AA95-64AA-CFA3D16945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EB75D5-316E-3A01-3D2C-B2570673B0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397AF93-A1B4-4653-9B0D-7B2F2289E59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64356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12.emf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8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8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8.xml"/><Relationship Id="rId4" Type="http://schemas.openxmlformats.org/officeDocument/2006/relationships/image" Target="../media/image17.svg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8.xml"/><Relationship Id="rId4" Type="http://schemas.openxmlformats.org/officeDocument/2006/relationships/image" Target="../media/image17.svg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8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8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8.xml"/><Relationship Id="rId5" Type="http://schemas.openxmlformats.org/officeDocument/2006/relationships/hyperlink" Target="https://unsplash.com/s/photos/car-ride-freedom?utm_source=unsplash&amp;utm_medium=referral&amp;utm_content=creditCopyText" TargetMode="External"/><Relationship Id="rId4" Type="http://schemas.openxmlformats.org/officeDocument/2006/relationships/hyperlink" Target="https://unsplash.com/@lin_alessio?utm_source=unsplash&amp;utm_medium=referral&amp;utm_content=creditCopyText" TargetMode="Externa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8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8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8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8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8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8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8.xml"/><Relationship Id="rId5" Type="http://schemas.openxmlformats.org/officeDocument/2006/relationships/hyperlink" Target="https://unsplash.com/s/photos/ford?utm_source=unsplash&amp;utm_medium=referral&amp;utm_content=creditCopyText" TargetMode="External"/><Relationship Id="rId4" Type="http://schemas.openxmlformats.org/officeDocument/2006/relationships/hyperlink" Target="https://unsplash.com/@mills_digital_imaging?utm_source=unsplash&amp;utm_medium=referral&amp;utm_content=creditCopyText" TargetMode="Externa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8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8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image" Target="../media/image22.emf"/><Relationship Id="rId4" Type="http://schemas.openxmlformats.org/officeDocument/2006/relationships/oleObject" Target="../embeddings/oleObject1.bin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9.xml"/><Relationship Id="rId4" Type="http://schemas.openxmlformats.org/officeDocument/2006/relationships/image" Target="../media/image17.svg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9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9.xml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Master" Target="../slideMasters/slideMaster9.xml"/></Relationships>
</file>

<file path=ppt/slideLayouts/_rels/slideLayout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Master" Target="../slideMasters/slideMaster9.xml"/></Relationships>
</file>

<file path=ppt/slideLayouts/_rels/slideLayout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Master" Target="../slideMasters/slideMaster9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9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9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9.xml"/></Relationships>
</file>

<file path=ppt/slideLayouts/_rels/slideLayout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9.xml"/></Relationships>
</file>

<file path=ppt/slideLayouts/_rels/slideLayout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Master" Target="../slideMasters/slideMaster9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 descr="Light downward diagonal"/>
          <p:cNvSpPr>
            <a:spLocks noChangeArrowheads="1"/>
          </p:cNvSpPr>
          <p:nvPr/>
        </p:nvSpPr>
        <p:spPr bwMode="auto">
          <a:xfrm rot="10800000" flipV="1">
            <a:off x="0" y="0"/>
            <a:ext cx="12192000" cy="6858000"/>
          </a:xfrm>
          <a:prstGeom prst="rect">
            <a:avLst/>
          </a:prstGeom>
          <a:pattFill prst="ltDnDiag">
            <a:fgClr>
              <a:srgbClr val="73A8CF"/>
            </a:fgClr>
            <a:bgClr>
              <a:srgbClr val="5494C4"/>
            </a:bgClr>
          </a:patt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800" b="1">
              <a:solidFill>
                <a:srgbClr val="000000"/>
              </a:solidFill>
            </a:endParaRPr>
          </a:p>
        </p:txBody>
      </p:sp>
      <p:sp>
        <p:nvSpPr>
          <p:cNvPr id="3" name="AutoShape 3"/>
          <p:cNvSpPr>
            <a:spLocks noChangeArrowheads="1"/>
          </p:cNvSpPr>
          <p:nvPr/>
        </p:nvSpPr>
        <p:spPr bwMode="auto">
          <a:xfrm>
            <a:off x="203200" y="152400"/>
            <a:ext cx="11785600" cy="6096000"/>
          </a:xfrm>
          <a:prstGeom prst="roundRect">
            <a:avLst>
              <a:gd name="adj" fmla="val 4583"/>
            </a:avLst>
          </a:prstGeom>
          <a:solidFill>
            <a:schemeClr val="bg1"/>
          </a:solidFill>
          <a:ln w="9525">
            <a:solidFill>
              <a:srgbClr val="356F9B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800" b="1">
              <a:solidFill>
                <a:srgbClr val="000000"/>
              </a:solidFill>
            </a:endParaRP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218018" y="5981700"/>
            <a:ext cx="11762316" cy="6985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800" b="1">
              <a:solidFill>
                <a:srgbClr val="000000"/>
              </a:solidFill>
            </a:endParaRPr>
          </a:p>
        </p:txBody>
      </p:sp>
      <p:pic>
        <p:nvPicPr>
          <p:cNvPr id="5" name="Picture 5" descr="ppt_design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0" y="1301750"/>
            <a:ext cx="11684000" cy="534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Group 6"/>
          <p:cNvGrpSpPr>
            <a:grpSpLocks/>
          </p:cNvGrpSpPr>
          <p:nvPr/>
        </p:nvGrpSpPr>
        <p:grpSpPr bwMode="auto">
          <a:xfrm>
            <a:off x="10126133" y="5943600"/>
            <a:ext cx="1625600" cy="509588"/>
            <a:chOff x="4176" y="1056"/>
            <a:chExt cx="768" cy="321"/>
          </a:xfrm>
        </p:grpSpPr>
        <p:sp>
          <p:nvSpPr>
            <p:cNvPr id="7" name="AutoShape 7"/>
            <p:cNvSpPr>
              <a:spLocks noChangeAspect="1" noChangeArrowheads="1" noTextEdit="1"/>
            </p:cNvSpPr>
            <p:nvPr userDrawn="1"/>
          </p:nvSpPr>
          <p:spPr bwMode="auto">
            <a:xfrm>
              <a:off x="4176" y="1060"/>
              <a:ext cx="767" cy="3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800" b="1">
                <a:solidFill>
                  <a:srgbClr val="000000"/>
                </a:solidFill>
              </a:endParaRPr>
            </a:p>
          </p:txBody>
        </p:sp>
        <p:sp>
          <p:nvSpPr>
            <p:cNvPr id="8" name="Freeform 8"/>
            <p:cNvSpPr>
              <a:spLocks/>
            </p:cNvSpPr>
            <p:nvPr userDrawn="1"/>
          </p:nvSpPr>
          <p:spPr bwMode="auto">
            <a:xfrm>
              <a:off x="4176" y="1056"/>
              <a:ext cx="510" cy="177"/>
            </a:xfrm>
            <a:custGeom>
              <a:avLst/>
              <a:gdLst>
                <a:gd name="T0" fmla="*/ 435 w 367"/>
                <a:gd name="T1" fmla="*/ 82 h 128"/>
                <a:gd name="T2" fmla="*/ 743 w 367"/>
                <a:gd name="T3" fmla="*/ 19 h 128"/>
                <a:gd name="T4" fmla="*/ 985 w 367"/>
                <a:gd name="T5" fmla="*/ 36 h 128"/>
                <a:gd name="T6" fmla="*/ 680 w 367"/>
                <a:gd name="T7" fmla="*/ 6 h 128"/>
                <a:gd name="T8" fmla="*/ 0 w 367"/>
                <a:gd name="T9" fmla="*/ 339 h 128"/>
                <a:gd name="T10" fmla="*/ 435 w 367"/>
                <a:gd name="T11" fmla="*/ 82 h 12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67" h="128">
                  <a:moveTo>
                    <a:pt x="162" y="31"/>
                  </a:moveTo>
                  <a:cubicBezTo>
                    <a:pt x="198" y="18"/>
                    <a:pt x="236" y="9"/>
                    <a:pt x="277" y="7"/>
                  </a:cubicBezTo>
                  <a:cubicBezTo>
                    <a:pt x="308" y="6"/>
                    <a:pt x="338" y="8"/>
                    <a:pt x="367" y="14"/>
                  </a:cubicBezTo>
                  <a:cubicBezTo>
                    <a:pt x="332" y="4"/>
                    <a:pt x="293" y="0"/>
                    <a:pt x="253" y="2"/>
                  </a:cubicBezTo>
                  <a:cubicBezTo>
                    <a:pt x="142" y="8"/>
                    <a:pt x="47" y="58"/>
                    <a:pt x="0" y="128"/>
                  </a:cubicBezTo>
                  <a:cubicBezTo>
                    <a:pt x="43" y="84"/>
                    <a:pt x="99" y="50"/>
                    <a:pt x="162" y="3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800" b="1">
                <a:solidFill>
                  <a:srgbClr val="000000"/>
                </a:solidFill>
              </a:endParaRPr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4411" y="1071"/>
              <a:ext cx="533" cy="141"/>
            </a:xfrm>
            <a:custGeom>
              <a:avLst/>
              <a:gdLst>
                <a:gd name="T0" fmla="*/ 559 w 384"/>
                <a:gd name="T1" fmla="*/ 70 h 101"/>
                <a:gd name="T2" fmla="*/ 239 w 384"/>
                <a:gd name="T3" fmla="*/ 49 h 101"/>
                <a:gd name="T4" fmla="*/ 0 w 384"/>
                <a:gd name="T5" fmla="*/ 98 h 101"/>
                <a:gd name="T6" fmla="*/ 303 w 384"/>
                <a:gd name="T7" fmla="*/ 28 h 101"/>
                <a:gd name="T8" fmla="*/ 1027 w 384"/>
                <a:gd name="T9" fmla="*/ 275 h 101"/>
                <a:gd name="T10" fmla="*/ 559 w 384"/>
                <a:gd name="T11" fmla="*/ 70 h 10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84" h="101">
                  <a:moveTo>
                    <a:pt x="209" y="26"/>
                  </a:moveTo>
                  <a:cubicBezTo>
                    <a:pt x="171" y="18"/>
                    <a:pt x="131" y="15"/>
                    <a:pt x="89" y="18"/>
                  </a:cubicBezTo>
                  <a:cubicBezTo>
                    <a:pt x="58" y="21"/>
                    <a:pt x="28" y="27"/>
                    <a:pt x="0" y="36"/>
                  </a:cubicBezTo>
                  <a:cubicBezTo>
                    <a:pt x="34" y="22"/>
                    <a:pt x="72" y="13"/>
                    <a:pt x="113" y="10"/>
                  </a:cubicBezTo>
                  <a:cubicBezTo>
                    <a:pt x="225" y="0"/>
                    <a:pt x="327" y="38"/>
                    <a:pt x="384" y="101"/>
                  </a:cubicBezTo>
                  <a:cubicBezTo>
                    <a:pt x="335" y="63"/>
                    <a:pt x="274" y="36"/>
                    <a:pt x="209" y="2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800" b="1">
                <a:solidFill>
                  <a:srgbClr val="000000"/>
                </a:solidFill>
              </a:endParaRPr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4250" y="1216"/>
              <a:ext cx="165" cy="160"/>
            </a:xfrm>
            <a:custGeom>
              <a:avLst/>
              <a:gdLst>
                <a:gd name="T0" fmla="*/ 40 w 119"/>
                <a:gd name="T1" fmla="*/ 36 h 116"/>
                <a:gd name="T2" fmla="*/ 0 w 119"/>
                <a:gd name="T3" fmla="*/ 6 h 116"/>
                <a:gd name="T4" fmla="*/ 8 w 119"/>
                <a:gd name="T5" fmla="*/ 0 h 116"/>
                <a:gd name="T6" fmla="*/ 55 w 119"/>
                <a:gd name="T7" fmla="*/ 0 h 116"/>
                <a:gd name="T8" fmla="*/ 96 w 119"/>
                <a:gd name="T9" fmla="*/ 0 h 116"/>
                <a:gd name="T10" fmla="*/ 104 w 119"/>
                <a:gd name="T11" fmla="*/ 1 h 116"/>
                <a:gd name="T12" fmla="*/ 71 w 119"/>
                <a:gd name="T13" fmla="*/ 36 h 116"/>
                <a:gd name="T14" fmla="*/ 71 w 119"/>
                <a:gd name="T15" fmla="*/ 130 h 116"/>
                <a:gd name="T16" fmla="*/ 80 w 119"/>
                <a:gd name="T17" fmla="*/ 137 h 116"/>
                <a:gd name="T18" fmla="*/ 240 w 119"/>
                <a:gd name="T19" fmla="*/ 137 h 116"/>
                <a:gd name="T20" fmla="*/ 243 w 119"/>
                <a:gd name="T21" fmla="*/ 124 h 116"/>
                <a:gd name="T22" fmla="*/ 243 w 119"/>
                <a:gd name="T23" fmla="*/ 36 h 116"/>
                <a:gd name="T24" fmla="*/ 212 w 119"/>
                <a:gd name="T25" fmla="*/ 6 h 116"/>
                <a:gd name="T26" fmla="*/ 219 w 119"/>
                <a:gd name="T27" fmla="*/ 0 h 116"/>
                <a:gd name="T28" fmla="*/ 263 w 119"/>
                <a:gd name="T29" fmla="*/ 0 h 116"/>
                <a:gd name="T30" fmla="*/ 294 w 119"/>
                <a:gd name="T31" fmla="*/ 0 h 116"/>
                <a:gd name="T32" fmla="*/ 305 w 119"/>
                <a:gd name="T33" fmla="*/ 6 h 116"/>
                <a:gd name="T34" fmla="*/ 277 w 119"/>
                <a:gd name="T35" fmla="*/ 36 h 116"/>
                <a:gd name="T36" fmla="*/ 277 w 119"/>
                <a:gd name="T37" fmla="*/ 265 h 116"/>
                <a:gd name="T38" fmla="*/ 318 w 119"/>
                <a:gd name="T39" fmla="*/ 299 h 116"/>
                <a:gd name="T40" fmla="*/ 312 w 119"/>
                <a:gd name="T41" fmla="*/ 305 h 116"/>
                <a:gd name="T42" fmla="*/ 272 w 119"/>
                <a:gd name="T43" fmla="*/ 302 h 116"/>
                <a:gd name="T44" fmla="*/ 223 w 119"/>
                <a:gd name="T45" fmla="*/ 305 h 116"/>
                <a:gd name="T46" fmla="*/ 214 w 119"/>
                <a:gd name="T47" fmla="*/ 299 h 116"/>
                <a:gd name="T48" fmla="*/ 243 w 119"/>
                <a:gd name="T49" fmla="*/ 268 h 116"/>
                <a:gd name="T50" fmla="*/ 243 w 119"/>
                <a:gd name="T51" fmla="*/ 164 h 116"/>
                <a:gd name="T52" fmla="*/ 240 w 119"/>
                <a:gd name="T53" fmla="*/ 152 h 116"/>
                <a:gd name="T54" fmla="*/ 76 w 119"/>
                <a:gd name="T55" fmla="*/ 152 h 116"/>
                <a:gd name="T56" fmla="*/ 71 w 119"/>
                <a:gd name="T57" fmla="*/ 160 h 116"/>
                <a:gd name="T58" fmla="*/ 71 w 119"/>
                <a:gd name="T59" fmla="*/ 268 h 116"/>
                <a:gd name="T60" fmla="*/ 115 w 119"/>
                <a:gd name="T61" fmla="*/ 299 h 116"/>
                <a:gd name="T62" fmla="*/ 105 w 119"/>
                <a:gd name="T63" fmla="*/ 305 h 116"/>
                <a:gd name="T64" fmla="*/ 49 w 119"/>
                <a:gd name="T65" fmla="*/ 302 h 116"/>
                <a:gd name="T66" fmla="*/ 11 w 119"/>
                <a:gd name="T67" fmla="*/ 305 h 116"/>
                <a:gd name="T68" fmla="*/ 6 w 119"/>
                <a:gd name="T69" fmla="*/ 297 h 116"/>
                <a:gd name="T70" fmla="*/ 40 w 119"/>
                <a:gd name="T71" fmla="*/ 257 h 116"/>
                <a:gd name="T72" fmla="*/ 40 w 119"/>
                <a:gd name="T73" fmla="*/ 36 h 11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119" h="116">
                  <a:moveTo>
                    <a:pt x="15" y="14"/>
                  </a:moveTo>
                  <a:cubicBezTo>
                    <a:pt x="14" y="2"/>
                    <a:pt x="0" y="5"/>
                    <a:pt x="0" y="2"/>
                  </a:cubicBezTo>
                  <a:cubicBezTo>
                    <a:pt x="0" y="0"/>
                    <a:pt x="2" y="0"/>
                    <a:pt x="3" y="0"/>
                  </a:cubicBezTo>
                  <a:cubicBezTo>
                    <a:pt x="9" y="0"/>
                    <a:pt x="15" y="0"/>
                    <a:pt x="21" y="0"/>
                  </a:cubicBezTo>
                  <a:cubicBezTo>
                    <a:pt x="26" y="0"/>
                    <a:pt x="31" y="0"/>
                    <a:pt x="36" y="0"/>
                  </a:cubicBezTo>
                  <a:cubicBezTo>
                    <a:pt x="39" y="0"/>
                    <a:pt x="39" y="1"/>
                    <a:pt x="39" y="1"/>
                  </a:cubicBezTo>
                  <a:cubicBezTo>
                    <a:pt x="39" y="5"/>
                    <a:pt x="27" y="2"/>
                    <a:pt x="27" y="14"/>
                  </a:cubicBezTo>
                  <a:cubicBezTo>
                    <a:pt x="27" y="49"/>
                    <a:pt x="27" y="49"/>
                    <a:pt x="27" y="49"/>
                  </a:cubicBezTo>
                  <a:cubicBezTo>
                    <a:pt x="27" y="52"/>
                    <a:pt x="27" y="52"/>
                    <a:pt x="30" y="52"/>
                  </a:cubicBezTo>
                  <a:cubicBezTo>
                    <a:pt x="90" y="52"/>
                    <a:pt x="90" y="52"/>
                    <a:pt x="90" y="52"/>
                  </a:cubicBezTo>
                  <a:cubicBezTo>
                    <a:pt x="91" y="52"/>
                    <a:pt x="91" y="48"/>
                    <a:pt x="91" y="47"/>
                  </a:cubicBezTo>
                  <a:cubicBezTo>
                    <a:pt x="91" y="14"/>
                    <a:pt x="91" y="14"/>
                    <a:pt x="91" y="14"/>
                  </a:cubicBezTo>
                  <a:cubicBezTo>
                    <a:pt x="91" y="3"/>
                    <a:pt x="79" y="5"/>
                    <a:pt x="79" y="2"/>
                  </a:cubicBezTo>
                  <a:cubicBezTo>
                    <a:pt x="79" y="1"/>
                    <a:pt x="79" y="0"/>
                    <a:pt x="82" y="0"/>
                  </a:cubicBezTo>
                  <a:cubicBezTo>
                    <a:pt x="87" y="0"/>
                    <a:pt x="96" y="0"/>
                    <a:pt x="99" y="0"/>
                  </a:cubicBezTo>
                  <a:cubicBezTo>
                    <a:pt x="105" y="0"/>
                    <a:pt x="107" y="0"/>
                    <a:pt x="110" y="0"/>
                  </a:cubicBezTo>
                  <a:cubicBezTo>
                    <a:pt x="115" y="0"/>
                    <a:pt x="115" y="1"/>
                    <a:pt x="115" y="2"/>
                  </a:cubicBezTo>
                  <a:cubicBezTo>
                    <a:pt x="115" y="5"/>
                    <a:pt x="104" y="3"/>
                    <a:pt x="104" y="14"/>
                  </a:cubicBezTo>
                  <a:cubicBezTo>
                    <a:pt x="104" y="101"/>
                    <a:pt x="104" y="101"/>
                    <a:pt x="104" y="101"/>
                  </a:cubicBezTo>
                  <a:cubicBezTo>
                    <a:pt x="104" y="113"/>
                    <a:pt x="119" y="110"/>
                    <a:pt x="119" y="114"/>
                  </a:cubicBezTo>
                  <a:cubicBezTo>
                    <a:pt x="119" y="114"/>
                    <a:pt x="118" y="116"/>
                    <a:pt x="117" y="116"/>
                  </a:cubicBezTo>
                  <a:cubicBezTo>
                    <a:pt x="113" y="116"/>
                    <a:pt x="108" y="115"/>
                    <a:pt x="102" y="115"/>
                  </a:cubicBezTo>
                  <a:cubicBezTo>
                    <a:pt x="91" y="115"/>
                    <a:pt x="87" y="116"/>
                    <a:pt x="84" y="116"/>
                  </a:cubicBezTo>
                  <a:cubicBezTo>
                    <a:pt x="82" y="116"/>
                    <a:pt x="80" y="116"/>
                    <a:pt x="80" y="114"/>
                  </a:cubicBezTo>
                  <a:cubicBezTo>
                    <a:pt x="80" y="110"/>
                    <a:pt x="91" y="112"/>
                    <a:pt x="91" y="102"/>
                  </a:cubicBezTo>
                  <a:cubicBezTo>
                    <a:pt x="91" y="62"/>
                    <a:pt x="91" y="62"/>
                    <a:pt x="91" y="62"/>
                  </a:cubicBezTo>
                  <a:cubicBezTo>
                    <a:pt x="91" y="60"/>
                    <a:pt x="92" y="58"/>
                    <a:pt x="90" y="58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27" y="58"/>
                    <a:pt x="27" y="59"/>
                    <a:pt x="27" y="61"/>
                  </a:cubicBezTo>
                  <a:cubicBezTo>
                    <a:pt x="27" y="102"/>
                    <a:pt x="27" y="102"/>
                    <a:pt x="27" y="102"/>
                  </a:cubicBezTo>
                  <a:cubicBezTo>
                    <a:pt x="27" y="113"/>
                    <a:pt x="43" y="109"/>
                    <a:pt x="43" y="114"/>
                  </a:cubicBezTo>
                  <a:cubicBezTo>
                    <a:pt x="43" y="115"/>
                    <a:pt x="42" y="116"/>
                    <a:pt x="40" y="116"/>
                  </a:cubicBezTo>
                  <a:cubicBezTo>
                    <a:pt x="38" y="116"/>
                    <a:pt x="26" y="115"/>
                    <a:pt x="18" y="115"/>
                  </a:cubicBezTo>
                  <a:cubicBezTo>
                    <a:pt x="6" y="115"/>
                    <a:pt x="4" y="116"/>
                    <a:pt x="4" y="116"/>
                  </a:cubicBezTo>
                  <a:cubicBezTo>
                    <a:pt x="2" y="116"/>
                    <a:pt x="2" y="115"/>
                    <a:pt x="2" y="113"/>
                  </a:cubicBezTo>
                  <a:cubicBezTo>
                    <a:pt x="2" y="108"/>
                    <a:pt x="15" y="114"/>
                    <a:pt x="15" y="98"/>
                  </a:cubicBezTo>
                  <a:lnTo>
                    <a:pt x="15" y="14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800" b="1">
                <a:solidFill>
                  <a:srgbClr val="000000"/>
                </a:solidFill>
              </a:endParaRPr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4428" y="1213"/>
              <a:ext cx="153" cy="164"/>
            </a:xfrm>
            <a:custGeom>
              <a:avLst/>
              <a:gdLst>
                <a:gd name="T0" fmla="*/ 152 w 111"/>
                <a:gd name="T1" fmla="*/ 0 h 119"/>
                <a:gd name="T2" fmla="*/ 267 w 111"/>
                <a:gd name="T3" fmla="*/ 34 h 119"/>
                <a:gd name="T4" fmla="*/ 277 w 111"/>
                <a:gd name="T5" fmla="*/ 29 h 119"/>
                <a:gd name="T6" fmla="*/ 285 w 111"/>
                <a:gd name="T7" fmla="*/ 65 h 119"/>
                <a:gd name="T8" fmla="*/ 283 w 111"/>
                <a:gd name="T9" fmla="*/ 102 h 119"/>
                <a:gd name="T10" fmla="*/ 272 w 111"/>
                <a:gd name="T11" fmla="*/ 85 h 119"/>
                <a:gd name="T12" fmla="*/ 160 w 111"/>
                <a:gd name="T13" fmla="*/ 14 h 119"/>
                <a:gd name="T14" fmla="*/ 36 w 111"/>
                <a:gd name="T15" fmla="*/ 150 h 119"/>
                <a:gd name="T16" fmla="*/ 161 w 111"/>
                <a:gd name="T17" fmla="*/ 298 h 119"/>
                <a:gd name="T18" fmla="*/ 277 w 111"/>
                <a:gd name="T19" fmla="*/ 236 h 119"/>
                <a:gd name="T20" fmla="*/ 283 w 111"/>
                <a:gd name="T21" fmla="*/ 230 h 119"/>
                <a:gd name="T22" fmla="*/ 289 w 111"/>
                <a:gd name="T23" fmla="*/ 236 h 119"/>
                <a:gd name="T24" fmla="*/ 277 w 111"/>
                <a:gd name="T25" fmla="*/ 277 h 119"/>
                <a:gd name="T26" fmla="*/ 150 w 111"/>
                <a:gd name="T27" fmla="*/ 311 h 119"/>
                <a:gd name="T28" fmla="*/ 0 w 111"/>
                <a:gd name="T29" fmla="*/ 161 h 119"/>
                <a:gd name="T30" fmla="*/ 152 w 111"/>
                <a:gd name="T31" fmla="*/ 0 h 11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11" h="119">
                  <a:moveTo>
                    <a:pt x="58" y="0"/>
                  </a:moveTo>
                  <a:cubicBezTo>
                    <a:pt x="89" y="0"/>
                    <a:pt x="98" y="13"/>
                    <a:pt x="102" y="13"/>
                  </a:cubicBezTo>
                  <a:cubicBezTo>
                    <a:pt x="104" y="13"/>
                    <a:pt x="105" y="11"/>
                    <a:pt x="106" y="11"/>
                  </a:cubicBezTo>
                  <a:cubicBezTo>
                    <a:pt x="108" y="11"/>
                    <a:pt x="108" y="14"/>
                    <a:pt x="109" y="25"/>
                  </a:cubicBezTo>
                  <a:cubicBezTo>
                    <a:pt x="109" y="33"/>
                    <a:pt x="111" y="39"/>
                    <a:pt x="108" y="39"/>
                  </a:cubicBezTo>
                  <a:cubicBezTo>
                    <a:pt x="106" y="39"/>
                    <a:pt x="105" y="34"/>
                    <a:pt x="104" y="33"/>
                  </a:cubicBezTo>
                  <a:cubicBezTo>
                    <a:pt x="94" y="16"/>
                    <a:pt x="82" y="5"/>
                    <a:pt x="61" y="5"/>
                  </a:cubicBezTo>
                  <a:cubicBezTo>
                    <a:pt x="29" y="5"/>
                    <a:pt x="14" y="26"/>
                    <a:pt x="14" y="57"/>
                  </a:cubicBezTo>
                  <a:cubicBezTo>
                    <a:pt x="14" y="85"/>
                    <a:pt x="30" y="114"/>
                    <a:pt x="62" y="114"/>
                  </a:cubicBezTo>
                  <a:cubicBezTo>
                    <a:pt x="87" y="114"/>
                    <a:pt x="103" y="97"/>
                    <a:pt x="106" y="90"/>
                  </a:cubicBezTo>
                  <a:cubicBezTo>
                    <a:pt x="106" y="89"/>
                    <a:pt x="107" y="88"/>
                    <a:pt x="108" y="88"/>
                  </a:cubicBezTo>
                  <a:cubicBezTo>
                    <a:pt x="109" y="88"/>
                    <a:pt x="110" y="89"/>
                    <a:pt x="110" y="90"/>
                  </a:cubicBezTo>
                  <a:cubicBezTo>
                    <a:pt x="106" y="106"/>
                    <a:pt x="106" y="106"/>
                    <a:pt x="106" y="106"/>
                  </a:cubicBezTo>
                  <a:cubicBezTo>
                    <a:pt x="106" y="107"/>
                    <a:pt x="94" y="119"/>
                    <a:pt x="57" y="119"/>
                  </a:cubicBezTo>
                  <a:cubicBezTo>
                    <a:pt x="24" y="119"/>
                    <a:pt x="0" y="96"/>
                    <a:pt x="0" y="62"/>
                  </a:cubicBezTo>
                  <a:cubicBezTo>
                    <a:pt x="0" y="28"/>
                    <a:pt x="24" y="0"/>
                    <a:pt x="58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800" b="1">
                <a:solidFill>
                  <a:srgbClr val="000000"/>
                </a:solidFill>
              </a:endParaRPr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592" y="1213"/>
              <a:ext cx="110" cy="164"/>
            </a:xfrm>
            <a:custGeom>
              <a:avLst/>
              <a:gdLst>
                <a:gd name="T0" fmla="*/ 0 w 79"/>
                <a:gd name="T1" fmla="*/ 234 h 119"/>
                <a:gd name="T2" fmla="*/ 6 w 79"/>
                <a:gd name="T3" fmla="*/ 221 h 119"/>
                <a:gd name="T4" fmla="*/ 14 w 79"/>
                <a:gd name="T5" fmla="*/ 234 h 119"/>
                <a:gd name="T6" fmla="*/ 109 w 79"/>
                <a:gd name="T7" fmla="*/ 298 h 119"/>
                <a:gd name="T8" fmla="*/ 188 w 79"/>
                <a:gd name="T9" fmla="*/ 230 h 119"/>
                <a:gd name="T10" fmla="*/ 11 w 79"/>
                <a:gd name="T11" fmla="*/ 81 h 119"/>
                <a:gd name="T12" fmla="*/ 109 w 79"/>
                <a:gd name="T13" fmla="*/ 0 h 119"/>
                <a:gd name="T14" fmla="*/ 184 w 79"/>
                <a:gd name="T15" fmla="*/ 15 h 119"/>
                <a:gd name="T16" fmla="*/ 192 w 79"/>
                <a:gd name="T17" fmla="*/ 11 h 119"/>
                <a:gd name="T18" fmla="*/ 198 w 79"/>
                <a:gd name="T19" fmla="*/ 19 h 119"/>
                <a:gd name="T20" fmla="*/ 206 w 79"/>
                <a:gd name="T21" fmla="*/ 76 h 119"/>
                <a:gd name="T22" fmla="*/ 199 w 79"/>
                <a:gd name="T23" fmla="*/ 81 h 119"/>
                <a:gd name="T24" fmla="*/ 188 w 79"/>
                <a:gd name="T25" fmla="*/ 69 h 119"/>
                <a:gd name="T26" fmla="*/ 104 w 79"/>
                <a:gd name="T27" fmla="*/ 14 h 119"/>
                <a:gd name="T28" fmla="*/ 33 w 79"/>
                <a:gd name="T29" fmla="*/ 69 h 119"/>
                <a:gd name="T30" fmla="*/ 213 w 79"/>
                <a:gd name="T31" fmla="*/ 221 h 119"/>
                <a:gd name="T32" fmla="*/ 88 w 79"/>
                <a:gd name="T33" fmla="*/ 311 h 119"/>
                <a:gd name="T34" fmla="*/ 11 w 79"/>
                <a:gd name="T35" fmla="*/ 288 h 119"/>
                <a:gd name="T36" fmla="*/ 0 w 79"/>
                <a:gd name="T37" fmla="*/ 234 h 119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79" h="119">
                  <a:moveTo>
                    <a:pt x="0" y="89"/>
                  </a:moveTo>
                  <a:cubicBezTo>
                    <a:pt x="0" y="85"/>
                    <a:pt x="1" y="84"/>
                    <a:pt x="2" y="84"/>
                  </a:cubicBezTo>
                  <a:cubicBezTo>
                    <a:pt x="4" y="84"/>
                    <a:pt x="4" y="86"/>
                    <a:pt x="5" y="89"/>
                  </a:cubicBezTo>
                  <a:cubicBezTo>
                    <a:pt x="7" y="97"/>
                    <a:pt x="17" y="114"/>
                    <a:pt x="40" y="114"/>
                  </a:cubicBezTo>
                  <a:cubicBezTo>
                    <a:pt x="55" y="114"/>
                    <a:pt x="70" y="105"/>
                    <a:pt x="70" y="88"/>
                  </a:cubicBezTo>
                  <a:cubicBezTo>
                    <a:pt x="70" y="56"/>
                    <a:pt x="4" y="74"/>
                    <a:pt x="4" y="31"/>
                  </a:cubicBezTo>
                  <a:cubicBezTo>
                    <a:pt x="4" y="10"/>
                    <a:pt x="21" y="0"/>
                    <a:pt x="40" y="0"/>
                  </a:cubicBezTo>
                  <a:cubicBezTo>
                    <a:pt x="60" y="0"/>
                    <a:pt x="66" y="6"/>
                    <a:pt x="68" y="6"/>
                  </a:cubicBezTo>
                  <a:cubicBezTo>
                    <a:pt x="69" y="6"/>
                    <a:pt x="70" y="4"/>
                    <a:pt x="71" y="4"/>
                  </a:cubicBezTo>
                  <a:cubicBezTo>
                    <a:pt x="72" y="4"/>
                    <a:pt x="73" y="5"/>
                    <a:pt x="73" y="7"/>
                  </a:cubicBezTo>
                  <a:cubicBezTo>
                    <a:pt x="76" y="29"/>
                    <a:pt x="76" y="29"/>
                    <a:pt x="76" y="29"/>
                  </a:cubicBezTo>
                  <a:cubicBezTo>
                    <a:pt x="76" y="30"/>
                    <a:pt x="76" y="31"/>
                    <a:pt x="74" y="31"/>
                  </a:cubicBezTo>
                  <a:cubicBezTo>
                    <a:pt x="72" y="31"/>
                    <a:pt x="71" y="28"/>
                    <a:pt x="70" y="26"/>
                  </a:cubicBezTo>
                  <a:cubicBezTo>
                    <a:pt x="66" y="12"/>
                    <a:pt x="54" y="5"/>
                    <a:pt x="39" y="5"/>
                  </a:cubicBezTo>
                  <a:cubicBezTo>
                    <a:pt x="26" y="5"/>
                    <a:pt x="12" y="11"/>
                    <a:pt x="12" y="26"/>
                  </a:cubicBezTo>
                  <a:cubicBezTo>
                    <a:pt x="12" y="57"/>
                    <a:pt x="79" y="39"/>
                    <a:pt x="79" y="84"/>
                  </a:cubicBezTo>
                  <a:cubicBezTo>
                    <a:pt x="79" y="98"/>
                    <a:pt x="69" y="119"/>
                    <a:pt x="32" y="119"/>
                  </a:cubicBezTo>
                  <a:cubicBezTo>
                    <a:pt x="20" y="119"/>
                    <a:pt x="5" y="113"/>
                    <a:pt x="4" y="110"/>
                  </a:cubicBezTo>
                  <a:lnTo>
                    <a:pt x="0" y="8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800" b="1">
                <a:solidFill>
                  <a:srgbClr val="000000"/>
                </a:solidFill>
              </a:endParaRPr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718" y="1213"/>
              <a:ext cx="154" cy="164"/>
            </a:xfrm>
            <a:custGeom>
              <a:avLst/>
              <a:gdLst>
                <a:gd name="T0" fmla="*/ 158 w 111"/>
                <a:gd name="T1" fmla="*/ 0 h 119"/>
                <a:gd name="T2" fmla="*/ 275 w 111"/>
                <a:gd name="T3" fmla="*/ 34 h 119"/>
                <a:gd name="T4" fmla="*/ 284 w 111"/>
                <a:gd name="T5" fmla="*/ 29 h 119"/>
                <a:gd name="T6" fmla="*/ 290 w 111"/>
                <a:gd name="T7" fmla="*/ 65 h 119"/>
                <a:gd name="T8" fmla="*/ 289 w 111"/>
                <a:gd name="T9" fmla="*/ 102 h 119"/>
                <a:gd name="T10" fmla="*/ 277 w 111"/>
                <a:gd name="T11" fmla="*/ 85 h 119"/>
                <a:gd name="T12" fmla="*/ 164 w 111"/>
                <a:gd name="T13" fmla="*/ 14 h 119"/>
                <a:gd name="T14" fmla="*/ 36 w 111"/>
                <a:gd name="T15" fmla="*/ 150 h 119"/>
                <a:gd name="T16" fmla="*/ 165 w 111"/>
                <a:gd name="T17" fmla="*/ 298 h 119"/>
                <a:gd name="T18" fmla="*/ 283 w 111"/>
                <a:gd name="T19" fmla="*/ 236 h 119"/>
                <a:gd name="T20" fmla="*/ 289 w 111"/>
                <a:gd name="T21" fmla="*/ 230 h 119"/>
                <a:gd name="T22" fmla="*/ 294 w 111"/>
                <a:gd name="T23" fmla="*/ 236 h 119"/>
                <a:gd name="T24" fmla="*/ 283 w 111"/>
                <a:gd name="T25" fmla="*/ 277 h 119"/>
                <a:gd name="T26" fmla="*/ 153 w 111"/>
                <a:gd name="T27" fmla="*/ 311 h 119"/>
                <a:gd name="T28" fmla="*/ 0 w 111"/>
                <a:gd name="T29" fmla="*/ 161 h 119"/>
                <a:gd name="T30" fmla="*/ 158 w 111"/>
                <a:gd name="T31" fmla="*/ 0 h 11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11" h="119">
                  <a:moveTo>
                    <a:pt x="59" y="0"/>
                  </a:moveTo>
                  <a:cubicBezTo>
                    <a:pt x="89" y="0"/>
                    <a:pt x="98" y="13"/>
                    <a:pt x="103" y="13"/>
                  </a:cubicBezTo>
                  <a:cubicBezTo>
                    <a:pt x="104" y="13"/>
                    <a:pt x="105" y="11"/>
                    <a:pt x="107" y="11"/>
                  </a:cubicBezTo>
                  <a:cubicBezTo>
                    <a:pt x="108" y="11"/>
                    <a:pt x="108" y="14"/>
                    <a:pt x="109" y="25"/>
                  </a:cubicBezTo>
                  <a:cubicBezTo>
                    <a:pt x="109" y="33"/>
                    <a:pt x="111" y="39"/>
                    <a:pt x="108" y="39"/>
                  </a:cubicBezTo>
                  <a:cubicBezTo>
                    <a:pt x="106" y="39"/>
                    <a:pt x="105" y="34"/>
                    <a:pt x="104" y="33"/>
                  </a:cubicBezTo>
                  <a:cubicBezTo>
                    <a:pt x="94" y="16"/>
                    <a:pt x="82" y="5"/>
                    <a:pt x="61" y="5"/>
                  </a:cubicBezTo>
                  <a:cubicBezTo>
                    <a:pt x="29" y="5"/>
                    <a:pt x="14" y="26"/>
                    <a:pt x="14" y="57"/>
                  </a:cubicBezTo>
                  <a:cubicBezTo>
                    <a:pt x="14" y="85"/>
                    <a:pt x="30" y="114"/>
                    <a:pt x="62" y="114"/>
                  </a:cubicBezTo>
                  <a:cubicBezTo>
                    <a:pt x="88" y="114"/>
                    <a:pt x="104" y="97"/>
                    <a:pt x="106" y="90"/>
                  </a:cubicBezTo>
                  <a:cubicBezTo>
                    <a:pt x="106" y="89"/>
                    <a:pt x="107" y="88"/>
                    <a:pt x="108" y="88"/>
                  </a:cubicBezTo>
                  <a:cubicBezTo>
                    <a:pt x="109" y="88"/>
                    <a:pt x="110" y="89"/>
                    <a:pt x="110" y="90"/>
                  </a:cubicBezTo>
                  <a:cubicBezTo>
                    <a:pt x="106" y="106"/>
                    <a:pt x="106" y="106"/>
                    <a:pt x="106" y="106"/>
                  </a:cubicBezTo>
                  <a:cubicBezTo>
                    <a:pt x="106" y="107"/>
                    <a:pt x="94" y="119"/>
                    <a:pt x="57" y="119"/>
                  </a:cubicBezTo>
                  <a:cubicBezTo>
                    <a:pt x="24" y="119"/>
                    <a:pt x="0" y="96"/>
                    <a:pt x="0" y="62"/>
                  </a:cubicBezTo>
                  <a:cubicBezTo>
                    <a:pt x="0" y="28"/>
                    <a:pt x="24" y="0"/>
                    <a:pt x="59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800" b="1">
                <a:solidFill>
                  <a:srgbClr val="000000"/>
                </a:solidFill>
              </a:endParaRPr>
            </a:p>
          </p:txBody>
        </p:sp>
      </p:grpSp>
      <p:sp>
        <p:nvSpPr>
          <p:cNvPr id="15" name="Rectangle 35"/>
          <p:cNvSpPr>
            <a:spLocks noGrp="1"/>
          </p:cNvSpPr>
          <p:nvPr>
            <p:ph type="subTitle" idx="1"/>
          </p:nvPr>
        </p:nvSpPr>
        <p:spPr>
          <a:xfrm>
            <a:off x="1524001" y="3689351"/>
            <a:ext cx="5484284" cy="282129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6" name="Text Placeholder 11"/>
          <p:cNvSpPr>
            <a:spLocks noGrp="1"/>
          </p:cNvSpPr>
          <p:nvPr>
            <p:ph type="body" sz="quarter" idx="11"/>
          </p:nvPr>
        </p:nvSpPr>
        <p:spPr>
          <a:xfrm>
            <a:off x="1549401" y="4176329"/>
            <a:ext cx="5507616" cy="169277"/>
          </a:xfrm>
        </p:spPr>
        <p:txBody>
          <a:bodyPr/>
          <a:lstStyle>
            <a:lvl1pPr marL="0" indent="0">
              <a:buNone/>
              <a:defRPr sz="110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2" hasCustomPrompt="1"/>
          </p:nvPr>
        </p:nvSpPr>
        <p:spPr>
          <a:xfrm>
            <a:off x="1520755" y="2721230"/>
            <a:ext cx="7724845" cy="731520"/>
          </a:xfrm>
        </p:spPr>
        <p:txBody>
          <a:bodyPr/>
          <a:lstStyle>
            <a:lvl1pPr marL="0" indent="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lang="en-US" sz="2800" b="1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108156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 descr="Light downward diagonal"/>
          <p:cNvSpPr>
            <a:spLocks noChangeArrowheads="1"/>
          </p:cNvSpPr>
          <p:nvPr/>
        </p:nvSpPr>
        <p:spPr bwMode="auto">
          <a:xfrm rot="10800000" flipV="1">
            <a:off x="0" y="0"/>
            <a:ext cx="12192000" cy="6858000"/>
          </a:xfrm>
          <a:prstGeom prst="rect">
            <a:avLst/>
          </a:prstGeom>
          <a:pattFill prst="ltDnDiag">
            <a:fgClr>
              <a:srgbClr val="73A8CF"/>
            </a:fgClr>
            <a:bgClr>
              <a:srgbClr val="5494C4"/>
            </a:bgClr>
          </a:patt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800" b="1">
              <a:solidFill>
                <a:srgbClr val="000000"/>
              </a:solidFill>
            </a:endParaRPr>
          </a:p>
        </p:txBody>
      </p:sp>
      <p:sp>
        <p:nvSpPr>
          <p:cNvPr id="3" name="AutoShape 3"/>
          <p:cNvSpPr>
            <a:spLocks noChangeArrowheads="1"/>
          </p:cNvSpPr>
          <p:nvPr/>
        </p:nvSpPr>
        <p:spPr bwMode="auto">
          <a:xfrm>
            <a:off x="203200" y="152400"/>
            <a:ext cx="11785600" cy="6096000"/>
          </a:xfrm>
          <a:prstGeom prst="roundRect">
            <a:avLst>
              <a:gd name="adj" fmla="val 4583"/>
            </a:avLst>
          </a:prstGeom>
          <a:solidFill>
            <a:schemeClr val="bg1"/>
          </a:solidFill>
          <a:ln w="9525">
            <a:solidFill>
              <a:srgbClr val="356F9B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800" b="1">
              <a:solidFill>
                <a:srgbClr val="000000"/>
              </a:solidFill>
            </a:endParaRP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218018" y="5981700"/>
            <a:ext cx="11762316" cy="6985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800" b="1">
              <a:solidFill>
                <a:srgbClr val="000000"/>
              </a:solidFill>
            </a:endParaRPr>
          </a:p>
        </p:txBody>
      </p:sp>
      <p:pic>
        <p:nvPicPr>
          <p:cNvPr id="5" name="Picture 5" descr="ppt_design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/>
          <a:stretch>
            <a:fillRect/>
          </a:stretch>
        </p:blipFill>
        <p:spPr bwMode="auto">
          <a:xfrm>
            <a:off x="254000" y="1301750"/>
            <a:ext cx="11684000" cy="534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Group 6"/>
          <p:cNvGrpSpPr>
            <a:grpSpLocks/>
          </p:cNvGrpSpPr>
          <p:nvPr/>
        </p:nvGrpSpPr>
        <p:grpSpPr bwMode="auto">
          <a:xfrm>
            <a:off x="10126133" y="5943600"/>
            <a:ext cx="1625600" cy="509588"/>
            <a:chOff x="4176" y="1056"/>
            <a:chExt cx="768" cy="321"/>
          </a:xfrm>
        </p:grpSpPr>
        <p:sp>
          <p:nvSpPr>
            <p:cNvPr id="7" name="AutoShape 7"/>
            <p:cNvSpPr>
              <a:spLocks noChangeAspect="1" noChangeArrowheads="1" noTextEdit="1"/>
            </p:cNvSpPr>
            <p:nvPr userDrawn="1"/>
          </p:nvSpPr>
          <p:spPr bwMode="auto">
            <a:xfrm>
              <a:off x="4176" y="1060"/>
              <a:ext cx="767" cy="3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800" b="1">
                <a:solidFill>
                  <a:srgbClr val="000000"/>
                </a:solidFill>
              </a:endParaRPr>
            </a:p>
          </p:txBody>
        </p:sp>
        <p:sp>
          <p:nvSpPr>
            <p:cNvPr id="8" name="Freeform 8"/>
            <p:cNvSpPr>
              <a:spLocks/>
            </p:cNvSpPr>
            <p:nvPr userDrawn="1"/>
          </p:nvSpPr>
          <p:spPr bwMode="auto">
            <a:xfrm>
              <a:off x="4176" y="1056"/>
              <a:ext cx="510" cy="177"/>
            </a:xfrm>
            <a:custGeom>
              <a:avLst/>
              <a:gdLst>
                <a:gd name="T0" fmla="*/ 435 w 367"/>
                <a:gd name="T1" fmla="*/ 82 h 128"/>
                <a:gd name="T2" fmla="*/ 743 w 367"/>
                <a:gd name="T3" fmla="*/ 19 h 128"/>
                <a:gd name="T4" fmla="*/ 985 w 367"/>
                <a:gd name="T5" fmla="*/ 36 h 128"/>
                <a:gd name="T6" fmla="*/ 680 w 367"/>
                <a:gd name="T7" fmla="*/ 6 h 128"/>
                <a:gd name="T8" fmla="*/ 0 w 367"/>
                <a:gd name="T9" fmla="*/ 339 h 128"/>
                <a:gd name="T10" fmla="*/ 435 w 367"/>
                <a:gd name="T11" fmla="*/ 82 h 12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67" h="128">
                  <a:moveTo>
                    <a:pt x="162" y="31"/>
                  </a:moveTo>
                  <a:cubicBezTo>
                    <a:pt x="198" y="18"/>
                    <a:pt x="236" y="9"/>
                    <a:pt x="277" y="7"/>
                  </a:cubicBezTo>
                  <a:cubicBezTo>
                    <a:pt x="308" y="6"/>
                    <a:pt x="338" y="8"/>
                    <a:pt x="367" y="14"/>
                  </a:cubicBezTo>
                  <a:cubicBezTo>
                    <a:pt x="332" y="4"/>
                    <a:pt x="293" y="0"/>
                    <a:pt x="253" y="2"/>
                  </a:cubicBezTo>
                  <a:cubicBezTo>
                    <a:pt x="142" y="8"/>
                    <a:pt x="47" y="58"/>
                    <a:pt x="0" y="128"/>
                  </a:cubicBezTo>
                  <a:cubicBezTo>
                    <a:pt x="43" y="84"/>
                    <a:pt x="99" y="50"/>
                    <a:pt x="162" y="3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800" b="1">
                <a:solidFill>
                  <a:srgbClr val="000000"/>
                </a:solidFill>
              </a:endParaRPr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4411" y="1071"/>
              <a:ext cx="533" cy="141"/>
            </a:xfrm>
            <a:custGeom>
              <a:avLst/>
              <a:gdLst>
                <a:gd name="T0" fmla="*/ 559 w 384"/>
                <a:gd name="T1" fmla="*/ 70 h 101"/>
                <a:gd name="T2" fmla="*/ 239 w 384"/>
                <a:gd name="T3" fmla="*/ 49 h 101"/>
                <a:gd name="T4" fmla="*/ 0 w 384"/>
                <a:gd name="T5" fmla="*/ 98 h 101"/>
                <a:gd name="T6" fmla="*/ 303 w 384"/>
                <a:gd name="T7" fmla="*/ 28 h 101"/>
                <a:gd name="T8" fmla="*/ 1027 w 384"/>
                <a:gd name="T9" fmla="*/ 275 h 101"/>
                <a:gd name="T10" fmla="*/ 559 w 384"/>
                <a:gd name="T11" fmla="*/ 70 h 10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84" h="101">
                  <a:moveTo>
                    <a:pt x="209" y="26"/>
                  </a:moveTo>
                  <a:cubicBezTo>
                    <a:pt x="171" y="18"/>
                    <a:pt x="131" y="15"/>
                    <a:pt x="89" y="18"/>
                  </a:cubicBezTo>
                  <a:cubicBezTo>
                    <a:pt x="58" y="21"/>
                    <a:pt x="28" y="27"/>
                    <a:pt x="0" y="36"/>
                  </a:cubicBezTo>
                  <a:cubicBezTo>
                    <a:pt x="34" y="22"/>
                    <a:pt x="72" y="13"/>
                    <a:pt x="113" y="10"/>
                  </a:cubicBezTo>
                  <a:cubicBezTo>
                    <a:pt x="225" y="0"/>
                    <a:pt x="327" y="38"/>
                    <a:pt x="384" y="101"/>
                  </a:cubicBezTo>
                  <a:cubicBezTo>
                    <a:pt x="335" y="63"/>
                    <a:pt x="274" y="36"/>
                    <a:pt x="209" y="2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800" b="1">
                <a:solidFill>
                  <a:srgbClr val="000000"/>
                </a:solidFill>
              </a:endParaRPr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4250" y="1216"/>
              <a:ext cx="165" cy="160"/>
            </a:xfrm>
            <a:custGeom>
              <a:avLst/>
              <a:gdLst>
                <a:gd name="T0" fmla="*/ 40 w 119"/>
                <a:gd name="T1" fmla="*/ 36 h 116"/>
                <a:gd name="T2" fmla="*/ 0 w 119"/>
                <a:gd name="T3" fmla="*/ 6 h 116"/>
                <a:gd name="T4" fmla="*/ 8 w 119"/>
                <a:gd name="T5" fmla="*/ 0 h 116"/>
                <a:gd name="T6" fmla="*/ 55 w 119"/>
                <a:gd name="T7" fmla="*/ 0 h 116"/>
                <a:gd name="T8" fmla="*/ 96 w 119"/>
                <a:gd name="T9" fmla="*/ 0 h 116"/>
                <a:gd name="T10" fmla="*/ 104 w 119"/>
                <a:gd name="T11" fmla="*/ 1 h 116"/>
                <a:gd name="T12" fmla="*/ 71 w 119"/>
                <a:gd name="T13" fmla="*/ 36 h 116"/>
                <a:gd name="T14" fmla="*/ 71 w 119"/>
                <a:gd name="T15" fmla="*/ 130 h 116"/>
                <a:gd name="T16" fmla="*/ 80 w 119"/>
                <a:gd name="T17" fmla="*/ 137 h 116"/>
                <a:gd name="T18" fmla="*/ 240 w 119"/>
                <a:gd name="T19" fmla="*/ 137 h 116"/>
                <a:gd name="T20" fmla="*/ 243 w 119"/>
                <a:gd name="T21" fmla="*/ 124 h 116"/>
                <a:gd name="T22" fmla="*/ 243 w 119"/>
                <a:gd name="T23" fmla="*/ 36 h 116"/>
                <a:gd name="T24" fmla="*/ 212 w 119"/>
                <a:gd name="T25" fmla="*/ 6 h 116"/>
                <a:gd name="T26" fmla="*/ 219 w 119"/>
                <a:gd name="T27" fmla="*/ 0 h 116"/>
                <a:gd name="T28" fmla="*/ 263 w 119"/>
                <a:gd name="T29" fmla="*/ 0 h 116"/>
                <a:gd name="T30" fmla="*/ 294 w 119"/>
                <a:gd name="T31" fmla="*/ 0 h 116"/>
                <a:gd name="T32" fmla="*/ 305 w 119"/>
                <a:gd name="T33" fmla="*/ 6 h 116"/>
                <a:gd name="T34" fmla="*/ 277 w 119"/>
                <a:gd name="T35" fmla="*/ 36 h 116"/>
                <a:gd name="T36" fmla="*/ 277 w 119"/>
                <a:gd name="T37" fmla="*/ 265 h 116"/>
                <a:gd name="T38" fmla="*/ 318 w 119"/>
                <a:gd name="T39" fmla="*/ 299 h 116"/>
                <a:gd name="T40" fmla="*/ 312 w 119"/>
                <a:gd name="T41" fmla="*/ 305 h 116"/>
                <a:gd name="T42" fmla="*/ 272 w 119"/>
                <a:gd name="T43" fmla="*/ 302 h 116"/>
                <a:gd name="T44" fmla="*/ 223 w 119"/>
                <a:gd name="T45" fmla="*/ 305 h 116"/>
                <a:gd name="T46" fmla="*/ 214 w 119"/>
                <a:gd name="T47" fmla="*/ 299 h 116"/>
                <a:gd name="T48" fmla="*/ 243 w 119"/>
                <a:gd name="T49" fmla="*/ 268 h 116"/>
                <a:gd name="T50" fmla="*/ 243 w 119"/>
                <a:gd name="T51" fmla="*/ 164 h 116"/>
                <a:gd name="T52" fmla="*/ 240 w 119"/>
                <a:gd name="T53" fmla="*/ 152 h 116"/>
                <a:gd name="T54" fmla="*/ 76 w 119"/>
                <a:gd name="T55" fmla="*/ 152 h 116"/>
                <a:gd name="T56" fmla="*/ 71 w 119"/>
                <a:gd name="T57" fmla="*/ 160 h 116"/>
                <a:gd name="T58" fmla="*/ 71 w 119"/>
                <a:gd name="T59" fmla="*/ 268 h 116"/>
                <a:gd name="T60" fmla="*/ 115 w 119"/>
                <a:gd name="T61" fmla="*/ 299 h 116"/>
                <a:gd name="T62" fmla="*/ 105 w 119"/>
                <a:gd name="T63" fmla="*/ 305 h 116"/>
                <a:gd name="T64" fmla="*/ 49 w 119"/>
                <a:gd name="T65" fmla="*/ 302 h 116"/>
                <a:gd name="T66" fmla="*/ 11 w 119"/>
                <a:gd name="T67" fmla="*/ 305 h 116"/>
                <a:gd name="T68" fmla="*/ 6 w 119"/>
                <a:gd name="T69" fmla="*/ 297 h 116"/>
                <a:gd name="T70" fmla="*/ 40 w 119"/>
                <a:gd name="T71" fmla="*/ 257 h 116"/>
                <a:gd name="T72" fmla="*/ 40 w 119"/>
                <a:gd name="T73" fmla="*/ 36 h 11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119" h="116">
                  <a:moveTo>
                    <a:pt x="15" y="14"/>
                  </a:moveTo>
                  <a:cubicBezTo>
                    <a:pt x="14" y="2"/>
                    <a:pt x="0" y="5"/>
                    <a:pt x="0" y="2"/>
                  </a:cubicBezTo>
                  <a:cubicBezTo>
                    <a:pt x="0" y="0"/>
                    <a:pt x="2" y="0"/>
                    <a:pt x="3" y="0"/>
                  </a:cubicBezTo>
                  <a:cubicBezTo>
                    <a:pt x="9" y="0"/>
                    <a:pt x="15" y="0"/>
                    <a:pt x="21" y="0"/>
                  </a:cubicBezTo>
                  <a:cubicBezTo>
                    <a:pt x="26" y="0"/>
                    <a:pt x="31" y="0"/>
                    <a:pt x="36" y="0"/>
                  </a:cubicBezTo>
                  <a:cubicBezTo>
                    <a:pt x="39" y="0"/>
                    <a:pt x="39" y="1"/>
                    <a:pt x="39" y="1"/>
                  </a:cubicBezTo>
                  <a:cubicBezTo>
                    <a:pt x="39" y="5"/>
                    <a:pt x="27" y="2"/>
                    <a:pt x="27" y="14"/>
                  </a:cubicBezTo>
                  <a:cubicBezTo>
                    <a:pt x="27" y="49"/>
                    <a:pt x="27" y="49"/>
                    <a:pt x="27" y="49"/>
                  </a:cubicBezTo>
                  <a:cubicBezTo>
                    <a:pt x="27" y="52"/>
                    <a:pt x="27" y="52"/>
                    <a:pt x="30" y="52"/>
                  </a:cubicBezTo>
                  <a:cubicBezTo>
                    <a:pt x="90" y="52"/>
                    <a:pt x="90" y="52"/>
                    <a:pt x="90" y="52"/>
                  </a:cubicBezTo>
                  <a:cubicBezTo>
                    <a:pt x="91" y="52"/>
                    <a:pt x="91" y="48"/>
                    <a:pt x="91" y="47"/>
                  </a:cubicBezTo>
                  <a:cubicBezTo>
                    <a:pt x="91" y="14"/>
                    <a:pt x="91" y="14"/>
                    <a:pt x="91" y="14"/>
                  </a:cubicBezTo>
                  <a:cubicBezTo>
                    <a:pt x="91" y="3"/>
                    <a:pt x="79" y="5"/>
                    <a:pt x="79" y="2"/>
                  </a:cubicBezTo>
                  <a:cubicBezTo>
                    <a:pt x="79" y="1"/>
                    <a:pt x="79" y="0"/>
                    <a:pt x="82" y="0"/>
                  </a:cubicBezTo>
                  <a:cubicBezTo>
                    <a:pt x="87" y="0"/>
                    <a:pt x="96" y="0"/>
                    <a:pt x="99" y="0"/>
                  </a:cubicBezTo>
                  <a:cubicBezTo>
                    <a:pt x="105" y="0"/>
                    <a:pt x="107" y="0"/>
                    <a:pt x="110" y="0"/>
                  </a:cubicBezTo>
                  <a:cubicBezTo>
                    <a:pt x="115" y="0"/>
                    <a:pt x="115" y="1"/>
                    <a:pt x="115" y="2"/>
                  </a:cubicBezTo>
                  <a:cubicBezTo>
                    <a:pt x="115" y="5"/>
                    <a:pt x="104" y="3"/>
                    <a:pt x="104" y="14"/>
                  </a:cubicBezTo>
                  <a:cubicBezTo>
                    <a:pt x="104" y="101"/>
                    <a:pt x="104" y="101"/>
                    <a:pt x="104" y="101"/>
                  </a:cubicBezTo>
                  <a:cubicBezTo>
                    <a:pt x="104" y="113"/>
                    <a:pt x="119" y="110"/>
                    <a:pt x="119" y="114"/>
                  </a:cubicBezTo>
                  <a:cubicBezTo>
                    <a:pt x="119" y="114"/>
                    <a:pt x="118" y="116"/>
                    <a:pt x="117" y="116"/>
                  </a:cubicBezTo>
                  <a:cubicBezTo>
                    <a:pt x="113" y="116"/>
                    <a:pt x="108" y="115"/>
                    <a:pt x="102" y="115"/>
                  </a:cubicBezTo>
                  <a:cubicBezTo>
                    <a:pt x="91" y="115"/>
                    <a:pt x="87" y="116"/>
                    <a:pt x="84" y="116"/>
                  </a:cubicBezTo>
                  <a:cubicBezTo>
                    <a:pt x="82" y="116"/>
                    <a:pt x="80" y="116"/>
                    <a:pt x="80" y="114"/>
                  </a:cubicBezTo>
                  <a:cubicBezTo>
                    <a:pt x="80" y="110"/>
                    <a:pt x="91" y="112"/>
                    <a:pt x="91" y="102"/>
                  </a:cubicBezTo>
                  <a:cubicBezTo>
                    <a:pt x="91" y="62"/>
                    <a:pt x="91" y="62"/>
                    <a:pt x="91" y="62"/>
                  </a:cubicBezTo>
                  <a:cubicBezTo>
                    <a:pt x="91" y="60"/>
                    <a:pt x="92" y="58"/>
                    <a:pt x="90" y="58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27" y="58"/>
                    <a:pt x="27" y="59"/>
                    <a:pt x="27" y="61"/>
                  </a:cubicBezTo>
                  <a:cubicBezTo>
                    <a:pt x="27" y="102"/>
                    <a:pt x="27" y="102"/>
                    <a:pt x="27" y="102"/>
                  </a:cubicBezTo>
                  <a:cubicBezTo>
                    <a:pt x="27" y="113"/>
                    <a:pt x="43" y="109"/>
                    <a:pt x="43" y="114"/>
                  </a:cubicBezTo>
                  <a:cubicBezTo>
                    <a:pt x="43" y="115"/>
                    <a:pt x="42" y="116"/>
                    <a:pt x="40" y="116"/>
                  </a:cubicBezTo>
                  <a:cubicBezTo>
                    <a:pt x="38" y="116"/>
                    <a:pt x="26" y="115"/>
                    <a:pt x="18" y="115"/>
                  </a:cubicBezTo>
                  <a:cubicBezTo>
                    <a:pt x="6" y="115"/>
                    <a:pt x="4" y="116"/>
                    <a:pt x="4" y="116"/>
                  </a:cubicBezTo>
                  <a:cubicBezTo>
                    <a:pt x="2" y="116"/>
                    <a:pt x="2" y="115"/>
                    <a:pt x="2" y="113"/>
                  </a:cubicBezTo>
                  <a:cubicBezTo>
                    <a:pt x="2" y="108"/>
                    <a:pt x="15" y="114"/>
                    <a:pt x="15" y="98"/>
                  </a:cubicBezTo>
                  <a:lnTo>
                    <a:pt x="15" y="14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800" b="1">
                <a:solidFill>
                  <a:srgbClr val="000000"/>
                </a:solidFill>
              </a:endParaRPr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4428" y="1213"/>
              <a:ext cx="153" cy="164"/>
            </a:xfrm>
            <a:custGeom>
              <a:avLst/>
              <a:gdLst>
                <a:gd name="T0" fmla="*/ 152 w 111"/>
                <a:gd name="T1" fmla="*/ 0 h 119"/>
                <a:gd name="T2" fmla="*/ 267 w 111"/>
                <a:gd name="T3" fmla="*/ 34 h 119"/>
                <a:gd name="T4" fmla="*/ 277 w 111"/>
                <a:gd name="T5" fmla="*/ 29 h 119"/>
                <a:gd name="T6" fmla="*/ 285 w 111"/>
                <a:gd name="T7" fmla="*/ 65 h 119"/>
                <a:gd name="T8" fmla="*/ 283 w 111"/>
                <a:gd name="T9" fmla="*/ 102 h 119"/>
                <a:gd name="T10" fmla="*/ 272 w 111"/>
                <a:gd name="T11" fmla="*/ 85 h 119"/>
                <a:gd name="T12" fmla="*/ 160 w 111"/>
                <a:gd name="T13" fmla="*/ 14 h 119"/>
                <a:gd name="T14" fmla="*/ 36 w 111"/>
                <a:gd name="T15" fmla="*/ 150 h 119"/>
                <a:gd name="T16" fmla="*/ 161 w 111"/>
                <a:gd name="T17" fmla="*/ 298 h 119"/>
                <a:gd name="T18" fmla="*/ 277 w 111"/>
                <a:gd name="T19" fmla="*/ 236 h 119"/>
                <a:gd name="T20" fmla="*/ 283 w 111"/>
                <a:gd name="T21" fmla="*/ 230 h 119"/>
                <a:gd name="T22" fmla="*/ 289 w 111"/>
                <a:gd name="T23" fmla="*/ 236 h 119"/>
                <a:gd name="T24" fmla="*/ 277 w 111"/>
                <a:gd name="T25" fmla="*/ 277 h 119"/>
                <a:gd name="T26" fmla="*/ 150 w 111"/>
                <a:gd name="T27" fmla="*/ 311 h 119"/>
                <a:gd name="T28" fmla="*/ 0 w 111"/>
                <a:gd name="T29" fmla="*/ 161 h 119"/>
                <a:gd name="T30" fmla="*/ 152 w 111"/>
                <a:gd name="T31" fmla="*/ 0 h 11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11" h="119">
                  <a:moveTo>
                    <a:pt x="58" y="0"/>
                  </a:moveTo>
                  <a:cubicBezTo>
                    <a:pt x="89" y="0"/>
                    <a:pt x="98" y="13"/>
                    <a:pt x="102" y="13"/>
                  </a:cubicBezTo>
                  <a:cubicBezTo>
                    <a:pt x="104" y="13"/>
                    <a:pt x="105" y="11"/>
                    <a:pt x="106" y="11"/>
                  </a:cubicBezTo>
                  <a:cubicBezTo>
                    <a:pt x="108" y="11"/>
                    <a:pt x="108" y="14"/>
                    <a:pt x="109" y="25"/>
                  </a:cubicBezTo>
                  <a:cubicBezTo>
                    <a:pt x="109" y="33"/>
                    <a:pt x="111" y="39"/>
                    <a:pt x="108" y="39"/>
                  </a:cubicBezTo>
                  <a:cubicBezTo>
                    <a:pt x="106" y="39"/>
                    <a:pt x="105" y="34"/>
                    <a:pt x="104" y="33"/>
                  </a:cubicBezTo>
                  <a:cubicBezTo>
                    <a:pt x="94" y="16"/>
                    <a:pt x="82" y="5"/>
                    <a:pt x="61" y="5"/>
                  </a:cubicBezTo>
                  <a:cubicBezTo>
                    <a:pt x="29" y="5"/>
                    <a:pt x="14" y="26"/>
                    <a:pt x="14" y="57"/>
                  </a:cubicBezTo>
                  <a:cubicBezTo>
                    <a:pt x="14" y="85"/>
                    <a:pt x="30" y="114"/>
                    <a:pt x="62" y="114"/>
                  </a:cubicBezTo>
                  <a:cubicBezTo>
                    <a:pt x="87" y="114"/>
                    <a:pt x="103" y="97"/>
                    <a:pt x="106" y="90"/>
                  </a:cubicBezTo>
                  <a:cubicBezTo>
                    <a:pt x="106" y="89"/>
                    <a:pt x="107" y="88"/>
                    <a:pt x="108" y="88"/>
                  </a:cubicBezTo>
                  <a:cubicBezTo>
                    <a:pt x="109" y="88"/>
                    <a:pt x="110" y="89"/>
                    <a:pt x="110" y="90"/>
                  </a:cubicBezTo>
                  <a:cubicBezTo>
                    <a:pt x="106" y="106"/>
                    <a:pt x="106" y="106"/>
                    <a:pt x="106" y="106"/>
                  </a:cubicBezTo>
                  <a:cubicBezTo>
                    <a:pt x="106" y="107"/>
                    <a:pt x="94" y="119"/>
                    <a:pt x="57" y="119"/>
                  </a:cubicBezTo>
                  <a:cubicBezTo>
                    <a:pt x="24" y="119"/>
                    <a:pt x="0" y="96"/>
                    <a:pt x="0" y="62"/>
                  </a:cubicBezTo>
                  <a:cubicBezTo>
                    <a:pt x="0" y="28"/>
                    <a:pt x="24" y="0"/>
                    <a:pt x="58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800" b="1">
                <a:solidFill>
                  <a:srgbClr val="000000"/>
                </a:solidFill>
              </a:endParaRPr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592" y="1213"/>
              <a:ext cx="110" cy="164"/>
            </a:xfrm>
            <a:custGeom>
              <a:avLst/>
              <a:gdLst>
                <a:gd name="T0" fmla="*/ 0 w 79"/>
                <a:gd name="T1" fmla="*/ 234 h 119"/>
                <a:gd name="T2" fmla="*/ 6 w 79"/>
                <a:gd name="T3" fmla="*/ 221 h 119"/>
                <a:gd name="T4" fmla="*/ 14 w 79"/>
                <a:gd name="T5" fmla="*/ 234 h 119"/>
                <a:gd name="T6" fmla="*/ 109 w 79"/>
                <a:gd name="T7" fmla="*/ 298 h 119"/>
                <a:gd name="T8" fmla="*/ 188 w 79"/>
                <a:gd name="T9" fmla="*/ 230 h 119"/>
                <a:gd name="T10" fmla="*/ 11 w 79"/>
                <a:gd name="T11" fmla="*/ 81 h 119"/>
                <a:gd name="T12" fmla="*/ 109 w 79"/>
                <a:gd name="T13" fmla="*/ 0 h 119"/>
                <a:gd name="T14" fmla="*/ 184 w 79"/>
                <a:gd name="T15" fmla="*/ 15 h 119"/>
                <a:gd name="T16" fmla="*/ 192 w 79"/>
                <a:gd name="T17" fmla="*/ 11 h 119"/>
                <a:gd name="T18" fmla="*/ 198 w 79"/>
                <a:gd name="T19" fmla="*/ 19 h 119"/>
                <a:gd name="T20" fmla="*/ 206 w 79"/>
                <a:gd name="T21" fmla="*/ 76 h 119"/>
                <a:gd name="T22" fmla="*/ 199 w 79"/>
                <a:gd name="T23" fmla="*/ 81 h 119"/>
                <a:gd name="T24" fmla="*/ 188 w 79"/>
                <a:gd name="T25" fmla="*/ 69 h 119"/>
                <a:gd name="T26" fmla="*/ 104 w 79"/>
                <a:gd name="T27" fmla="*/ 14 h 119"/>
                <a:gd name="T28" fmla="*/ 33 w 79"/>
                <a:gd name="T29" fmla="*/ 69 h 119"/>
                <a:gd name="T30" fmla="*/ 213 w 79"/>
                <a:gd name="T31" fmla="*/ 221 h 119"/>
                <a:gd name="T32" fmla="*/ 88 w 79"/>
                <a:gd name="T33" fmla="*/ 311 h 119"/>
                <a:gd name="T34" fmla="*/ 11 w 79"/>
                <a:gd name="T35" fmla="*/ 288 h 119"/>
                <a:gd name="T36" fmla="*/ 0 w 79"/>
                <a:gd name="T37" fmla="*/ 234 h 119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79" h="119">
                  <a:moveTo>
                    <a:pt x="0" y="89"/>
                  </a:moveTo>
                  <a:cubicBezTo>
                    <a:pt x="0" y="85"/>
                    <a:pt x="1" y="84"/>
                    <a:pt x="2" y="84"/>
                  </a:cubicBezTo>
                  <a:cubicBezTo>
                    <a:pt x="4" y="84"/>
                    <a:pt x="4" y="86"/>
                    <a:pt x="5" y="89"/>
                  </a:cubicBezTo>
                  <a:cubicBezTo>
                    <a:pt x="7" y="97"/>
                    <a:pt x="17" y="114"/>
                    <a:pt x="40" y="114"/>
                  </a:cubicBezTo>
                  <a:cubicBezTo>
                    <a:pt x="55" y="114"/>
                    <a:pt x="70" y="105"/>
                    <a:pt x="70" y="88"/>
                  </a:cubicBezTo>
                  <a:cubicBezTo>
                    <a:pt x="70" y="56"/>
                    <a:pt x="4" y="74"/>
                    <a:pt x="4" y="31"/>
                  </a:cubicBezTo>
                  <a:cubicBezTo>
                    <a:pt x="4" y="10"/>
                    <a:pt x="21" y="0"/>
                    <a:pt x="40" y="0"/>
                  </a:cubicBezTo>
                  <a:cubicBezTo>
                    <a:pt x="60" y="0"/>
                    <a:pt x="66" y="6"/>
                    <a:pt x="68" y="6"/>
                  </a:cubicBezTo>
                  <a:cubicBezTo>
                    <a:pt x="69" y="6"/>
                    <a:pt x="70" y="4"/>
                    <a:pt x="71" y="4"/>
                  </a:cubicBezTo>
                  <a:cubicBezTo>
                    <a:pt x="72" y="4"/>
                    <a:pt x="73" y="5"/>
                    <a:pt x="73" y="7"/>
                  </a:cubicBezTo>
                  <a:cubicBezTo>
                    <a:pt x="76" y="29"/>
                    <a:pt x="76" y="29"/>
                    <a:pt x="76" y="29"/>
                  </a:cubicBezTo>
                  <a:cubicBezTo>
                    <a:pt x="76" y="30"/>
                    <a:pt x="76" y="31"/>
                    <a:pt x="74" y="31"/>
                  </a:cubicBezTo>
                  <a:cubicBezTo>
                    <a:pt x="72" y="31"/>
                    <a:pt x="71" y="28"/>
                    <a:pt x="70" y="26"/>
                  </a:cubicBezTo>
                  <a:cubicBezTo>
                    <a:pt x="66" y="12"/>
                    <a:pt x="54" y="5"/>
                    <a:pt x="39" y="5"/>
                  </a:cubicBezTo>
                  <a:cubicBezTo>
                    <a:pt x="26" y="5"/>
                    <a:pt x="12" y="11"/>
                    <a:pt x="12" y="26"/>
                  </a:cubicBezTo>
                  <a:cubicBezTo>
                    <a:pt x="12" y="57"/>
                    <a:pt x="79" y="39"/>
                    <a:pt x="79" y="84"/>
                  </a:cubicBezTo>
                  <a:cubicBezTo>
                    <a:pt x="79" y="98"/>
                    <a:pt x="69" y="119"/>
                    <a:pt x="32" y="119"/>
                  </a:cubicBezTo>
                  <a:cubicBezTo>
                    <a:pt x="20" y="119"/>
                    <a:pt x="5" y="113"/>
                    <a:pt x="4" y="110"/>
                  </a:cubicBezTo>
                  <a:lnTo>
                    <a:pt x="0" y="8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800" b="1">
                <a:solidFill>
                  <a:srgbClr val="000000"/>
                </a:solidFill>
              </a:endParaRPr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718" y="1213"/>
              <a:ext cx="154" cy="164"/>
            </a:xfrm>
            <a:custGeom>
              <a:avLst/>
              <a:gdLst>
                <a:gd name="T0" fmla="*/ 158 w 111"/>
                <a:gd name="T1" fmla="*/ 0 h 119"/>
                <a:gd name="T2" fmla="*/ 275 w 111"/>
                <a:gd name="T3" fmla="*/ 34 h 119"/>
                <a:gd name="T4" fmla="*/ 284 w 111"/>
                <a:gd name="T5" fmla="*/ 29 h 119"/>
                <a:gd name="T6" fmla="*/ 290 w 111"/>
                <a:gd name="T7" fmla="*/ 65 h 119"/>
                <a:gd name="T8" fmla="*/ 289 w 111"/>
                <a:gd name="T9" fmla="*/ 102 h 119"/>
                <a:gd name="T10" fmla="*/ 277 w 111"/>
                <a:gd name="T11" fmla="*/ 85 h 119"/>
                <a:gd name="T12" fmla="*/ 164 w 111"/>
                <a:gd name="T13" fmla="*/ 14 h 119"/>
                <a:gd name="T14" fmla="*/ 36 w 111"/>
                <a:gd name="T15" fmla="*/ 150 h 119"/>
                <a:gd name="T16" fmla="*/ 165 w 111"/>
                <a:gd name="T17" fmla="*/ 298 h 119"/>
                <a:gd name="T18" fmla="*/ 283 w 111"/>
                <a:gd name="T19" fmla="*/ 236 h 119"/>
                <a:gd name="T20" fmla="*/ 289 w 111"/>
                <a:gd name="T21" fmla="*/ 230 h 119"/>
                <a:gd name="T22" fmla="*/ 294 w 111"/>
                <a:gd name="T23" fmla="*/ 236 h 119"/>
                <a:gd name="T24" fmla="*/ 283 w 111"/>
                <a:gd name="T25" fmla="*/ 277 h 119"/>
                <a:gd name="T26" fmla="*/ 153 w 111"/>
                <a:gd name="T27" fmla="*/ 311 h 119"/>
                <a:gd name="T28" fmla="*/ 0 w 111"/>
                <a:gd name="T29" fmla="*/ 161 h 119"/>
                <a:gd name="T30" fmla="*/ 158 w 111"/>
                <a:gd name="T31" fmla="*/ 0 h 11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11" h="119">
                  <a:moveTo>
                    <a:pt x="59" y="0"/>
                  </a:moveTo>
                  <a:cubicBezTo>
                    <a:pt x="89" y="0"/>
                    <a:pt x="98" y="13"/>
                    <a:pt x="103" y="13"/>
                  </a:cubicBezTo>
                  <a:cubicBezTo>
                    <a:pt x="104" y="13"/>
                    <a:pt x="105" y="11"/>
                    <a:pt x="107" y="11"/>
                  </a:cubicBezTo>
                  <a:cubicBezTo>
                    <a:pt x="108" y="11"/>
                    <a:pt x="108" y="14"/>
                    <a:pt x="109" y="25"/>
                  </a:cubicBezTo>
                  <a:cubicBezTo>
                    <a:pt x="109" y="33"/>
                    <a:pt x="111" y="39"/>
                    <a:pt x="108" y="39"/>
                  </a:cubicBezTo>
                  <a:cubicBezTo>
                    <a:pt x="106" y="39"/>
                    <a:pt x="105" y="34"/>
                    <a:pt x="104" y="33"/>
                  </a:cubicBezTo>
                  <a:cubicBezTo>
                    <a:pt x="94" y="16"/>
                    <a:pt x="82" y="5"/>
                    <a:pt x="61" y="5"/>
                  </a:cubicBezTo>
                  <a:cubicBezTo>
                    <a:pt x="29" y="5"/>
                    <a:pt x="14" y="26"/>
                    <a:pt x="14" y="57"/>
                  </a:cubicBezTo>
                  <a:cubicBezTo>
                    <a:pt x="14" y="85"/>
                    <a:pt x="30" y="114"/>
                    <a:pt x="62" y="114"/>
                  </a:cubicBezTo>
                  <a:cubicBezTo>
                    <a:pt x="88" y="114"/>
                    <a:pt x="104" y="97"/>
                    <a:pt x="106" y="90"/>
                  </a:cubicBezTo>
                  <a:cubicBezTo>
                    <a:pt x="106" y="89"/>
                    <a:pt x="107" y="88"/>
                    <a:pt x="108" y="88"/>
                  </a:cubicBezTo>
                  <a:cubicBezTo>
                    <a:pt x="109" y="88"/>
                    <a:pt x="110" y="89"/>
                    <a:pt x="110" y="90"/>
                  </a:cubicBezTo>
                  <a:cubicBezTo>
                    <a:pt x="106" y="106"/>
                    <a:pt x="106" y="106"/>
                    <a:pt x="106" y="106"/>
                  </a:cubicBezTo>
                  <a:cubicBezTo>
                    <a:pt x="106" y="107"/>
                    <a:pt x="94" y="119"/>
                    <a:pt x="57" y="119"/>
                  </a:cubicBezTo>
                  <a:cubicBezTo>
                    <a:pt x="24" y="119"/>
                    <a:pt x="0" y="96"/>
                    <a:pt x="0" y="62"/>
                  </a:cubicBezTo>
                  <a:cubicBezTo>
                    <a:pt x="0" y="28"/>
                    <a:pt x="24" y="0"/>
                    <a:pt x="59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800" b="1">
                <a:solidFill>
                  <a:srgbClr val="000000"/>
                </a:solidFill>
              </a:endParaRPr>
            </a:p>
          </p:txBody>
        </p:sp>
      </p:grpSp>
      <p:sp>
        <p:nvSpPr>
          <p:cNvPr id="15" name="Rectangle 35"/>
          <p:cNvSpPr>
            <a:spLocks noGrp="1"/>
          </p:cNvSpPr>
          <p:nvPr>
            <p:ph type="subTitle" idx="1"/>
          </p:nvPr>
        </p:nvSpPr>
        <p:spPr>
          <a:xfrm>
            <a:off x="1524001" y="3689351"/>
            <a:ext cx="5484284" cy="282129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6" name="Text Placeholder 11"/>
          <p:cNvSpPr>
            <a:spLocks noGrp="1"/>
          </p:cNvSpPr>
          <p:nvPr>
            <p:ph type="body" sz="quarter" idx="11"/>
          </p:nvPr>
        </p:nvSpPr>
        <p:spPr>
          <a:xfrm>
            <a:off x="1549401" y="4176329"/>
            <a:ext cx="5507616" cy="169277"/>
          </a:xfrm>
        </p:spPr>
        <p:txBody>
          <a:bodyPr/>
          <a:lstStyle>
            <a:lvl1pPr marL="0" indent="0">
              <a:buNone/>
              <a:defRPr sz="110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2" hasCustomPrompt="1"/>
          </p:nvPr>
        </p:nvSpPr>
        <p:spPr>
          <a:xfrm>
            <a:off x="1520755" y="2721230"/>
            <a:ext cx="7724845" cy="731520"/>
          </a:xfrm>
        </p:spPr>
        <p:txBody>
          <a:bodyPr/>
          <a:lstStyle>
            <a:lvl1pPr marL="0" indent="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lang="en-US" sz="2800" b="1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44974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Prefa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04800" y="139700"/>
            <a:ext cx="7315200" cy="1066800"/>
          </a:xfrm>
        </p:spPr>
        <p:txBody>
          <a:bodyPr/>
          <a:lstStyle/>
          <a:p>
            <a:r>
              <a:rPr lang="en-GB"/>
              <a:t>Preface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marL="0" indent="0">
              <a:buNone/>
              <a:defRPr sz="1200"/>
            </a:lvl1pPr>
            <a:lvl2pPr marL="628650" indent="-171450">
              <a:buFont typeface="Wingdings" pitchFamily="2" charset="2"/>
              <a:buChar char="§"/>
              <a:defRPr sz="1200"/>
            </a:lvl2pPr>
            <a:lvl4pPr marL="1371600" indent="0">
              <a:buNone/>
              <a:defRPr/>
            </a:lvl4pPr>
          </a:lstStyle>
          <a:p>
            <a:r>
              <a:rPr lang="en-US"/>
              <a:t>We are pleased to present this proposal to assist [Client] in ...</a:t>
            </a:r>
          </a:p>
          <a:p>
            <a:r>
              <a:rPr lang="en-US"/>
              <a:t>We believe Deloitte is the right partner because we can offer these elements that are critical for your success</a:t>
            </a:r>
          </a:p>
          <a:p>
            <a:pPr lvl="1"/>
            <a:r>
              <a:rPr lang="en-US"/>
              <a:t>Unique selling point # one</a:t>
            </a:r>
          </a:p>
          <a:p>
            <a:pPr lvl="1"/>
            <a:r>
              <a:rPr lang="en-US"/>
              <a:t>Unique selling point # two</a:t>
            </a:r>
          </a:p>
          <a:p>
            <a:pPr lvl="1"/>
            <a:r>
              <a:rPr lang="en-US"/>
              <a:t>Unique selling point # three</a:t>
            </a:r>
          </a:p>
          <a:p>
            <a:r>
              <a:rPr lang="en-US"/>
              <a:t>This document describes our proposed approach and is based on the following information</a:t>
            </a:r>
          </a:p>
          <a:p>
            <a:pPr lvl="1"/>
            <a:r>
              <a:rPr lang="en-US"/>
              <a:t>Interviews with ... on ...</a:t>
            </a:r>
          </a:p>
          <a:p>
            <a:pPr lvl="1"/>
            <a:r>
              <a:rPr lang="en-US"/>
              <a:t>Documentation on ... received from ...</a:t>
            </a:r>
          </a:p>
          <a:p>
            <a:pPr lvl="1"/>
            <a:r>
              <a:rPr lang="en-US"/>
              <a:t>Our experience in ...</a:t>
            </a:r>
          </a:p>
          <a:p>
            <a:pPr lvl="1"/>
            <a:r>
              <a:rPr lang="en-US"/>
              <a:t>Deloitte’s methodology for ...</a:t>
            </a:r>
          </a:p>
          <a:p>
            <a:r>
              <a:rPr lang="en-US"/>
              <a:t>This document is an appendix to our engagement letter [number] dated [date]</a:t>
            </a:r>
          </a:p>
          <a:p>
            <a:pPr lvl="0"/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sz="800"/>
            </a:lvl1pPr>
          </a:lstStyle>
          <a:p>
            <a:pPr>
              <a:defRPr/>
            </a:pPr>
            <a:fld id="{393DCDD9-1696-4237-A64D-49DB7E28D823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07381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Contents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buNone/>
              <a:defRPr sz="1200"/>
            </a:lvl1pPr>
            <a:lvl2pPr marL="628650" indent="-171450">
              <a:buFont typeface="Wingdings" pitchFamily="2" charset="2"/>
              <a:buChar char="§"/>
              <a:defRPr sz="1200"/>
            </a:lvl2pPr>
            <a:lvl4pPr marL="1371600" indent="0">
              <a:buNone/>
              <a:defRPr/>
            </a:lvl4pPr>
          </a:lstStyle>
          <a:p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sz="800"/>
            </a:lvl1pPr>
          </a:lstStyle>
          <a:p>
            <a:pPr>
              <a:defRPr/>
            </a:pPr>
            <a:fld id="{393DCDD9-1696-4237-A64D-49DB7E28D823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9544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ub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sz="800"/>
            </a:lvl1pPr>
          </a:lstStyle>
          <a:p>
            <a:pPr>
              <a:defRPr/>
            </a:pPr>
            <a:fld id="{393DCDD9-1696-4237-A64D-49DB7E28D823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430743" y="1600200"/>
            <a:ext cx="11330516" cy="4572000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1" hasCustomPrompt="1"/>
          </p:nvPr>
        </p:nvSpPr>
        <p:spPr>
          <a:xfrm>
            <a:off x="430743" y="1228499"/>
            <a:ext cx="11330516" cy="374670"/>
          </a:xfrm>
        </p:spPr>
        <p:txBody>
          <a:bodyPr/>
          <a:lstStyle>
            <a:lvl1pPr marL="0" indent="0">
              <a:buNone/>
              <a:defRPr sz="1600" baseline="0"/>
            </a:lvl1pPr>
          </a:lstStyle>
          <a:p>
            <a:r>
              <a:rPr lang="en-US"/>
              <a:t>Optional Subtitle</a:t>
            </a:r>
          </a:p>
        </p:txBody>
      </p:sp>
    </p:spTree>
    <p:extLst>
      <p:ext uri="{BB962C8B-B14F-4D97-AF65-F5344CB8AC3E}">
        <p14:creationId xmlns:p14="http://schemas.microsoft.com/office/powerpoint/2010/main" val="335538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sz="800"/>
            </a:lvl1pPr>
          </a:lstStyle>
          <a:p>
            <a:pPr>
              <a:defRPr/>
            </a:pPr>
            <a:fld id="{D3121199-DFD7-4FD5-9233-6C81EE725171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15"/>
          <p:cNvSpPr>
            <a:spLocks noGrp="1"/>
          </p:cNvSpPr>
          <p:nvPr>
            <p:ph type="ctrTitle"/>
          </p:nvPr>
        </p:nvSpPr>
        <p:spPr bwMode="gray">
          <a:xfrm>
            <a:off x="548640" y="3190951"/>
            <a:ext cx="9611360" cy="313932"/>
          </a:xfrm>
        </p:spPr>
        <p:txBody>
          <a:bodyPr lIns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Rectangle 16"/>
          <p:cNvSpPr>
            <a:spLocks noGrp="1"/>
          </p:cNvSpPr>
          <p:nvPr>
            <p:ph type="subTitle" idx="1" hasCustomPrompt="1"/>
          </p:nvPr>
        </p:nvSpPr>
        <p:spPr bwMode="gray">
          <a:xfrm>
            <a:off x="548640" y="3694176"/>
            <a:ext cx="5766816" cy="276999"/>
          </a:xfrm>
        </p:spPr>
        <p:txBody>
          <a:bodyPr lIns="0"/>
          <a:lstStyle>
            <a:lvl1pPr marL="0" indent="0">
              <a:buNone/>
              <a:defRPr sz="1800"/>
            </a:lvl1pPr>
          </a:lstStyle>
          <a:p>
            <a:r>
              <a:rPr lang="en-US"/>
              <a:t>Subtitle — Arial Bold 18pt</a:t>
            </a:r>
          </a:p>
        </p:txBody>
      </p:sp>
    </p:spTree>
    <p:extLst>
      <p:ext uri="{BB962C8B-B14F-4D97-AF65-F5344CB8AC3E}">
        <p14:creationId xmlns:p14="http://schemas.microsoft.com/office/powerpoint/2010/main" val="2204330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Master: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EB9F3CC1-245D-49CB-B12F-C9289F952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61590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EAD9AED-9987-4CE9-B39D-B256B46200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A61E8B95-C4BC-D749-8FD2-19A57D43B1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197" y="6398359"/>
            <a:ext cx="41148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800">
                <a:solidFill>
                  <a:schemeClr val="tx1">
                    <a:alpha val="65000"/>
                  </a:schemeClr>
                </a:solidFill>
              </a:defRPr>
            </a:lvl1pPr>
          </a:lstStyle>
          <a:p>
            <a:pPr algn="r"/>
            <a:r>
              <a:rPr lang="en-GB"/>
              <a:t>Copyright © 2022 Accenture.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262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E753CF-01DA-5C0B-3083-1EB118A16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B338C-3B7B-4977-B915-584E408B966B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2FC815-464C-EA33-296C-19AD7F8C7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679717-8991-0E58-0BFA-F29DF1D07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871A2-D7C2-4040-A9C1-DE3B6BFEB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6984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quarter" idx="18"/>
          </p:nvPr>
        </p:nvSpPr>
        <p:spPr>
          <a:xfrm>
            <a:off x="381001" y="1828802"/>
            <a:ext cx="8572500" cy="4689475"/>
          </a:xfrm>
        </p:spPr>
        <p:txBody>
          <a:bodyPr/>
          <a:lstStyle>
            <a:lvl3pPr marL="514338" indent="-230182">
              <a:buFont typeface="Graphik" panose="020B0503030202060203" pitchFamily="34" charset="0"/>
              <a:buChar char="–"/>
              <a:defRPr/>
            </a:lvl3pPr>
            <a:lvl5pPr marL="857229" indent="-177796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GB"/>
              <a:t>Copyright © 2020 Accenture. All rights reserved.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1004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4_Basic - bullet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319" y="1445143"/>
            <a:ext cx="10090629" cy="878840"/>
          </a:xfrm>
        </p:spPr>
        <p:txBody>
          <a:bodyPr/>
          <a:lstStyle>
            <a:lvl1pPr>
              <a:buFontTx/>
              <a:buNone/>
              <a:defRPr sz="4400" b="0" i="0">
                <a:solidFill>
                  <a:schemeClr val="tx2"/>
                </a:solidFill>
                <a:latin typeface="Fields Display Semi Bold" pitchFamily="2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F09DC9-43AB-D54E-86FB-13BC852CD71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7320" y="2388324"/>
            <a:ext cx="11274299" cy="345175"/>
          </a:xfrm>
        </p:spPr>
        <p:txBody>
          <a:bodyPr/>
          <a:lstStyle>
            <a:lvl1pPr marL="0" indent="0">
              <a:buFontTx/>
              <a:buNone/>
              <a:defRPr sz="2200" b="1" cap="all" baseline="0">
                <a:solidFill>
                  <a:schemeClr val="accent2"/>
                </a:solidFill>
              </a:defRPr>
            </a:lvl1pPr>
            <a:lvl2pPr marL="246826" indent="0">
              <a:buFontTx/>
              <a:buNone/>
              <a:defRPr b="1">
                <a:solidFill>
                  <a:schemeClr val="bg1"/>
                </a:solidFill>
              </a:defRPr>
            </a:lvl2pPr>
            <a:lvl3pPr marL="685629" indent="0">
              <a:buFontTx/>
              <a:buNone/>
              <a:defRPr b="1">
                <a:solidFill>
                  <a:schemeClr val="bg1"/>
                </a:solidFill>
              </a:defRPr>
            </a:lvl3pPr>
            <a:lvl4pPr marL="1028443" indent="0">
              <a:buFontTx/>
              <a:buNone/>
              <a:defRPr b="1">
                <a:solidFill>
                  <a:schemeClr val="bg1"/>
                </a:solidFill>
              </a:defRPr>
            </a:lvl4pPr>
            <a:lvl5pPr marL="1371257" indent="0">
              <a:buFontTx/>
              <a:buNone/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39210C-47DD-634C-9103-8315CAA91ED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57320" y="2827381"/>
            <a:ext cx="11277600" cy="359519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 marL="685629" indent="0">
              <a:buNone/>
              <a:defRPr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1E11D7-BC62-494D-A39E-DEC194FB5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457200" y="6601522"/>
            <a:ext cx="6870182" cy="25647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34800" y="6596856"/>
            <a:ext cx="457200" cy="252499"/>
          </a:xfrm>
        </p:spPr>
        <p:txBody>
          <a:bodyPr/>
          <a:lstStyle>
            <a:lvl1pPr>
              <a:buFontTx/>
              <a:buNone/>
              <a:defRPr sz="900" b="0">
                <a:solidFill>
                  <a:schemeClr val="tx2"/>
                </a:solidFill>
              </a:defRPr>
            </a:lvl1pPr>
          </a:lstStyle>
          <a:p>
            <a:fld id="{2D55A223-BDE3-4662-BD05-6BDBDD27824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2D7A544-7276-16F9-10BA-F9AC90D54DE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415463" y="55476"/>
            <a:ext cx="2055043" cy="811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9587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 descr="Light downward diagonal"/>
          <p:cNvSpPr>
            <a:spLocks noChangeArrowheads="1"/>
          </p:cNvSpPr>
          <p:nvPr/>
        </p:nvSpPr>
        <p:spPr bwMode="auto">
          <a:xfrm rot="10800000" flipV="1">
            <a:off x="0" y="0"/>
            <a:ext cx="12192000" cy="6858000"/>
          </a:xfrm>
          <a:prstGeom prst="rect">
            <a:avLst/>
          </a:prstGeom>
          <a:pattFill prst="ltDnDiag">
            <a:fgClr>
              <a:srgbClr val="73A8CF"/>
            </a:fgClr>
            <a:bgClr>
              <a:srgbClr val="5494C4"/>
            </a:bgClr>
          </a:patt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800" b="1">
              <a:solidFill>
                <a:srgbClr val="000000"/>
              </a:solidFill>
            </a:endParaRPr>
          </a:p>
        </p:txBody>
      </p:sp>
      <p:sp>
        <p:nvSpPr>
          <p:cNvPr id="3" name="AutoShape 3"/>
          <p:cNvSpPr>
            <a:spLocks noChangeArrowheads="1"/>
          </p:cNvSpPr>
          <p:nvPr/>
        </p:nvSpPr>
        <p:spPr bwMode="auto">
          <a:xfrm>
            <a:off x="203200" y="152400"/>
            <a:ext cx="11785600" cy="6096000"/>
          </a:xfrm>
          <a:prstGeom prst="roundRect">
            <a:avLst>
              <a:gd name="adj" fmla="val 4583"/>
            </a:avLst>
          </a:prstGeom>
          <a:solidFill>
            <a:schemeClr val="bg1"/>
          </a:solidFill>
          <a:ln w="9525">
            <a:solidFill>
              <a:srgbClr val="356F9B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800" b="1">
              <a:solidFill>
                <a:srgbClr val="000000"/>
              </a:solidFill>
            </a:endParaRP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218018" y="5981700"/>
            <a:ext cx="11762316" cy="6985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800" b="1">
              <a:solidFill>
                <a:srgbClr val="000000"/>
              </a:solidFill>
            </a:endParaRPr>
          </a:p>
        </p:txBody>
      </p:sp>
      <p:pic>
        <p:nvPicPr>
          <p:cNvPr id="5" name="Picture 5" descr="ppt_design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/>
          <a:stretch>
            <a:fillRect/>
          </a:stretch>
        </p:blipFill>
        <p:spPr bwMode="auto">
          <a:xfrm>
            <a:off x="254000" y="1301750"/>
            <a:ext cx="11684000" cy="534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Group 6"/>
          <p:cNvGrpSpPr>
            <a:grpSpLocks/>
          </p:cNvGrpSpPr>
          <p:nvPr/>
        </p:nvGrpSpPr>
        <p:grpSpPr bwMode="auto">
          <a:xfrm>
            <a:off x="10126133" y="5943600"/>
            <a:ext cx="1625600" cy="509588"/>
            <a:chOff x="4176" y="1056"/>
            <a:chExt cx="768" cy="321"/>
          </a:xfrm>
        </p:grpSpPr>
        <p:sp>
          <p:nvSpPr>
            <p:cNvPr id="7" name="AutoShape 7"/>
            <p:cNvSpPr>
              <a:spLocks noChangeAspect="1" noChangeArrowheads="1" noTextEdit="1"/>
            </p:cNvSpPr>
            <p:nvPr userDrawn="1"/>
          </p:nvSpPr>
          <p:spPr bwMode="auto">
            <a:xfrm>
              <a:off x="4176" y="1060"/>
              <a:ext cx="767" cy="3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800" b="1">
                <a:solidFill>
                  <a:srgbClr val="000000"/>
                </a:solidFill>
              </a:endParaRPr>
            </a:p>
          </p:txBody>
        </p:sp>
        <p:sp>
          <p:nvSpPr>
            <p:cNvPr id="8" name="Freeform 8"/>
            <p:cNvSpPr>
              <a:spLocks/>
            </p:cNvSpPr>
            <p:nvPr userDrawn="1"/>
          </p:nvSpPr>
          <p:spPr bwMode="auto">
            <a:xfrm>
              <a:off x="4176" y="1056"/>
              <a:ext cx="510" cy="177"/>
            </a:xfrm>
            <a:custGeom>
              <a:avLst/>
              <a:gdLst>
                <a:gd name="T0" fmla="*/ 435 w 367"/>
                <a:gd name="T1" fmla="*/ 82 h 128"/>
                <a:gd name="T2" fmla="*/ 743 w 367"/>
                <a:gd name="T3" fmla="*/ 19 h 128"/>
                <a:gd name="T4" fmla="*/ 985 w 367"/>
                <a:gd name="T5" fmla="*/ 36 h 128"/>
                <a:gd name="T6" fmla="*/ 680 w 367"/>
                <a:gd name="T7" fmla="*/ 6 h 128"/>
                <a:gd name="T8" fmla="*/ 0 w 367"/>
                <a:gd name="T9" fmla="*/ 339 h 128"/>
                <a:gd name="T10" fmla="*/ 435 w 367"/>
                <a:gd name="T11" fmla="*/ 82 h 12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67" h="128">
                  <a:moveTo>
                    <a:pt x="162" y="31"/>
                  </a:moveTo>
                  <a:cubicBezTo>
                    <a:pt x="198" y="18"/>
                    <a:pt x="236" y="9"/>
                    <a:pt x="277" y="7"/>
                  </a:cubicBezTo>
                  <a:cubicBezTo>
                    <a:pt x="308" y="6"/>
                    <a:pt x="338" y="8"/>
                    <a:pt x="367" y="14"/>
                  </a:cubicBezTo>
                  <a:cubicBezTo>
                    <a:pt x="332" y="4"/>
                    <a:pt x="293" y="0"/>
                    <a:pt x="253" y="2"/>
                  </a:cubicBezTo>
                  <a:cubicBezTo>
                    <a:pt x="142" y="8"/>
                    <a:pt x="47" y="58"/>
                    <a:pt x="0" y="128"/>
                  </a:cubicBezTo>
                  <a:cubicBezTo>
                    <a:pt x="43" y="84"/>
                    <a:pt x="99" y="50"/>
                    <a:pt x="162" y="3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800" b="1">
                <a:solidFill>
                  <a:srgbClr val="000000"/>
                </a:solidFill>
              </a:endParaRPr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4411" y="1071"/>
              <a:ext cx="533" cy="141"/>
            </a:xfrm>
            <a:custGeom>
              <a:avLst/>
              <a:gdLst>
                <a:gd name="T0" fmla="*/ 559 w 384"/>
                <a:gd name="T1" fmla="*/ 70 h 101"/>
                <a:gd name="T2" fmla="*/ 239 w 384"/>
                <a:gd name="T3" fmla="*/ 49 h 101"/>
                <a:gd name="T4" fmla="*/ 0 w 384"/>
                <a:gd name="T5" fmla="*/ 98 h 101"/>
                <a:gd name="T6" fmla="*/ 303 w 384"/>
                <a:gd name="T7" fmla="*/ 28 h 101"/>
                <a:gd name="T8" fmla="*/ 1027 w 384"/>
                <a:gd name="T9" fmla="*/ 275 h 101"/>
                <a:gd name="T10" fmla="*/ 559 w 384"/>
                <a:gd name="T11" fmla="*/ 70 h 10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84" h="101">
                  <a:moveTo>
                    <a:pt x="209" y="26"/>
                  </a:moveTo>
                  <a:cubicBezTo>
                    <a:pt x="171" y="18"/>
                    <a:pt x="131" y="15"/>
                    <a:pt x="89" y="18"/>
                  </a:cubicBezTo>
                  <a:cubicBezTo>
                    <a:pt x="58" y="21"/>
                    <a:pt x="28" y="27"/>
                    <a:pt x="0" y="36"/>
                  </a:cubicBezTo>
                  <a:cubicBezTo>
                    <a:pt x="34" y="22"/>
                    <a:pt x="72" y="13"/>
                    <a:pt x="113" y="10"/>
                  </a:cubicBezTo>
                  <a:cubicBezTo>
                    <a:pt x="225" y="0"/>
                    <a:pt x="327" y="38"/>
                    <a:pt x="384" y="101"/>
                  </a:cubicBezTo>
                  <a:cubicBezTo>
                    <a:pt x="335" y="63"/>
                    <a:pt x="274" y="36"/>
                    <a:pt x="209" y="2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800" b="1">
                <a:solidFill>
                  <a:srgbClr val="000000"/>
                </a:solidFill>
              </a:endParaRPr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4250" y="1216"/>
              <a:ext cx="165" cy="160"/>
            </a:xfrm>
            <a:custGeom>
              <a:avLst/>
              <a:gdLst>
                <a:gd name="T0" fmla="*/ 40 w 119"/>
                <a:gd name="T1" fmla="*/ 36 h 116"/>
                <a:gd name="T2" fmla="*/ 0 w 119"/>
                <a:gd name="T3" fmla="*/ 6 h 116"/>
                <a:gd name="T4" fmla="*/ 8 w 119"/>
                <a:gd name="T5" fmla="*/ 0 h 116"/>
                <a:gd name="T6" fmla="*/ 55 w 119"/>
                <a:gd name="T7" fmla="*/ 0 h 116"/>
                <a:gd name="T8" fmla="*/ 96 w 119"/>
                <a:gd name="T9" fmla="*/ 0 h 116"/>
                <a:gd name="T10" fmla="*/ 104 w 119"/>
                <a:gd name="T11" fmla="*/ 1 h 116"/>
                <a:gd name="T12" fmla="*/ 71 w 119"/>
                <a:gd name="T13" fmla="*/ 36 h 116"/>
                <a:gd name="T14" fmla="*/ 71 w 119"/>
                <a:gd name="T15" fmla="*/ 130 h 116"/>
                <a:gd name="T16" fmla="*/ 80 w 119"/>
                <a:gd name="T17" fmla="*/ 137 h 116"/>
                <a:gd name="T18" fmla="*/ 240 w 119"/>
                <a:gd name="T19" fmla="*/ 137 h 116"/>
                <a:gd name="T20" fmla="*/ 243 w 119"/>
                <a:gd name="T21" fmla="*/ 124 h 116"/>
                <a:gd name="T22" fmla="*/ 243 w 119"/>
                <a:gd name="T23" fmla="*/ 36 h 116"/>
                <a:gd name="T24" fmla="*/ 212 w 119"/>
                <a:gd name="T25" fmla="*/ 6 h 116"/>
                <a:gd name="T26" fmla="*/ 219 w 119"/>
                <a:gd name="T27" fmla="*/ 0 h 116"/>
                <a:gd name="T28" fmla="*/ 263 w 119"/>
                <a:gd name="T29" fmla="*/ 0 h 116"/>
                <a:gd name="T30" fmla="*/ 294 w 119"/>
                <a:gd name="T31" fmla="*/ 0 h 116"/>
                <a:gd name="T32" fmla="*/ 305 w 119"/>
                <a:gd name="T33" fmla="*/ 6 h 116"/>
                <a:gd name="T34" fmla="*/ 277 w 119"/>
                <a:gd name="T35" fmla="*/ 36 h 116"/>
                <a:gd name="T36" fmla="*/ 277 w 119"/>
                <a:gd name="T37" fmla="*/ 265 h 116"/>
                <a:gd name="T38" fmla="*/ 318 w 119"/>
                <a:gd name="T39" fmla="*/ 299 h 116"/>
                <a:gd name="T40" fmla="*/ 312 w 119"/>
                <a:gd name="T41" fmla="*/ 305 h 116"/>
                <a:gd name="T42" fmla="*/ 272 w 119"/>
                <a:gd name="T43" fmla="*/ 302 h 116"/>
                <a:gd name="T44" fmla="*/ 223 w 119"/>
                <a:gd name="T45" fmla="*/ 305 h 116"/>
                <a:gd name="T46" fmla="*/ 214 w 119"/>
                <a:gd name="T47" fmla="*/ 299 h 116"/>
                <a:gd name="T48" fmla="*/ 243 w 119"/>
                <a:gd name="T49" fmla="*/ 268 h 116"/>
                <a:gd name="T50" fmla="*/ 243 w 119"/>
                <a:gd name="T51" fmla="*/ 164 h 116"/>
                <a:gd name="T52" fmla="*/ 240 w 119"/>
                <a:gd name="T53" fmla="*/ 152 h 116"/>
                <a:gd name="T54" fmla="*/ 76 w 119"/>
                <a:gd name="T55" fmla="*/ 152 h 116"/>
                <a:gd name="T56" fmla="*/ 71 w 119"/>
                <a:gd name="T57" fmla="*/ 160 h 116"/>
                <a:gd name="T58" fmla="*/ 71 w 119"/>
                <a:gd name="T59" fmla="*/ 268 h 116"/>
                <a:gd name="T60" fmla="*/ 115 w 119"/>
                <a:gd name="T61" fmla="*/ 299 h 116"/>
                <a:gd name="T62" fmla="*/ 105 w 119"/>
                <a:gd name="T63" fmla="*/ 305 h 116"/>
                <a:gd name="T64" fmla="*/ 49 w 119"/>
                <a:gd name="T65" fmla="*/ 302 h 116"/>
                <a:gd name="T66" fmla="*/ 11 w 119"/>
                <a:gd name="T67" fmla="*/ 305 h 116"/>
                <a:gd name="T68" fmla="*/ 6 w 119"/>
                <a:gd name="T69" fmla="*/ 297 h 116"/>
                <a:gd name="T70" fmla="*/ 40 w 119"/>
                <a:gd name="T71" fmla="*/ 257 h 116"/>
                <a:gd name="T72" fmla="*/ 40 w 119"/>
                <a:gd name="T73" fmla="*/ 36 h 11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119" h="116">
                  <a:moveTo>
                    <a:pt x="15" y="14"/>
                  </a:moveTo>
                  <a:cubicBezTo>
                    <a:pt x="14" y="2"/>
                    <a:pt x="0" y="5"/>
                    <a:pt x="0" y="2"/>
                  </a:cubicBezTo>
                  <a:cubicBezTo>
                    <a:pt x="0" y="0"/>
                    <a:pt x="2" y="0"/>
                    <a:pt x="3" y="0"/>
                  </a:cubicBezTo>
                  <a:cubicBezTo>
                    <a:pt x="9" y="0"/>
                    <a:pt x="15" y="0"/>
                    <a:pt x="21" y="0"/>
                  </a:cubicBezTo>
                  <a:cubicBezTo>
                    <a:pt x="26" y="0"/>
                    <a:pt x="31" y="0"/>
                    <a:pt x="36" y="0"/>
                  </a:cubicBezTo>
                  <a:cubicBezTo>
                    <a:pt x="39" y="0"/>
                    <a:pt x="39" y="1"/>
                    <a:pt x="39" y="1"/>
                  </a:cubicBezTo>
                  <a:cubicBezTo>
                    <a:pt x="39" y="5"/>
                    <a:pt x="27" y="2"/>
                    <a:pt x="27" y="14"/>
                  </a:cubicBezTo>
                  <a:cubicBezTo>
                    <a:pt x="27" y="49"/>
                    <a:pt x="27" y="49"/>
                    <a:pt x="27" y="49"/>
                  </a:cubicBezTo>
                  <a:cubicBezTo>
                    <a:pt x="27" y="52"/>
                    <a:pt x="27" y="52"/>
                    <a:pt x="30" y="52"/>
                  </a:cubicBezTo>
                  <a:cubicBezTo>
                    <a:pt x="90" y="52"/>
                    <a:pt x="90" y="52"/>
                    <a:pt x="90" y="52"/>
                  </a:cubicBezTo>
                  <a:cubicBezTo>
                    <a:pt x="91" y="52"/>
                    <a:pt x="91" y="48"/>
                    <a:pt x="91" y="47"/>
                  </a:cubicBezTo>
                  <a:cubicBezTo>
                    <a:pt x="91" y="14"/>
                    <a:pt x="91" y="14"/>
                    <a:pt x="91" y="14"/>
                  </a:cubicBezTo>
                  <a:cubicBezTo>
                    <a:pt x="91" y="3"/>
                    <a:pt x="79" y="5"/>
                    <a:pt x="79" y="2"/>
                  </a:cubicBezTo>
                  <a:cubicBezTo>
                    <a:pt x="79" y="1"/>
                    <a:pt x="79" y="0"/>
                    <a:pt x="82" y="0"/>
                  </a:cubicBezTo>
                  <a:cubicBezTo>
                    <a:pt x="87" y="0"/>
                    <a:pt x="96" y="0"/>
                    <a:pt x="99" y="0"/>
                  </a:cubicBezTo>
                  <a:cubicBezTo>
                    <a:pt x="105" y="0"/>
                    <a:pt x="107" y="0"/>
                    <a:pt x="110" y="0"/>
                  </a:cubicBezTo>
                  <a:cubicBezTo>
                    <a:pt x="115" y="0"/>
                    <a:pt x="115" y="1"/>
                    <a:pt x="115" y="2"/>
                  </a:cubicBezTo>
                  <a:cubicBezTo>
                    <a:pt x="115" y="5"/>
                    <a:pt x="104" y="3"/>
                    <a:pt x="104" y="14"/>
                  </a:cubicBezTo>
                  <a:cubicBezTo>
                    <a:pt x="104" y="101"/>
                    <a:pt x="104" y="101"/>
                    <a:pt x="104" y="101"/>
                  </a:cubicBezTo>
                  <a:cubicBezTo>
                    <a:pt x="104" y="113"/>
                    <a:pt x="119" y="110"/>
                    <a:pt x="119" y="114"/>
                  </a:cubicBezTo>
                  <a:cubicBezTo>
                    <a:pt x="119" y="114"/>
                    <a:pt x="118" y="116"/>
                    <a:pt x="117" y="116"/>
                  </a:cubicBezTo>
                  <a:cubicBezTo>
                    <a:pt x="113" y="116"/>
                    <a:pt x="108" y="115"/>
                    <a:pt x="102" y="115"/>
                  </a:cubicBezTo>
                  <a:cubicBezTo>
                    <a:pt x="91" y="115"/>
                    <a:pt x="87" y="116"/>
                    <a:pt x="84" y="116"/>
                  </a:cubicBezTo>
                  <a:cubicBezTo>
                    <a:pt x="82" y="116"/>
                    <a:pt x="80" y="116"/>
                    <a:pt x="80" y="114"/>
                  </a:cubicBezTo>
                  <a:cubicBezTo>
                    <a:pt x="80" y="110"/>
                    <a:pt x="91" y="112"/>
                    <a:pt x="91" y="102"/>
                  </a:cubicBezTo>
                  <a:cubicBezTo>
                    <a:pt x="91" y="62"/>
                    <a:pt x="91" y="62"/>
                    <a:pt x="91" y="62"/>
                  </a:cubicBezTo>
                  <a:cubicBezTo>
                    <a:pt x="91" y="60"/>
                    <a:pt x="92" y="58"/>
                    <a:pt x="90" y="58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27" y="58"/>
                    <a:pt x="27" y="59"/>
                    <a:pt x="27" y="61"/>
                  </a:cubicBezTo>
                  <a:cubicBezTo>
                    <a:pt x="27" y="102"/>
                    <a:pt x="27" y="102"/>
                    <a:pt x="27" y="102"/>
                  </a:cubicBezTo>
                  <a:cubicBezTo>
                    <a:pt x="27" y="113"/>
                    <a:pt x="43" y="109"/>
                    <a:pt x="43" y="114"/>
                  </a:cubicBezTo>
                  <a:cubicBezTo>
                    <a:pt x="43" y="115"/>
                    <a:pt x="42" y="116"/>
                    <a:pt x="40" y="116"/>
                  </a:cubicBezTo>
                  <a:cubicBezTo>
                    <a:pt x="38" y="116"/>
                    <a:pt x="26" y="115"/>
                    <a:pt x="18" y="115"/>
                  </a:cubicBezTo>
                  <a:cubicBezTo>
                    <a:pt x="6" y="115"/>
                    <a:pt x="4" y="116"/>
                    <a:pt x="4" y="116"/>
                  </a:cubicBezTo>
                  <a:cubicBezTo>
                    <a:pt x="2" y="116"/>
                    <a:pt x="2" y="115"/>
                    <a:pt x="2" y="113"/>
                  </a:cubicBezTo>
                  <a:cubicBezTo>
                    <a:pt x="2" y="108"/>
                    <a:pt x="15" y="114"/>
                    <a:pt x="15" y="98"/>
                  </a:cubicBezTo>
                  <a:lnTo>
                    <a:pt x="15" y="14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800" b="1">
                <a:solidFill>
                  <a:srgbClr val="000000"/>
                </a:solidFill>
              </a:endParaRPr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4428" y="1213"/>
              <a:ext cx="153" cy="164"/>
            </a:xfrm>
            <a:custGeom>
              <a:avLst/>
              <a:gdLst>
                <a:gd name="T0" fmla="*/ 152 w 111"/>
                <a:gd name="T1" fmla="*/ 0 h 119"/>
                <a:gd name="T2" fmla="*/ 267 w 111"/>
                <a:gd name="T3" fmla="*/ 34 h 119"/>
                <a:gd name="T4" fmla="*/ 277 w 111"/>
                <a:gd name="T5" fmla="*/ 29 h 119"/>
                <a:gd name="T6" fmla="*/ 285 w 111"/>
                <a:gd name="T7" fmla="*/ 65 h 119"/>
                <a:gd name="T8" fmla="*/ 283 w 111"/>
                <a:gd name="T9" fmla="*/ 102 h 119"/>
                <a:gd name="T10" fmla="*/ 272 w 111"/>
                <a:gd name="T11" fmla="*/ 85 h 119"/>
                <a:gd name="T12" fmla="*/ 160 w 111"/>
                <a:gd name="T13" fmla="*/ 14 h 119"/>
                <a:gd name="T14" fmla="*/ 36 w 111"/>
                <a:gd name="T15" fmla="*/ 150 h 119"/>
                <a:gd name="T16" fmla="*/ 161 w 111"/>
                <a:gd name="T17" fmla="*/ 298 h 119"/>
                <a:gd name="T18" fmla="*/ 277 w 111"/>
                <a:gd name="T19" fmla="*/ 236 h 119"/>
                <a:gd name="T20" fmla="*/ 283 w 111"/>
                <a:gd name="T21" fmla="*/ 230 h 119"/>
                <a:gd name="T22" fmla="*/ 289 w 111"/>
                <a:gd name="T23" fmla="*/ 236 h 119"/>
                <a:gd name="T24" fmla="*/ 277 w 111"/>
                <a:gd name="T25" fmla="*/ 277 h 119"/>
                <a:gd name="T26" fmla="*/ 150 w 111"/>
                <a:gd name="T27" fmla="*/ 311 h 119"/>
                <a:gd name="T28" fmla="*/ 0 w 111"/>
                <a:gd name="T29" fmla="*/ 161 h 119"/>
                <a:gd name="T30" fmla="*/ 152 w 111"/>
                <a:gd name="T31" fmla="*/ 0 h 11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11" h="119">
                  <a:moveTo>
                    <a:pt x="58" y="0"/>
                  </a:moveTo>
                  <a:cubicBezTo>
                    <a:pt x="89" y="0"/>
                    <a:pt x="98" y="13"/>
                    <a:pt x="102" y="13"/>
                  </a:cubicBezTo>
                  <a:cubicBezTo>
                    <a:pt x="104" y="13"/>
                    <a:pt x="105" y="11"/>
                    <a:pt x="106" y="11"/>
                  </a:cubicBezTo>
                  <a:cubicBezTo>
                    <a:pt x="108" y="11"/>
                    <a:pt x="108" y="14"/>
                    <a:pt x="109" y="25"/>
                  </a:cubicBezTo>
                  <a:cubicBezTo>
                    <a:pt x="109" y="33"/>
                    <a:pt x="111" y="39"/>
                    <a:pt x="108" y="39"/>
                  </a:cubicBezTo>
                  <a:cubicBezTo>
                    <a:pt x="106" y="39"/>
                    <a:pt x="105" y="34"/>
                    <a:pt x="104" y="33"/>
                  </a:cubicBezTo>
                  <a:cubicBezTo>
                    <a:pt x="94" y="16"/>
                    <a:pt x="82" y="5"/>
                    <a:pt x="61" y="5"/>
                  </a:cubicBezTo>
                  <a:cubicBezTo>
                    <a:pt x="29" y="5"/>
                    <a:pt x="14" y="26"/>
                    <a:pt x="14" y="57"/>
                  </a:cubicBezTo>
                  <a:cubicBezTo>
                    <a:pt x="14" y="85"/>
                    <a:pt x="30" y="114"/>
                    <a:pt x="62" y="114"/>
                  </a:cubicBezTo>
                  <a:cubicBezTo>
                    <a:pt x="87" y="114"/>
                    <a:pt x="103" y="97"/>
                    <a:pt x="106" y="90"/>
                  </a:cubicBezTo>
                  <a:cubicBezTo>
                    <a:pt x="106" y="89"/>
                    <a:pt x="107" y="88"/>
                    <a:pt x="108" y="88"/>
                  </a:cubicBezTo>
                  <a:cubicBezTo>
                    <a:pt x="109" y="88"/>
                    <a:pt x="110" y="89"/>
                    <a:pt x="110" y="90"/>
                  </a:cubicBezTo>
                  <a:cubicBezTo>
                    <a:pt x="106" y="106"/>
                    <a:pt x="106" y="106"/>
                    <a:pt x="106" y="106"/>
                  </a:cubicBezTo>
                  <a:cubicBezTo>
                    <a:pt x="106" y="107"/>
                    <a:pt x="94" y="119"/>
                    <a:pt x="57" y="119"/>
                  </a:cubicBezTo>
                  <a:cubicBezTo>
                    <a:pt x="24" y="119"/>
                    <a:pt x="0" y="96"/>
                    <a:pt x="0" y="62"/>
                  </a:cubicBezTo>
                  <a:cubicBezTo>
                    <a:pt x="0" y="28"/>
                    <a:pt x="24" y="0"/>
                    <a:pt x="58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800" b="1">
                <a:solidFill>
                  <a:srgbClr val="000000"/>
                </a:solidFill>
              </a:endParaRPr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592" y="1213"/>
              <a:ext cx="110" cy="164"/>
            </a:xfrm>
            <a:custGeom>
              <a:avLst/>
              <a:gdLst>
                <a:gd name="T0" fmla="*/ 0 w 79"/>
                <a:gd name="T1" fmla="*/ 234 h 119"/>
                <a:gd name="T2" fmla="*/ 6 w 79"/>
                <a:gd name="T3" fmla="*/ 221 h 119"/>
                <a:gd name="T4" fmla="*/ 14 w 79"/>
                <a:gd name="T5" fmla="*/ 234 h 119"/>
                <a:gd name="T6" fmla="*/ 109 w 79"/>
                <a:gd name="T7" fmla="*/ 298 h 119"/>
                <a:gd name="T8" fmla="*/ 188 w 79"/>
                <a:gd name="T9" fmla="*/ 230 h 119"/>
                <a:gd name="T10" fmla="*/ 11 w 79"/>
                <a:gd name="T11" fmla="*/ 81 h 119"/>
                <a:gd name="T12" fmla="*/ 109 w 79"/>
                <a:gd name="T13" fmla="*/ 0 h 119"/>
                <a:gd name="T14" fmla="*/ 184 w 79"/>
                <a:gd name="T15" fmla="*/ 15 h 119"/>
                <a:gd name="T16" fmla="*/ 192 w 79"/>
                <a:gd name="T17" fmla="*/ 11 h 119"/>
                <a:gd name="T18" fmla="*/ 198 w 79"/>
                <a:gd name="T19" fmla="*/ 19 h 119"/>
                <a:gd name="T20" fmla="*/ 206 w 79"/>
                <a:gd name="T21" fmla="*/ 76 h 119"/>
                <a:gd name="T22" fmla="*/ 199 w 79"/>
                <a:gd name="T23" fmla="*/ 81 h 119"/>
                <a:gd name="T24" fmla="*/ 188 w 79"/>
                <a:gd name="T25" fmla="*/ 69 h 119"/>
                <a:gd name="T26" fmla="*/ 104 w 79"/>
                <a:gd name="T27" fmla="*/ 14 h 119"/>
                <a:gd name="T28" fmla="*/ 33 w 79"/>
                <a:gd name="T29" fmla="*/ 69 h 119"/>
                <a:gd name="T30" fmla="*/ 213 w 79"/>
                <a:gd name="T31" fmla="*/ 221 h 119"/>
                <a:gd name="T32" fmla="*/ 88 w 79"/>
                <a:gd name="T33" fmla="*/ 311 h 119"/>
                <a:gd name="T34" fmla="*/ 11 w 79"/>
                <a:gd name="T35" fmla="*/ 288 h 119"/>
                <a:gd name="T36" fmla="*/ 0 w 79"/>
                <a:gd name="T37" fmla="*/ 234 h 119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79" h="119">
                  <a:moveTo>
                    <a:pt x="0" y="89"/>
                  </a:moveTo>
                  <a:cubicBezTo>
                    <a:pt x="0" y="85"/>
                    <a:pt x="1" y="84"/>
                    <a:pt x="2" y="84"/>
                  </a:cubicBezTo>
                  <a:cubicBezTo>
                    <a:pt x="4" y="84"/>
                    <a:pt x="4" y="86"/>
                    <a:pt x="5" y="89"/>
                  </a:cubicBezTo>
                  <a:cubicBezTo>
                    <a:pt x="7" y="97"/>
                    <a:pt x="17" y="114"/>
                    <a:pt x="40" y="114"/>
                  </a:cubicBezTo>
                  <a:cubicBezTo>
                    <a:pt x="55" y="114"/>
                    <a:pt x="70" y="105"/>
                    <a:pt x="70" y="88"/>
                  </a:cubicBezTo>
                  <a:cubicBezTo>
                    <a:pt x="70" y="56"/>
                    <a:pt x="4" y="74"/>
                    <a:pt x="4" y="31"/>
                  </a:cubicBezTo>
                  <a:cubicBezTo>
                    <a:pt x="4" y="10"/>
                    <a:pt x="21" y="0"/>
                    <a:pt x="40" y="0"/>
                  </a:cubicBezTo>
                  <a:cubicBezTo>
                    <a:pt x="60" y="0"/>
                    <a:pt x="66" y="6"/>
                    <a:pt x="68" y="6"/>
                  </a:cubicBezTo>
                  <a:cubicBezTo>
                    <a:pt x="69" y="6"/>
                    <a:pt x="70" y="4"/>
                    <a:pt x="71" y="4"/>
                  </a:cubicBezTo>
                  <a:cubicBezTo>
                    <a:pt x="72" y="4"/>
                    <a:pt x="73" y="5"/>
                    <a:pt x="73" y="7"/>
                  </a:cubicBezTo>
                  <a:cubicBezTo>
                    <a:pt x="76" y="29"/>
                    <a:pt x="76" y="29"/>
                    <a:pt x="76" y="29"/>
                  </a:cubicBezTo>
                  <a:cubicBezTo>
                    <a:pt x="76" y="30"/>
                    <a:pt x="76" y="31"/>
                    <a:pt x="74" y="31"/>
                  </a:cubicBezTo>
                  <a:cubicBezTo>
                    <a:pt x="72" y="31"/>
                    <a:pt x="71" y="28"/>
                    <a:pt x="70" y="26"/>
                  </a:cubicBezTo>
                  <a:cubicBezTo>
                    <a:pt x="66" y="12"/>
                    <a:pt x="54" y="5"/>
                    <a:pt x="39" y="5"/>
                  </a:cubicBezTo>
                  <a:cubicBezTo>
                    <a:pt x="26" y="5"/>
                    <a:pt x="12" y="11"/>
                    <a:pt x="12" y="26"/>
                  </a:cubicBezTo>
                  <a:cubicBezTo>
                    <a:pt x="12" y="57"/>
                    <a:pt x="79" y="39"/>
                    <a:pt x="79" y="84"/>
                  </a:cubicBezTo>
                  <a:cubicBezTo>
                    <a:pt x="79" y="98"/>
                    <a:pt x="69" y="119"/>
                    <a:pt x="32" y="119"/>
                  </a:cubicBezTo>
                  <a:cubicBezTo>
                    <a:pt x="20" y="119"/>
                    <a:pt x="5" y="113"/>
                    <a:pt x="4" y="110"/>
                  </a:cubicBezTo>
                  <a:lnTo>
                    <a:pt x="0" y="8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800" b="1">
                <a:solidFill>
                  <a:srgbClr val="000000"/>
                </a:solidFill>
              </a:endParaRPr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718" y="1213"/>
              <a:ext cx="154" cy="164"/>
            </a:xfrm>
            <a:custGeom>
              <a:avLst/>
              <a:gdLst>
                <a:gd name="T0" fmla="*/ 158 w 111"/>
                <a:gd name="T1" fmla="*/ 0 h 119"/>
                <a:gd name="T2" fmla="*/ 275 w 111"/>
                <a:gd name="T3" fmla="*/ 34 h 119"/>
                <a:gd name="T4" fmla="*/ 284 w 111"/>
                <a:gd name="T5" fmla="*/ 29 h 119"/>
                <a:gd name="T6" fmla="*/ 290 w 111"/>
                <a:gd name="T7" fmla="*/ 65 h 119"/>
                <a:gd name="T8" fmla="*/ 289 w 111"/>
                <a:gd name="T9" fmla="*/ 102 h 119"/>
                <a:gd name="T10" fmla="*/ 277 w 111"/>
                <a:gd name="T11" fmla="*/ 85 h 119"/>
                <a:gd name="T12" fmla="*/ 164 w 111"/>
                <a:gd name="T13" fmla="*/ 14 h 119"/>
                <a:gd name="T14" fmla="*/ 36 w 111"/>
                <a:gd name="T15" fmla="*/ 150 h 119"/>
                <a:gd name="T16" fmla="*/ 165 w 111"/>
                <a:gd name="T17" fmla="*/ 298 h 119"/>
                <a:gd name="T18" fmla="*/ 283 w 111"/>
                <a:gd name="T19" fmla="*/ 236 h 119"/>
                <a:gd name="T20" fmla="*/ 289 w 111"/>
                <a:gd name="T21" fmla="*/ 230 h 119"/>
                <a:gd name="T22" fmla="*/ 294 w 111"/>
                <a:gd name="T23" fmla="*/ 236 h 119"/>
                <a:gd name="T24" fmla="*/ 283 w 111"/>
                <a:gd name="T25" fmla="*/ 277 h 119"/>
                <a:gd name="T26" fmla="*/ 153 w 111"/>
                <a:gd name="T27" fmla="*/ 311 h 119"/>
                <a:gd name="T28" fmla="*/ 0 w 111"/>
                <a:gd name="T29" fmla="*/ 161 h 119"/>
                <a:gd name="T30" fmla="*/ 158 w 111"/>
                <a:gd name="T31" fmla="*/ 0 h 11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11" h="119">
                  <a:moveTo>
                    <a:pt x="59" y="0"/>
                  </a:moveTo>
                  <a:cubicBezTo>
                    <a:pt x="89" y="0"/>
                    <a:pt x="98" y="13"/>
                    <a:pt x="103" y="13"/>
                  </a:cubicBezTo>
                  <a:cubicBezTo>
                    <a:pt x="104" y="13"/>
                    <a:pt x="105" y="11"/>
                    <a:pt x="107" y="11"/>
                  </a:cubicBezTo>
                  <a:cubicBezTo>
                    <a:pt x="108" y="11"/>
                    <a:pt x="108" y="14"/>
                    <a:pt x="109" y="25"/>
                  </a:cubicBezTo>
                  <a:cubicBezTo>
                    <a:pt x="109" y="33"/>
                    <a:pt x="111" y="39"/>
                    <a:pt x="108" y="39"/>
                  </a:cubicBezTo>
                  <a:cubicBezTo>
                    <a:pt x="106" y="39"/>
                    <a:pt x="105" y="34"/>
                    <a:pt x="104" y="33"/>
                  </a:cubicBezTo>
                  <a:cubicBezTo>
                    <a:pt x="94" y="16"/>
                    <a:pt x="82" y="5"/>
                    <a:pt x="61" y="5"/>
                  </a:cubicBezTo>
                  <a:cubicBezTo>
                    <a:pt x="29" y="5"/>
                    <a:pt x="14" y="26"/>
                    <a:pt x="14" y="57"/>
                  </a:cubicBezTo>
                  <a:cubicBezTo>
                    <a:pt x="14" y="85"/>
                    <a:pt x="30" y="114"/>
                    <a:pt x="62" y="114"/>
                  </a:cubicBezTo>
                  <a:cubicBezTo>
                    <a:pt x="88" y="114"/>
                    <a:pt x="104" y="97"/>
                    <a:pt x="106" y="90"/>
                  </a:cubicBezTo>
                  <a:cubicBezTo>
                    <a:pt x="106" y="89"/>
                    <a:pt x="107" y="88"/>
                    <a:pt x="108" y="88"/>
                  </a:cubicBezTo>
                  <a:cubicBezTo>
                    <a:pt x="109" y="88"/>
                    <a:pt x="110" y="89"/>
                    <a:pt x="110" y="90"/>
                  </a:cubicBezTo>
                  <a:cubicBezTo>
                    <a:pt x="106" y="106"/>
                    <a:pt x="106" y="106"/>
                    <a:pt x="106" y="106"/>
                  </a:cubicBezTo>
                  <a:cubicBezTo>
                    <a:pt x="106" y="107"/>
                    <a:pt x="94" y="119"/>
                    <a:pt x="57" y="119"/>
                  </a:cubicBezTo>
                  <a:cubicBezTo>
                    <a:pt x="24" y="119"/>
                    <a:pt x="0" y="96"/>
                    <a:pt x="0" y="62"/>
                  </a:cubicBezTo>
                  <a:cubicBezTo>
                    <a:pt x="0" y="28"/>
                    <a:pt x="24" y="0"/>
                    <a:pt x="59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800" b="1">
                <a:solidFill>
                  <a:srgbClr val="000000"/>
                </a:solidFill>
              </a:endParaRPr>
            </a:p>
          </p:txBody>
        </p:sp>
      </p:grpSp>
      <p:sp>
        <p:nvSpPr>
          <p:cNvPr id="15" name="Rectangle 35"/>
          <p:cNvSpPr>
            <a:spLocks noGrp="1"/>
          </p:cNvSpPr>
          <p:nvPr>
            <p:ph type="subTitle" idx="1"/>
          </p:nvPr>
        </p:nvSpPr>
        <p:spPr>
          <a:xfrm>
            <a:off x="1524001" y="3689351"/>
            <a:ext cx="5484284" cy="282129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6" name="Text Placeholder 11"/>
          <p:cNvSpPr>
            <a:spLocks noGrp="1"/>
          </p:cNvSpPr>
          <p:nvPr>
            <p:ph type="body" sz="quarter" idx="11"/>
          </p:nvPr>
        </p:nvSpPr>
        <p:spPr>
          <a:xfrm>
            <a:off x="1549401" y="4176329"/>
            <a:ext cx="5507616" cy="169277"/>
          </a:xfrm>
        </p:spPr>
        <p:txBody>
          <a:bodyPr/>
          <a:lstStyle>
            <a:lvl1pPr marL="0" indent="0">
              <a:buNone/>
              <a:defRPr sz="110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2" hasCustomPrompt="1"/>
          </p:nvPr>
        </p:nvSpPr>
        <p:spPr>
          <a:xfrm>
            <a:off x="1520755" y="2721230"/>
            <a:ext cx="7724845" cy="731520"/>
          </a:xfrm>
        </p:spPr>
        <p:txBody>
          <a:bodyPr/>
          <a:lstStyle>
            <a:lvl1pPr marL="0" indent="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lang="en-US" sz="2800" b="1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649070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Prefa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04800" y="139700"/>
            <a:ext cx="7315200" cy="1066800"/>
          </a:xfrm>
        </p:spPr>
        <p:txBody>
          <a:bodyPr/>
          <a:lstStyle/>
          <a:p>
            <a:r>
              <a:rPr lang="en-GB"/>
              <a:t>Preface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marL="0" indent="0">
              <a:buNone/>
              <a:defRPr sz="1200"/>
            </a:lvl1pPr>
            <a:lvl2pPr marL="628650" indent="-171450">
              <a:buFont typeface="Wingdings" pitchFamily="2" charset="2"/>
              <a:buChar char="§"/>
              <a:defRPr sz="1200"/>
            </a:lvl2pPr>
            <a:lvl4pPr marL="1371600" indent="0">
              <a:buNone/>
              <a:defRPr/>
            </a:lvl4pPr>
          </a:lstStyle>
          <a:p>
            <a:r>
              <a:rPr lang="en-US"/>
              <a:t>We are pleased to present this proposal to assist [Client] in ...</a:t>
            </a:r>
          </a:p>
          <a:p>
            <a:r>
              <a:rPr lang="en-US"/>
              <a:t>We believe Deloitte is the right partner because we can offer these elements that are critical for your success</a:t>
            </a:r>
          </a:p>
          <a:p>
            <a:pPr lvl="1"/>
            <a:r>
              <a:rPr lang="en-US"/>
              <a:t>Unique selling point # one</a:t>
            </a:r>
          </a:p>
          <a:p>
            <a:pPr lvl="1"/>
            <a:r>
              <a:rPr lang="en-US"/>
              <a:t>Unique selling point # two</a:t>
            </a:r>
          </a:p>
          <a:p>
            <a:pPr lvl="1"/>
            <a:r>
              <a:rPr lang="en-US"/>
              <a:t>Unique selling point # three</a:t>
            </a:r>
          </a:p>
          <a:p>
            <a:r>
              <a:rPr lang="en-US"/>
              <a:t>This document describes our proposed approach and is based on the following information</a:t>
            </a:r>
          </a:p>
          <a:p>
            <a:pPr lvl="1"/>
            <a:r>
              <a:rPr lang="en-US"/>
              <a:t>Interviews with ... on ...</a:t>
            </a:r>
          </a:p>
          <a:p>
            <a:pPr lvl="1"/>
            <a:r>
              <a:rPr lang="en-US"/>
              <a:t>Documentation on ... received from ...</a:t>
            </a:r>
          </a:p>
          <a:p>
            <a:pPr lvl="1"/>
            <a:r>
              <a:rPr lang="en-US"/>
              <a:t>Our experience in ...</a:t>
            </a:r>
          </a:p>
          <a:p>
            <a:pPr lvl="1"/>
            <a:r>
              <a:rPr lang="en-US"/>
              <a:t>Deloitte’s methodology for ...</a:t>
            </a:r>
          </a:p>
          <a:p>
            <a:r>
              <a:rPr lang="en-US"/>
              <a:t>This document is an appendix to our engagement letter [number] dated [date]</a:t>
            </a:r>
          </a:p>
          <a:p>
            <a:pPr lvl="0"/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sz="800"/>
            </a:lvl1pPr>
          </a:lstStyle>
          <a:p>
            <a:pPr>
              <a:defRPr/>
            </a:pPr>
            <a:fld id="{393DCDD9-1696-4237-A64D-49DB7E28D823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33710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Contents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buNone/>
              <a:defRPr sz="1200"/>
            </a:lvl1pPr>
            <a:lvl2pPr marL="628650" indent="-171450">
              <a:buFont typeface="Wingdings" pitchFamily="2" charset="2"/>
              <a:buChar char="§"/>
              <a:defRPr sz="1200"/>
            </a:lvl2pPr>
            <a:lvl4pPr marL="1371600" indent="0">
              <a:buNone/>
              <a:defRPr/>
            </a:lvl4pPr>
          </a:lstStyle>
          <a:p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sz="800"/>
            </a:lvl1pPr>
          </a:lstStyle>
          <a:p>
            <a:pPr>
              <a:defRPr/>
            </a:pPr>
            <a:fld id="{393DCDD9-1696-4237-A64D-49DB7E28D823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61485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ub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sz="800"/>
            </a:lvl1pPr>
          </a:lstStyle>
          <a:p>
            <a:pPr>
              <a:defRPr/>
            </a:pPr>
            <a:fld id="{393DCDD9-1696-4237-A64D-49DB7E28D823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430743" y="1600200"/>
            <a:ext cx="11330516" cy="4572000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1" hasCustomPrompt="1"/>
          </p:nvPr>
        </p:nvSpPr>
        <p:spPr>
          <a:xfrm>
            <a:off x="430743" y="1228499"/>
            <a:ext cx="11330516" cy="374670"/>
          </a:xfrm>
        </p:spPr>
        <p:txBody>
          <a:bodyPr/>
          <a:lstStyle>
            <a:lvl1pPr marL="0" indent="0">
              <a:buNone/>
              <a:defRPr sz="1600" baseline="0"/>
            </a:lvl1pPr>
          </a:lstStyle>
          <a:p>
            <a:r>
              <a:rPr lang="en-US"/>
              <a:t>Optional Subtitle</a:t>
            </a:r>
          </a:p>
        </p:txBody>
      </p:sp>
    </p:spTree>
    <p:extLst>
      <p:ext uri="{BB962C8B-B14F-4D97-AF65-F5344CB8AC3E}">
        <p14:creationId xmlns:p14="http://schemas.microsoft.com/office/powerpoint/2010/main" val="13012963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sz="800"/>
            </a:lvl1pPr>
          </a:lstStyle>
          <a:p>
            <a:pPr>
              <a:defRPr/>
            </a:pPr>
            <a:fld id="{D3121199-DFD7-4FD5-9233-6C81EE725171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15"/>
          <p:cNvSpPr>
            <a:spLocks noGrp="1"/>
          </p:cNvSpPr>
          <p:nvPr>
            <p:ph type="ctrTitle"/>
          </p:nvPr>
        </p:nvSpPr>
        <p:spPr bwMode="gray">
          <a:xfrm>
            <a:off x="548640" y="3190951"/>
            <a:ext cx="9611360" cy="313932"/>
          </a:xfrm>
        </p:spPr>
        <p:txBody>
          <a:bodyPr lIns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Rectangle 16"/>
          <p:cNvSpPr>
            <a:spLocks noGrp="1"/>
          </p:cNvSpPr>
          <p:nvPr>
            <p:ph type="subTitle" idx="1" hasCustomPrompt="1"/>
          </p:nvPr>
        </p:nvSpPr>
        <p:spPr bwMode="gray">
          <a:xfrm>
            <a:off x="548640" y="3694176"/>
            <a:ext cx="5766816" cy="276999"/>
          </a:xfrm>
        </p:spPr>
        <p:txBody>
          <a:bodyPr lIns="0"/>
          <a:lstStyle>
            <a:lvl1pPr marL="0" indent="0">
              <a:buNone/>
              <a:defRPr sz="1800"/>
            </a:lvl1pPr>
          </a:lstStyle>
          <a:p>
            <a:r>
              <a:rPr lang="en-US"/>
              <a:t>Subtitle — Arial Bold 18pt</a:t>
            </a:r>
          </a:p>
        </p:txBody>
      </p:sp>
    </p:spTree>
    <p:extLst>
      <p:ext uri="{BB962C8B-B14F-4D97-AF65-F5344CB8AC3E}">
        <p14:creationId xmlns:p14="http://schemas.microsoft.com/office/powerpoint/2010/main" val="15752219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Copyright 2017 Accenture. All rights reserved.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627632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4"/>
          <p:cNvSpPr txBox="1">
            <a:spLocks/>
          </p:cNvSpPr>
          <p:nvPr userDrawn="1"/>
        </p:nvSpPr>
        <p:spPr>
          <a:xfrm>
            <a:off x="11234527" y="6679279"/>
            <a:ext cx="533400" cy="12812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r" defTabSz="914271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35" algn="l" defTabSz="91427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71" algn="l" defTabSz="91427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06" algn="l" defTabSz="91427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41" algn="l" defTabSz="91427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677" algn="l" defTabSz="91427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812" algn="l" defTabSz="91427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948" algn="l" defTabSz="91427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083" algn="l" defTabSz="91427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461891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Master: Whi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52656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Master: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15C384-60B3-465D-80E9-C7F1D0B96D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4812" y="1035586"/>
            <a:ext cx="11430000" cy="914400"/>
          </a:xfrm>
        </p:spPr>
        <p:txBody>
          <a:bodyPr tIns="0" bIns="0">
            <a:noAutofit/>
          </a:bodyPr>
          <a:lstStyle>
            <a:lvl1pPr>
              <a:defRPr sz="1600" spc="-70" baseline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66FC9157-0DA7-49BF-9DEC-355390BD7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706889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Master: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EB9F3CC1-245D-49CB-B12F-C9289F952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433818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(Sub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sz="800"/>
            </a:lvl1pPr>
          </a:lstStyle>
          <a:p>
            <a:pPr>
              <a:defRPr/>
            </a:pPr>
            <a:fld id="{393DCDD9-1696-4237-A64D-49DB7E28D823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430743" y="1600200"/>
            <a:ext cx="11330516" cy="4572000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1" hasCustomPrompt="1"/>
          </p:nvPr>
        </p:nvSpPr>
        <p:spPr>
          <a:xfrm>
            <a:off x="430743" y="1228499"/>
            <a:ext cx="11330516" cy="374670"/>
          </a:xfrm>
        </p:spPr>
        <p:txBody>
          <a:bodyPr/>
          <a:lstStyle>
            <a:lvl1pPr marL="0" indent="0">
              <a:buNone/>
              <a:defRPr sz="1600" baseline="0"/>
            </a:lvl1pPr>
          </a:lstStyle>
          <a:p>
            <a:r>
              <a:rPr lang="en-US"/>
              <a:t>Optional Subtitle</a:t>
            </a:r>
          </a:p>
        </p:txBody>
      </p:sp>
    </p:spTree>
    <p:extLst>
      <p:ext uri="{BB962C8B-B14F-4D97-AF65-F5344CB8AC3E}">
        <p14:creationId xmlns:p14="http://schemas.microsoft.com/office/powerpoint/2010/main" val="370420175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4"/>
          <p:cNvSpPr txBox="1">
            <a:spLocks/>
          </p:cNvSpPr>
          <p:nvPr userDrawn="1"/>
        </p:nvSpPr>
        <p:spPr>
          <a:xfrm>
            <a:off x="11234527" y="6679279"/>
            <a:ext cx="533400" cy="12812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r" defTabSz="914271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35" algn="l" defTabSz="91427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71" algn="l" defTabSz="91427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06" algn="l" defTabSz="91427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41" algn="l" defTabSz="91427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677" algn="l" defTabSz="91427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812" algn="l" defTabSz="91427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948" algn="l" defTabSz="91427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083" algn="l" defTabSz="91427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882846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sz="800"/>
            </a:lvl1pPr>
          </a:lstStyle>
          <a:p>
            <a:pPr>
              <a:defRPr/>
            </a:pPr>
            <a:fld id="{D3121199-DFD7-4FD5-9233-6C81EE725171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15"/>
          <p:cNvSpPr>
            <a:spLocks noGrp="1"/>
          </p:cNvSpPr>
          <p:nvPr>
            <p:ph type="ctrTitle"/>
          </p:nvPr>
        </p:nvSpPr>
        <p:spPr bwMode="gray">
          <a:xfrm>
            <a:off x="548640" y="3190951"/>
            <a:ext cx="9611360" cy="313932"/>
          </a:xfrm>
        </p:spPr>
        <p:txBody>
          <a:bodyPr lIns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Rectangle 16"/>
          <p:cNvSpPr>
            <a:spLocks noGrp="1"/>
          </p:cNvSpPr>
          <p:nvPr>
            <p:ph type="subTitle" idx="1" hasCustomPrompt="1"/>
          </p:nvPr>
        </p:nvSpPr>
        <p:spPr bwMode="gray">
          <a:xfrm>
            <a:off x="548640" y="3694176"/>
            <a:ext cx="5766816" cy="276999"/>
          </a:xfrm>
        </p:spPr>
        <p:txBody>
          <a:bodyPr lIns="0"/>
          <a:lstStyle>
            <a:lvl1pPr marL="0" indent="0">
              <a:buNone/>
              <a:defRPr sz="1800"/>
            </a:lvl1pPr>
          </a:lstStyle>
          <a:p>
            <a:r>
              <a:rPr lang="en-US"/>
              <a:t>Subtitle — Arial Bold 18pt</a:t>
            </a:r>
          </a:p>
        </p:txBody>
      </p:sp>
    </p:spTree>
    <p:extLst>
      <p:ext uri="{BB962C8B-B14F-4D97-AF65-F5344CB8AC3E}">
        <p14:creationId xmlns:p14="http://schemas.microsoft.com/office/powerpoint/2010/main" val="129590062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Prefa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04800" y="139700"/>
            <a:ext cx="7315200" cy="1066800"/>
          </a:xfrm>
        </p:spPr>
        <p:txBody>
          <a:bodyPr/>
          <a:lstStyle/>
          <a:p>
            <a:r>
              <a:rPr lang="en-GB"/>
              <a:t>Preface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marL="0" indent="0">
              <a:buNone/>
              <a:defRPr sz="1200"/>
            </a:lvl1pPr>
            <a:lvl2pPr marL="628650" indent="-171450">
              <a:buFont typeface="Wingdings" pitchFamily="2" charset="2"/>
              <a:buChar char="§"/>
              <a:defRPr sz="1200"/>
            </a:lvl2pPr>
            <a:lvl4pPr marL="1371600" indent="0">
              <a:buNone/>
              <a:defRPr/>
            </a:lvl4pPr>
          </a:lstStyle>
          <a:p>
            <a:r>
              <a:rPr lang="en-US"/>
              <a:t>We are pleased to present this proposal to assist [Client] in ...</a:t>
            </a:r>
          </a:p>
          <a:p>
            <a:r>
              <a:rPr lang="en-US"/>
              <a:t>We believe Deloitte is the right partner because we can offer these elements that are critical for your success</a:t>
            </a:r>
          </a:p>
          <a:p>
            <a:pPr lvl="1"/>
            <a:r>
              <a:rPr lang="en-US"/>
              <a:t>Unique selling point # one</a:t>
            </a:r>
          </a:p>
          <a:p>
            <a:pPr lvl="1"/>
            <a:r>
              <a:rPr lang="en-US"/>
              <a:t>Unique selling point # two</a:t>
            </a:r>
          </a:p>
          <a:p>
            <a:pPr lvl="1"/>
            <a:r>
              <a:rPr lang="en-US"/>
              <a:t>Unique selling point # three</a:t>
            </a:r>
          </a:p>
          <a:p>
            <a:r>
              <a:rPr lang="en-US"/>
              <a:t>This document describes our proposed approach and is based on the following information</a:t>
            </a:r>
          </a:p>
          <a:p>
            <a:pPr lvl="1"/>
            <a:r>
              <a:rPr lang="en-US"/>
              <a:t>Interviews with ... on ...</a:t>
            </a:r>
          </a:p>
          <a:p>
            <a:pPr lvl="1"/>
            <a:r>
              <a:rPr lang="en-US"/>
              <a:t>Documentation on ... received from ...</a:t>
            </a:r>
          </a:p>
          <a:p>
            <a:pPr lvl="1"/>
            <a:r>
              <a:rPr lang="en-US"/>
              <a:t>Our experience in ...</a:t>
            </a:r>
          </a:p>
          <a:p>
            <a:pPr lvl="1"/>
            <a:r>
              <a:rPr lang="en-US"/>
              <a:t>Deloitte’s methodology for ...</a:t>
            </a:r>
          </a:p>
          <a:p>
            <a:r>
              <a:rPr lang="en-US"/>
              <a:t>This document is an appendix to our engagement letter [number] dated [date]</a:t>
            </a:r>
          </a:p>
          <a:p>
            <a:pPr lvl="0"/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sz="800"/>
            </a:lvl1pPr>
          </a:lstStyle>
          <a:p>
            <a:pPr>
              <a:defRPr/>
            </a:pPr>
            <a:fld id="{393DCDD9-1696-4237-A64D-49DB7E28D823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27492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(White Logo)"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8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13783"/>
            <a:ext cx="12192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7493" y="4612891"/>
            <a:ext cx="6635999" cy="836839"/>
          </a:xfrm>
        </p:spPr>
        <p:txBody>
          <a:bodyPr lIns="0" tIns="0" rIns="0" bIns="0" anchor="b">
            <a:normAutofit/>
          </a:bodyPr>
          <a:lstStyle>
            <a:lvl1pPr algn="l">
              <a:defRPr sz="3000" b="1" spc="-113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7493" y="5583936"/>
            <a:ext cx="6635999" cy="702205"/>
          </a:xfrm>
        </p:spPr>
        <p:txBody>
          <a:bodyPr lIns="0" tIns="0" rIns="0" bIns="0"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7556154" y="1712991"/>
            <a:ext cx="4099193" cy="2060440"/>
            <a:chOff x="5701703" y="682760"/>
            <a:chExt cx="3074395" cy="2060440"/>
          </a:xfrm>
        </p:grpSpPr>
        <p:sp>
          <p:nvSpPr>
            <p:cNvPr id="13" name="Freeform 12"/>
            <p:cNvSpPr/>
            <p:nvPr/>
          </p:nvSpPr>
          <p:spPr>
            <a:xfrm>
              <a:off x="6164291" y="682760"/>
              <a:ext cx="2013677" cy="2060440"/>
            </a:xfrm>
            <a:custGeom>
              <a:avLst/>
              <a:gdLst>
                <a:gd name="connsiteX0" fmla="*/ 0 w 4457700"/>
                <a:gd name="connsiteY0" fmla="*/ 0 h 4552950"/>
                <a:gd name="connsiteX1" fmla="*/ 4457700 w 4457700"/>
                <a:gd name="connsiteY1" fmla="*/ 1828800 h 4552950"/>
                <a:gd name="connsiteX2" fmla="*/ 4457700 w 4457700"/>
                <a:gd name="connsiteY2" fmla="*/ 2743200 h 4552950"/>
                <a:gd name="connsiteX3" fmla="*/ 0 w 4457700"/>
                <a:gd name="connsiteY3" fmla="*/ 4552950 h 4552950"/>
                <a:gd name="connsiteX4" fmla="*/ 0 w 4457700"/>
                <a:gd name="connsiteY4" fmla="*/ 3543300 h 4552950"/>
                <a:gd name="connsiteX5" fmla="*/ 3282950 w 4457700"/>
                <a:gd name="connsiteY5" fmla="*/ 2286000 h 4552950"/>
                <a:gd name="connsiteX6" fmla="*/ 0 w 4457700"/>
                <a:gd name="connsiteY6" fmla="*/ 1016000 h 4552950"/>
                <a:gd name="connsiteX7" fmla="*/ 0 w 4457700"/>
                <a:gd name="connsiteY7" fmla="*/ 0 h 4552950"/>
                <a:gd name="connsiteX0" fmla="*/ 0 w 4457700"/>
                <a:gd name="connsiteY0" fmla="*/ 0 h 4552950"/>
                <a:gd name="connsiteX1" fmla="*/ 4457700 w 4457700"/>
                <a:gd name="connsiteY1" fmla="*/ 1824037 h 4552950"/>
                <a:gd name="connsiteX2" fmla="*/ 4457700 w 4457700"/>
                <a:gd name="connsiteY2" fmla="*/ 2743200 h 4552950"/>
                <a:gd name="connsiteX3" fmla="*/ 0 w 4457700"/>
                <a:gd name="connsiteY3" fmla="*/ 4552950 h 4552950"/>
                <a:gd name="connsiteX4" fmla="*/ 0 w 4457700"/>
                <a:gd name="connsiteY4" fmla="*/ 3543300 h 4552950"/>
                <a:gd name="connsiteX5" fmla="*/ 3282950 w 4457700"/>
                <a:gd name="connsiteY5" fmla="*/ 2286000 h 4552950"/>
                <a:gd name="connsiteX6" fmla="*/ 0 w 4457700"/>
                <a:gd name="connsiteY6" fmla="*/ 1016000 h 4552950"/>
                <a:gd name="connsiteX7" fmla="*/ 0 w 4457700"/>
                <a:gd name="connsiteY7" fmla="*/ 0 h 4552950"/>
                <a:gd name="connsiteX0" fmla="*/ 0 w 4457700"/>
                <a:gd name="connsiteY0" fmla="*/ 0 h 4552950"/>
                <a:gd name="connsiteX1" fmla="*/ 4457700 w 4457700"/>
                <a:gd name="connsiteY1" fmla="*/ 1816893 h 4552950"/>
                <a:gd name="connsiteX2" fmla="*/ 4457700 w 4457700"/>
                <a:gd name="connsiteY2" fmla="*/ 2743200 h 4552950"/>
                <a:gd name="connsiteX3" fmla="*/ 0 w 4457700"/>
                <a:gd name="connsiteY3" fmla="*/ 4552950 h 4552950"/>
                <a:gd name="connsiteX4" fmla="*/ 0 w 4457700"/>
                <a:gd name="connsiteY4" fmla="*/ 3543300 h 4552950"/>
                <a:gd name="connsiteX5" fmla="*/ 3282950 w 4457700"/>
                <a:gd name="connsiteY5" fmla="*/ 2286000 h 4552950"/>
                <a:gd name="connsiteX6" fmla="*/ 0 w 4457700"/>
                <a:gd name="connsiteY6" fmla="*/ 1016000 h 4552950"/>
                <a:gd name="connsiteX7" fmla="*/ 0 w 4457700"/>
                <a:gd name="connsiteY7" fmla="*/ 0 h 4552950"/>
                <a:gd name="connsiteX0" fmla="*/ 0 w 4462462"/>
                <a:gd name="connsiteY0" fmla="*/ 0 h 4552950"/>
                <a:gd name="connsiteX1" fmla="*/ 4462462 w 4462462"/>
                <a:gd name="connsiteY1" fmla="*/ 1819275 h 4552950"/>
                <a:gd name="connsiteX2" fmla="*/ 4457700 w 4462462"/>
                <a:gd name="connsiteY2" fmla="*/ 2743200 h 4552950"/>
                <a:gd name="connsiteX3" fmla="*/ 0 w 4462462"/>
                <a:gd name="connsiteY3" fmla="*/ 4552950 h 4552950"/>
                <a:gd name="connsiteX4" fmla="*/ 0 w 4462462"/>
                <a:gd name="connsiteY4" fmla="*/ 3543300 h 4552950"/>
                <a:gd name="connsiteX5" fmla="*/ 3282950 w 4462462"/>
                <a:gd name="connsiteY5" fmla="*/ 2286000 h 4552950"/>
                <a:gd name="connsiteX6" fmla="*/ 0 w 4462462"/>
                <a:gd name="connsiteY6" fmla="*/ 1016000 h 4552950"/>
                <a:gd name="connsiteX7" fmla="*/ 0 w 4462462"/>
                <a:gd name="connsiteY7" fmla="*/ 0 h 4552950"/>
                <a:gd name="connsiteX0" fmla="*/ 0 w 4462921"/>
                <a:gd name="connsiteY0" fmla="*/ 0 h 4552950"/>
                <a:gd name="connsiteX1" fmla="*/ 4462462 w 4462921"/>
                <a:gd name="connsiteY1" fmla="*/ 1819275 h 4552950"/>
                <a:gd name="connsiteX2" fmla="*/ 4462463 w 4462921"/>
                <a:gd name="connsiteY2" fmla="*/ 2747962 h 4552950"/>
                <a:gd name="connsiteX3" fmla="*/ 0 w 4462921"/>
                <a:gd name="connsiteY3" fmla="*/ 4552950 h 4552950"/>
                <a:gd name="connsiteX4" fmla="*/ 0 w 4462921"/>
                <a:gd name="connsiteY4" fmla="*/ 3543300 h 4552950"/>
                <a:gd name="connsiteX5" fmla="*/ 3282950 w 4462921"/>
                <a:gd name="connsiteY5" fmla="*/ 2286000 h 4552950"/>
                <a:gd name="connsiteX6" fmla="*/ 0 w 4462921"/>
                <a:gd name="connsiteY6" fmla="*/ 1016000 h 4552950"/>
                <a:gd name="connsiteX7" fmla="*/ 0 w 4462921"/>
                <a:gd name="connsiteY7" fmla="*/ 0 h 4552950"/>
                <a:gd name="connsiteX0" fmla="*/ 0 w 4462921"/>
                <a:gd name="connsiteY0" fmla="*/ 0 h 4552950"/>
                <a:gd name="connsiteX1" fmla="*/ 4462462 w 4462921"/>
                <a:gd name="connsiteY1" fmla="*/ 1819275 h 4552950"/>
                <a:gd name="connsiteX2" fmla="*/ 4462463 w 4462921"/>
                <a:gd name="connsiteY2" fmla="*/ 2747962 h 4552950"/>
                <a:gd name="connsiteX3" fmla="*/ 0 w 4462921"/>
                <a:gd name="connsiteY3" fmla="*/ 4552950 h 4552950"/>
                <a:gd name="connsiteX4" fmla="*/ 0 w 4462921"/>
                <a:gd name="connsiteY4" fmla="*/ 3543300 h 4552950"/>
                <a:gd name="connsiteX5" fmla="*/ 3282950 w 4462921"/>
                <a:gd name="connsiteY5" fmla="*/ 2286000 h 4552950"/>
                <a:gd name="connsiteX6" fmla="*/ 0 w 4462921"/>
                <a:gd name="connsiteY6" fmla="*/ 1016000 h 4552950"/>
                <a:gd name="connsiteX7" fmla="*/ 0 w 4462921"/>
                <a:gd name="connsiteY7" fmla="*/ 0 h 4552950"/>
                <a:gd name="connsiteX0" fmla="*/ 0 w 4462921"/>
                <a:gd name="connsiteY0" fmla="*/ 0 h 4560094"/>
                <a:gd name="connsiteX1" fmla="*/ 4462462 w 4462921"/>
                <a:gd name="connsiteY1" fmla="*/ 1819275 h 4560094"/>
                <a:gd name="connsiteX2" fmla="*/ 4462463 w 4462921"/>
                <a:gd name="connsiteY2" fmla="*/ 2747962 h 4560094"/>
                <a:gd name="connsiteX3" fmla="*/ 2381 w 4462921"/>
                <a:gd name="connsiteY3" fmla="*/ 4560094 h 4560094"/>
                <a:gd name="connsiteX4" fmla="*/ 0 w 4462921"/>
                <a:gd name="connsiteY4" fmla="*/ 3543300 h 4560094"/>
                <a:gd name="connsiteX5" fmla="*/ 3282950 w 4462921"/>
                <a:gd name="connsiteY5" fmla="*/ 2286000 h 4560094"/>
                <a:gd name="connsiteX6" fmla="*/ 0 w 4462921"/>
                <a:gd name="connsiteY6" fmla="*/ 1016000 h 4560094"/>
                <a:gd name="connsiteX7" fmla="*/ 0 w 4462921"/>
                <a:gd name="connsiteY7" fmla="*/ 0 h 4560094"/>
                <a:gd name="connsiteX0" fmla="*/ 0 w 4462921"/>
                <a:gd name="connsiteY0" fmla="*/ 0 h 4560094"/>
                <a:gd name="connsiteX1" fmla="*/ 4462462 w 4462921"/>
                <a:gd name="connsiteY1" fmla="*/ 1819275 h 4560094"/>
                <a:gd name="connsiteX2" fmla="*/ 4462463 w 4462921"/>
                <a:gd name="connsiteY2" fmla="*/ 2747962 h 4560094"/>
                <a:gd name="connsiteX3" fmla="*/ 2381 w 4462921"/>
                <a:gd name="connsiteY3" fmla="*/ 4560094 h 4560094"/>
                <a:gd name="connsiteX4" fmla="*/ 0 w 4462921"/>
                <a:gd name="connsiteY4" fmla="*/ 3543300 h 4560094"/>
                <a:gd name="connsiteX5" fmla="*/ 3275807 w 4462921"/>
                <a:gd name="connsiteY5" fmla="*/ 2286000 h 4560094"/>
                <a:gd name="connsiteX6" fmla="*/ 0 w 4462921"/>
                <a:gd name="connsiteY6" fmla="*/ 1016000 h 4560094"/>
                <a:gd name="connsiteX7" fmla="*/ 0 w 4462921"/>
                <a:gd name="connsiteY7" fmla="*/ 0 h 4560094"/>
                <a:gd name="connsiteX0" fmla="*/ 0 w 4462921"/>
                <a:gd name="connsiteY0" fmla="*/ 0 h 4557713"/>
                <a:gd name="connsiteX1" fmla="*/ 4462462 w 4462921"/>
                <a:gd name="connsiteY1" fmla="*/ 1819275 h 4557713"/>
                <a:gd name="connsiteX2" fmla="*/ 4462463 w 4462921"/>
                <a:gd name="connsiteY2" fmla="*/ 2747962 h 4557713"/>
                <a:gd name="connsiteX3" fmla="*/ 2381 w 4462921"/>
                <a:gd name="connsiteY3" fmla="*/ 4557713 h 4557713"/>
                <a:gd name="connsiteX4" fmla="*/ 0 w 4462921"/>
                <a:gd name="connsiteY4" fmla="*/ 3543300 h 4557713"/>
                <a:gd name="connsiteX5" fmla="*/ 3275807 w 4462921"/>
                <a:gd name="connsiteY5" fmla="*/ 2286000 h 4557713"/>
                <a:gd name="connsiteX6" fmla="*/ 0 w 4462921"/>
                <a:gd name="connsiteY6" fmla="*/ 1016000 h 4557713"/>
                <a:gd name="connsiteX7" fmla="*/ 0 w 4462921"/>
                <a:gd name="connsiteY7" fmla="*/ 0 h 4557713"/>
                <a:gd name="connsiteX0" fmla="*/ 0 w 4462921"/>
                <a:gd name="connsiteY0" fmla="*/ 0 h 4562475"/>
                <a:gd name="connsiteX1" fmla="*/ 4462462 w 4462921"/>
                <a:gd name="connsiteY1" fmla="*/ 1819275 h 4562475"/>
                <a:gd name="connsiteX2" fmla="*/ 4462463 w 4462921"/>
                <a:gd name="connsiteY2" fmla="*/ 2747962 h 4562475"/>
                <a:gd name="connsiteX3" fmla="*/ 2381 w 4462921"/>
                <a:gd name="connsiteY3" fmla="*/ 4562475 h 4562475"/>
                <a:gd name="connsiteX4" fmla="*/ 0 w 4462921"/>
                <a:gd name="connsiteY4" fmla="*/ 3543300 h 4562475"/>
                <a:gd name="connsiteX5" fmla="*/ 3275807 w 4462921"/>
                <a:gd name="connsiteY5" fmla="*/ 2286000 h 4562475"/>
                <a:gd name="connsiteX6" fmla="*/ 0 w 4462921"/>
                <a:gd name="connsiteY6" fmla="*/ 1016000 h 4562475"/>
                <a:gd name="connsiteX7" fmla="*/ 0 w 4462921"/>
                <a:gd name="connsiteY7" fmla="*/ 0 h 4562475"/>
                <a:gd name="connsiteX0" fmla="*/ 2486 w 4465407"/>
                <a:gd name="connsiteY0" fmla="*/ 0 h 4564856"/>
                <a:gd name="connsiteX1" fmla="*/ 4464948 w 4465407"/>
                <a:gd name="connsiteY1" fmla="*/ 1819275 h 4564856"/>
                <a:gd name="connsiteX2" fmla="*/ 4464949 w 4465407"/>
                <a:gd name="connsiteY2" fmla="*/ 2747962 h 4564856"/>
                <a:gd name="connsiteX3" fmla="*/ 105 w 4465407"/>
                <a:gd name="connsiteY3" fmla="*/ 4564856 h 4564856"/>
                <a:gd name="connsiteX4" fmla="*/ 2486 w 4465407"/>
                <a:gd name="connsiteY4" fmla="*/ 3543300 h 4564856"/>
                <a:gd name="connsiteX5" fmla="*/ 3278293 w 4465407"/>
                <a:gd name="connsiteY5" fmla="*/ 2286000 h 4564856"/>
                <a:gd name="connsiteX6" fmla="*/ 2486 w 4465407"/>
                <a:gd name="connsiteY6" fmla="*/ 1016000 h 4564856"/>
                <a:gd name="connsiteX7" fmla="*/ 2486 w 4465407"/>
                <a:gd name="connsiteY7" fmla="*/ 0 h 4564856"/>
                <a:gd name="connsiteX0" fmla="*/ 2610 w 4465531"/>
                <a:gd name="connsiteY0" fmla="*/ 0 h 4564856"/>
                <a:gd name="connsiteX1" fmla="*/ 4465072 w 4465531"/>
                <a:gd name="connsiteY1" fmla="*/ 1819275 h 4564856"/>
                <a:gd name="connsiteX2" fmla="*/ 4465073 w 4465531"/>
                <a:gd name="connsiteY2" fmla="*/ 2747962 h 4564856"/>
                <a:gd name="connsiteX3" fmla="*/ 229 w 4465531"/>
                <a:gd name="connsiteY3" fmla="*/ 4564856 h 4564856"/>
                <a:gd name="connsiteX4" fmla="*/ 228 w 4465531"/>
                <a:gd name="connsiteY4" fmla="*/ 3545681 h 4564856"/>
                <a:gd name="connsiteX5" fmla="*/ 3278417 w 4465531"/>
                <a:gd name="connsiteY5" fmla="*/ 2286000 h 4564856"/>
                <a:gd name="connsiteX6" fmla="*/ 2610 w 4465531"/>
                <a:gd name="connsiteY6" fmla="*/ 1016000 h 4564856"/>
                <a:gd name="connsiteX7" fmla="*/ 2610 w 4465531"/>
                <a:gd name="connsiteY7" fmla="*/ 0 h 4564856"/>
                <a:gd name="connsiteX0" fmla="*/ 2610 w 4465531"/>
                <a:gd name="connsiteY0" fmla="*/ 0 h 4564856"/>
                <a:gd name="connsiteX1" fmla="*/ 4465072 w 4465531"/>
                <a:gd name="connsiteY1" fmla="*/ 1819275 h 4564856"/>
                <a:gd name="connsiteX2" fmla="*/ 4465073 w 4465531"/>
                <a:gd name="connsiteY2" fmla="*/ 2750343 h 4564856"/>
                <a:gd name="connsiteX3" fmla="*/ 229 w 4465531"/>
                <a:gd name="connsiteY3" fmla="*/ 4564856 h 4564856"/>
                <a:gd name="connsiteX4" fmla="*/ 228 w 4465531"/>
                <a:gd name="connsiteY4" fmla="*/ 3545681 h 4564856"/>
                <a:gd name="connsiteX5" fmla="*/ 3278417 w 4465531"/>
                <a:gd name="connsiteY5" fmla="*/ 2286000 h 4564856"/>
                <a:gd name="connsiteX6" fmla="*/ 2610 w 4465531"/>
                <a:gd name="connsiteY6" fmla="*/ 1016000 h 4564856"/>
                <a:gd name="connsiteX7" fmla="*/ 2610 w 4465531"/>
                <a:gd name="connsiteY7" fmla="*/ 0 h 4564856"/>
                <a:gd name="connsiteX0" fmla="*/ 2610 w 4465531"/>
                <a:gd name="connsiteY0" fmla="*/ 0 h 4564856"/>
                <a:gd name="connsiteX1" fmla="*/ 4465072 w 4465531"/>
                <a:gd name="connsiteY1" fmla="*/ 1819275 h 4564856"/>
                <a:gd name="connsiteX2" fmla="*/ 4465073 w 4465531"/>
                <a:gd name="connsiteY2" fmla="*/ 2755106 h 4564856"/>
                <a:gd name="connsiteX3" fmla="*/ 229 w 4465531"/>
                <a:gd name="connsiteY3" fmla="*/ 4564856 h 4564856"/>
                <a:gd name="connsiteX4" fmla="*/ 228 w 4465531"/>
                <a:gd name="connsiteY4" fmla="*/ 3545681 h 4564856"/>
                <a:gd name="connsiteX5" fmla="*/ 3278417 w 4465531"/>
                <a:gd name="connsiteY5" fmla="*/ 2286000 h 4564856"/>
                <a:gd name="connsiteX6" fmla="*/ 2610 w 4465531"/>
                <a:gd name="connsiteY6" fmla="*/ 1016000 h 4564856"/>
                <a:gd name="connsiteX7" fmla="*/ 2610 w 4465531"/>
                <a:gd name="connsiteY7" fmla="*/ 0 h 4564856"/>
                <a:gd name="connsiteX0" fmla="*/ 2610 w 4467453"/>
                <a:gd name="connsiteY0" fmla="*/ 0 h 4564856"/>
                <a:gd name="connsiteX1" fmla="*/ 4467453 w 4467453"/>
                <a:gd name="connsiteY1" fmla="*/ 1816894 h 4564856"/>
                <a:gd name="connsiteX2" fmla="*/ 4465073 w 4467453"/>
                <a:gd name="connsiteY2" fmla="*/ 2755106 h 4564856"/>
                <a:gd name="connsiteX3" fmla="*/ 229 w 4467453"/>
                <a:gd name="connsiteY3" fmla="*/ 4564856 h 4564856"/>
                <a:gd name="connsiteX4" fmla="*/ 228 w 4467453"/>
                <a:gd name="connsiteY4" fmla="*/ 3545681 h 4564856"/>
                <a:gd name="connsiteX5" fmla="*/ 3278417 w 4467453"/>
                <a:gd name="connsiteY5" fmla="*/ 2286000 h 4564856"/>
                <a:gd name="connsiteX6" fmla="*/ 2610 w 4467453"/>
                <a:gd name="connsiteY6" fmla="*/ 1016000 h 4564856"/>
                <a:gd name="connsiteX7" fmla="*/ 2610 w 4467453"/>
                <a:gd name="connsiteY7" fmla="*/ 0 h 4564856"/>
                <a:gd name="connsiteX0" fmla="*/ 2610 w 4467453"/>
                <a:gd name="connsiteY0" fmla="*/ 0 h 4564856"/>
                <a:gd name="connsiteX1" fmla="*/ 4467453 w 4467453"/>
                <a:gd name="connsiteY1" fmla="*/ 1816894 h 4564856"/>
                <a:gd name="connsiteX2" fmla="*/ 4465073 w 4467453"/>
                <a:gd name="connsiteY2" fmla="*/ 2755106 h 4564856"/>
                <a:gd name="connsiteX3" fmla="*/ 229 w 4467453"/>
                <a:gd name="connsiteY3" fmla="*/ 4564856 h 4564856"/>
                <a:gd name="connsiteX4" fmla="*/ 228 w 4467453"/>
                <a:gd name="connsiteY4" fmla="*/ 3545681 h 4564856"/>
                <a:gd name="connsiteX5" fmla="*/ 3278417 w 4467453"/>
                <a:gd name="connsiteY5" fmla="*/ 2286000 h 4564856"/>
                <a:gd name="connsiteX6" fmla="*/ 2610 w 4467453"/>
                <a:gd name="connsiteY6" fmla="*/ 1020763 h 4564856"/>
                <a:gd name="connsiteX7" fmla="*/ 2610 w 4467453"/>
                <a:gd name="connsiteY7" fmla="*/ 0 h 4564856"/>
                <a:gd name="connsiteX0" fmla="*/ 2610 w 4467453"/>
                <a:gd name="connsiteY0" fmla="*/ 0 h 4564856"/>
                <a:gd name="connsiteX1" fmla="*/ 4467453 w 4467453"/>
                <a:gd name="connsiteY1" fmla="*/ 1816894 h 4564856"/>
                <a:gd name="connsiteX2" fmla="*/ 4465073 w 4467453"/>
                <a:gd name="connsiteY2" fmla="*/ 2755106 h 4564856"/>
                <a:gd name="connsiteX3" fmla="*/ 229 w 4467453"/>
                <a:gd name="connsiteY3" fmla="*/ 4564856 h 4564856"/>
                <a:gd name="connsiteX4" fmla="*/ 228 w 4467453"/>
                <a:gd name="connsiteY4" fmla="*/ 3545681 h 4564856"/>
                <a:gd name="connsiteX5" fmla="*/ 3271273 w 4467453"/>
                <a:gd name="connsiteY5" fmla="*/ 2288382 h 4564856"/>
                <a:gd name="connsiteX6" fmla="*/ 2610 w 4467453"/>
                <a:gd name="connsiteY6" fmla="*/ 1020763 h 4564856"/>
                <a:gd name="connsiteX7" fmla="*/ 2610 w 4467453"/>
                <a:gd name="connsiteY7" fmla="*/ 0 h 4564856"/>
                <a:gd name="connsiteX0" fmla="*/ 2610 w 4467453"/>
                <a:gd name="connsiteY0" fmla="*/ 0 h 4564856"/>
                <a:gd name="connsiteX1" fmla="*/ 4467453 w 4467453"/>
                <a:gd name="connsiteY1" fmla="*/ 1816894 h 4564856"/>
                <a:gd name="connsiteX2" fmla="*/ 4465073 w 4467453"/>
                <a:gd name="connsiteY2" fmla="*/ 2755106 h 4564856"/>
                <a:gd name="connsiteX3" fmla="*/ 229 w 4467453"/>
                <a:gd name="connsiteY3" fmla="*/ 4564856 h 4564856"/>
                <a:gd name="connsiteX4" fmla="*/ 228 w 4467453"/>
                <a:gd name="connsiteY4" fmla="*/ 3545681 h 4564856"/>
                <a:gd name="connsiteX5" fmla="*/ 3271273 w 4467453"/>
                <a:gd name="connsiteY5" fmla="*/ 2288382 h 4564856"/>
                <a:gd name="connsiteX6" fmla="*/ 2610 w 4467453"/>
                <a:gd name="connsiteY6" fmla="*/ 1020763 h 4564856"/>
                <a:gd name="connsiteX7" fmla="*/ 2610 w 4467453"/>
                <a:gd name="connsiteY7" fmla="*/ 0 h 4564856"/>
                <a:gd name="connsiteX0" fmla="*/ 2610 w 4465530"/>
                <a:gd name="connsiteY0" fmla="*/ 0 h 4564856"/>
                <a:gd name="connsiteX1" fmla="*/ 4465071 w 4465530"/>
                <a:gd name="connsiteY1" fmla="*/ 1819275 h 4564856"/>
                <a:gd name="connsiteX2" fmla="*/ 4465073 w 4465530"/>
                <a:gd name="connsiteY2" fmla="*/ 2755106 h 4564856"/>
                <a:gd name="connsiteX3" fmla="*/ 229 w 4465530"/>
                <a:gd name="connsiteY3" fmla="*/ 4564856 h 4564856"/>
                <a:gd name="connsiteX4" fmla="*/ 228 w 4465530"/>
                <a:gd name="connsiteY4" fmla="*/ 3545681 h 4564856"/>
                <a:gd name="connsiteX5" fmla="*/ 3271273 w 4465530"/>
                <a:gd name="connsiteY5" fmla="*/ 2288382 h 4564856"/>
                <a:gd name="connsiteX6" fmla="*/ 2610 w 4465530"/>
                <a:gd name="connsiteY6" fmla="*/ 1020763 h 4564856"/>
                <a:gd name="connsiteX7" fmla="*/ 2610 w 4465530"/>
                <a:gd name="connsiteY7" fmla="*/ 0 h 4564856"/>
                <a:gd name="connsiteX0" fmla="*/ 2610 w 4465530"/>
                <a:gd name="connsiteY0" fmla="*/ 0 h 4564856"/>
                <a:gd name="connsiteX1" fmla="*/ 4465071 w 4465530"/>
                <a:gd name="connsiteY1" fmla="*/ 1812131 h 4564856"/>
                <a:gd name="connsiteX2" fmla="*/ 4465073 w 4465530"/>
                <a:gd name="connsiteY2" fmla="*/ 2755106 h 4564856"/>
                <a:gd name="connsiteX3" fmla="*/ 229 w 4465530"/>
                <a:gd name="connsiteY3" fmla="*/ 4564856 h 4564856"/>
                <a:gd name="connsiteX4" fmla="*/ 228 w 4465530"/>
                <a:gd name="connsiteY4" fmla="*/ 3545681 h 4564856"/>
                <a:gd name="connsiteX5" fmla="*/ 3271273 w 4465530"/>
                <a:gd name="connsiteY5" fmla="*/ 2288382 h 4564856"/>
                <a:gd name="connsiteX6" fmla="*/ 2610 w 4465530"/>
                <a:gd name="connsiteY6" fmla="*/ 1020763 h 4564856"/>
                <a:gd name="connsiteX7" fmla="*/ 2610 w 4465530"/>
                <a:gd name="connsiteY7" fmla="*/ 0 h 4564856"/>
                <a:gd name="connsiteX0" fmla="*/ 2610 w 4465530"/>
                <a:gd name="connsiteY0" fmla="*/ 0 h 4564856"/>
                <a:gd name="connsiteX1" fmla="*/ 4465071 w 4465530"/>
                <a:gd name="connsiteY1" fmla="*/ 1812131 h 4564856"/>
                <a:gd name="connsiteX2" fmla="*/ 4465073 w 4465530"/>
                <a:gd name="connsiteY2" fmla="*/ 2755106 h 4564856"/>
                <a:gd name="connsiteX3" fmla="*/ 229 w 4465530"/>
                <a:gd name="connsiteY3" fmla="*/ 4564856 h 4564856"/>
                <a:gd name="connsiteX4" fmla="*/ 228 w 4465530"/>
                <a:gd name="connsiteY4" fmla="*/ 3545681 h 4564856"/>
                <a:gd name="connsiteX5" fmla="*/ 3271273 w 4465530"/>
                <a:gd name="connsiteY5" fmla="*/ 2288382 h 4564856"/>
                <a:gd name="connsiteX6" fmla="*/ 2610 w 4465530"/>
                <a:gd name="connsiteY6" fmla="*/ 1023145 h 4564856"/>
                <a:gd name="connsiteX7" fmla="*/ 2610 w 4465530"/>
                <a:gd name="connsiteY7" fmla="*/ 0 h 4564856"/>
                <a:gd name="connsiteX0" fmla="*/ 2610 w 4465530"/>
                <a:gd name="connsiteY0" fmla="*/ 0 h 4564856"/>
                <a:gd name="connsiteX1" fmla="*/ 4465071 w 4465530"/>
                <a:gd name="connsiteY1" fmla="*/ 1812131 h 4564856"/>
                <a:gd name="connsiteX2" fmla="*/ 4465073 w 4465530"/>
                <a:gd name="connsiteY2" fmla="*/ 2755106 h 4564856"/>
                <a:gd name="connsiteX3" fmla="*/ 229 w 4465530"/>
                <a:gd name="connsiteY3" fmla="*/ 4564856 h 4564856"/>
                <a:gd name="connsiteX4" fmla="*/ 228 w 4465530"/>
                <a:gd name="connsiteY4" fmla="*/ 3545681 h 4564856"/>
                <a:gd name="connsiteX5" fmla="*/ 3264129 w 4465530"/>
                <a:gd name="connsiteY5" fmla="*/ 2288382 h 4564856"/>
                <a:gd name="connsiteX6" fmla="*/ 2610 w 4465530"/>
                <a:gd name="connsiteY6" fmla="*/ 1023145 h 4564856"/>
                <a:gd name="connsiteX7" fmla="*/ 2610 w 4465530"/>
                <a:gd name="connsiteY7" fmla="*/ 0 h 4564856"/>
                <a:gd name="connsiteX0" fmla="*/ 0 w 4467986"/>
                <a:gd name="connsiteY0" fmla="*/ 0 h 4564856"/>
                <a:gd name="connsiteX1" fmla="*/ 4467527 w 4467986"/>
                <a:gd name="connsiteY1" fmla="*/ 1812131 h 4564856"/>
                <a:gd name="connsiteX2" fmla="*/ 4467529 w 4467986"/>
                <a:gd name="connsiteY2" fmla="*/ 2755106 h 4564856"/>
                <a:gd name="connsiteX3" fmla="*/ 2685 w 4467986"/>
                <a:gd name="connsiteY3" fmla="*/ 4564856 h 4564856"/>
                <a:gd name="connsiteX4" fmla="*/ 2684 w 4467986"/>
                <a:gd name="connsiteY4" fmla="*/ 3545681 h 4564856"/>
                <a:gd name="connsiteX5" fmla="*/ 3266585 w 4467986"/>
                <a:gd name="connsiteY5" fmla="*/ 2288382 h 4564856"/>
                <a:gd name="connsiteX6" fmla="*/ 5066 w 4467986"/>
                <a:gd name="connsiteY6" fmla="*/ 1023145 h 4564856"/>
                <a:gd name="connsiteX7" fmla="*/ 0 w 4467986"/>
                <a:gd name="connsiteY7" fmla="*/ 0 h 4564856"/>
                <a:gd name="connsiteX0" fmla="*/ 0 w 4467986"/>
                <a:gd name="connsiteY0" fmla="*/ 0 h 4564856"/>
                <a:gd name="connsiteX1" fmla="*/ 4467527 w 4467986"/>
                <a:gd name="connsiteY1" fmla="*/ 1812131 h 4564856"/>
                <a:gd name="connsiteX2" fmla="*/ 4467529 w 4467986"/>
                <a:gd name="connsiteY2" fmla="*/ 2755106 h 4564856"/>
                <a:gd name="connsiteX3" fmla="*/ 2685 w 4467986"/>
                <a:gd name="connsiteY3" fmla="*/ 4564856 h 4564856"/>
                <a:gd name="connsiteX4" fmla="*/ 2684 w 4467986"/>
                <a:gd name="connsiteY4" fmla="*/ 3545681 h 4564856"/>
                <a:gd name="connsiteX5" fmla="*/ 3266585 w 4467986"/>
                <a:gd name="connsiteY5" fmla="*/ 2288382 h 4564856"/>
                <a:gd name="connsiteX6" fmla="*/ 2533 w 4467986"/>
                <a:gd name="connsiteY6" fmla="*/ 1018079 h 4564856"/>
                <a:gd name="connsiteX7" fmla="*/ 0 w 4467986"/>
                <a:gd name="connsiteY7" fmla="*/ 0 h 4564856"/>
                <a:gd name="connsiteX0" fmla="*/ 0 w 4467986"/>
                <a:gd name="connsiteY0" fmla="*/ 0 h 4564856"/>
                <a:gd name="connsiteX1" fmla="*/ 4467527 w 4467986"/>
                <a:gd name="connsiteY1" fmla="*/ 1812131 h 4564856"/>
                <a:gd name="connsiteX2" fmla="*/ 4467529 w 4467986"/>
                <a:gd name="connsiteY2" fmla="*/ 2755106 h 4564856"/>
                <a:gd name="connsiteX3" fmla="*/ 2685 w 4467986"/>
                <a:gd name="connsiteY3" fmla="*/ 4564856 h 4564856"/>
                <a:gd name="connsiteX4" fmla="*/ 2684 w 4467986"/>
                <a:gd name="connsiteY4" fmla="*/ 3545681 h 4564856"/>
                <a:gd name="connsiteX5" fmla="*/ 3266585 w 4467986"/>
                <a:gd name="connsiteY5" fmla="*/ 2288382 h 4564856"/>
                <a:gd name="connsiteX6" fmla="*/ 2533 w 4467986"/>
                <a:gd name="connsiteY6" fmla="*/ 1023145 h 4564856"/>
                <a:gd name="connsiteX7" fmla="*/ 0 w 4467986"/>
                <a:gd name="connsiteY7" fmla="*/ 0 h 4564856"/>
                <a:gd name="connsiteX0" fmla="*/ 0 w 4467986"/>
                <a:gd name="connsiteY0" fmla="*/ 0 h 4567262"/>
                <a:gd name="connsiteX1" fmla="*/ 4467527 w 4467986"/>
                <a:gd name="connsiteY1" fmla="*/ 1814537 h 4567262"/>
                <a:gd name="connsiteX2" fmla="*/ 4467529 w 4467986"/>
                <a:gd name="connsiteY2" fmla="*/ 2757512 h 4567262"/>
                <a:gd name="connsiteX3" fmla="*/ 2685 w 4467986"/>
                <a:gd name="connsiteY3" fmla="*/ 4567262 h 4567262"/>
                <a:gd name="connsiteX4" fmla="*/ 2684 w 4467986"/>
                <a:gd name="connsiteY4" fmla="*/ 3548087 h 4567262"/>
                <a:gd name="connsiteX5" fmla="*/ 3266585 w 4467986"/>
                <a:gd name="connsiteY5" fmla="*/ 2290788 h 4567262"/>
                <a:gd name="connsiteX6" fmla="*/ 2533 w 4467986"/>
                <a:gd name="connsiteY6" fmla="*/ 1025551 h 4567262"/>
                <a:gd name="connsiteX7" fmla="*/ 0 w 4467986"/>
                <a:gd name="connsiteY7" fmla="*/ 0 h 4567262"/>
                <a:gd name="connsiteX0" fmla="*/ 377 w 4465956"/>
                <a:gd name="connsiteY0" fmla="*/ 0 h 4569668"/>
                <a:gd name="connsiteX1" fmla="*/ 4465497 w 4465956"/>
                <a:gd name="connsiteY1" fmla="*/ 1816943 h 4569668"/>
                <a:gd name="connsiteX2" fmla="*/ 4465499 w 4465956"/>
                <a:gd name="connsiteY2" fmla="*/ 2759918 h 4569668"/>
                <a:gd name="connsiteX3" fmla="*/ 655 w 4465956"/>
                <a:gd name="connsiteY3" fmla="*/ 4569668 h 4569668"/>
                <a:gd name="connsiteX4" fmla="*/ 654 w 4465956"/>
                <a:gd name="connsiteY4" fmla="*/ 3550493 h 4569668"/>
                <a:gd name="connsiteX5" fmla="*/ 3264555 w 4465956"/>
                <a:gd name="connsiteY5" fmla="*/ 2293194 h 4569668"/>
                <a:gd name="connsiteX6" fmla="*/ 503 w 4465956"/>
                <a:gd name="connsiteY6" fmla="*/ 1027957 h 4569668"/>
                <a:gd name="connsiteX7" fmla="*/ 377 w 4465956"/>
                <a:gd name="connsiteY7" fmla="*/ 0 h 4569668"/>
                <a:gd name="connsiteX0" fmla="*/ 377 w 4465956"/>
                <a:gd name="connsiteY0" fmla="*/ 0 h 4569668"/>
                <a:gd name="connsiteX1" fmla="*/ 4465497 w 4465956"/>
                <a:gd name="connsiteY1" fmla="*/ 1816943 h 4569668"/>
                <a:gd name="connsiteX2" fmla="*/ 4465499 w 4465956"/>
                <a:gd name="connsiteY2" fmla="*/ 2759918 h 4569668"/>
                <a:gd name="connsiteX3" fmla="*/ 655 w 4465956"/>
                <a:gd name="connsiteY3" fmla="*/ 4569668 h 4569668"/>
                <a:gd name="connsiteX4" fmla="*/ 654 w 4465956"/>
                <a:gd name="connsiteY4" fmla="*/ 3548111 h 4569668"/>
                <a:gd name="connsiteX5" fmla="*/ 3264555 w 4465956"/>
                <a:gd name="connsiteY5" fmla="*/ 2293194 h 4569668"/>
                <a:gd name="connsiteX6" fmla="*/ 503 w 4465956"/>
                <a:gd name="connsiteY6" fmla="*/ 1027957 h 4569668"/>
                <a:gd name="connsiteX7" fmla="*/ 377 w 4465956"/>
                <a:gd name="connsiteY7" fmla="*/ 0 h 4569668"/>
                <a:gd name="connsiteX0" fmla="*/ 377 w 4465956"/>
                <a:gd name="connsiteY0" fmla="*/ 0 h 4569668"/>
                <a:gd name="connsiteX1" fmla="*/ 4465497 w 4465956"/>
                <a:gd name="connsiteY1" fmla="*/ 1816943 h 4569668"/>
                <a:gd name="connsiteX2" fmla="*/ 4465499 w 4465956"/>
                <a:gd name="connsiteY2" fmla="*/ 2759918 h 4569668"/>
                <a:gd name="connsiteX3" fmla="*/ 655 w 4465956"/>
                <a:gd name="connsiteY3" fmla="*/ 4569668 h 4569668"/>
                <a:gd name="connsiteX4" fmla="*/ 654 w 4465956"/>
                <a:gd name="connsiteY4" fmla="*/ 3548111 h 4569668"/>
                <a:gd name="connsiteX5" fmla="*/ 3257411 w 4465956"/>
                <a:gd name="connsiteY5" fmla="*/ 2293194 h 4569668"/>
                <a:gd name="connsiteX6" fmla="*/ 503 w 4465956"/>
                <a:gd name="connsiteY6" fmla="*/ 1027957 h 4569668"/>
                <a:gd name="connsiteX7" fmla="*/ 377 w 4465956"/>
                <a:gd name="connsiteY7" fmla="*/ 0 h 4569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465956" h="4569668">
                  <a:moveTo>
                    <a:pt x="377" y="0"/>
                  </a:moveTo>
                  <a:lnTo>
                    <a:pt x="4465497" y="1816943"/>
                  </a:lnTo>
                  <a:cubicBezTo>
                    <a:pt x="4463910" y="2124918"/>
                    <a:pt x="4467086" y="2451943"/>
                    <a:pt x="4465499" y="2759918"/>
                  </a:cubicBezTo>
                  <a:lnTo>
                    <a:pt x="655" y="4569668"/>
                  </a:lnTo>
                  <a:cubicBezTo>
                    <a:pt x="-139" y="4230737"/>
                    <a:pt x="1448" y="3887042"/>
                    <a:pt x="654" y="3548111"/>
                  </a:cubicBezTo>
                  <a:lnTo>
                    <a:pt x="3257411" y="2293194"/>
                  </a:lnTo>
                  <a:lnTo>
                    <a:pt x="503" y="1027957"/>
                  </a:lnTo>
                  <a:cubicBezTo>
                    <a:pt x="-1186" y="686909"/>
                    <a:pt x="2066" y="341048"/>
                    <a:pt x="37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71"/>
              <a:endParaRPr lang="en-CA" sz="1800">
                <a:solidFill>
                  <a:prstClr val="white"/>
                </a:solidFill>
              </a:endParaRPr>
            </a:p>
          </p:txBody>
        </p:sp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01703" y="1523009"/>
              <a:ext cx="3074395" cy="252000"/>
            </a:xfrm>
            <a:prstGeom prst="rect">
              <a:avLst/>
            </a:prstGeom>
          </p:spPr>
        </p:pic>
      </p:grpSp>
      <p:grpSp>
        <p:nvGrpSpPr>
          <p:cNvPr id="15" name="Group 14"/>
          <p:cNvGrpSpPr/>
          <p:nvPr userDrawn="1"/>
        </p:nvGrpSpPr>
        <p:grpSpPr>
          <a:xfrm>
            <a:off x="612435" y="420420"/>
            <a:ext cx="2911625" cy="635721"/>
            <a:chOff x="448031" y="5788818"/>
            <a:chExt cx="2183719" cy="635721"/>
          </a:xfrm>
        </p:grpSpPr>
        <p:pic>
          <p:nvPicPr>
            <p:cNvPr id="24" name="Picture 23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8031" y="6039743"/>
              <a:ext cx="2183719" cy="384796"/>
            </a:xfrm>
            <a:prstGeom prst="rect">
              <a:avLst/>
            </a:prstGeom>
          </p:spPr>
        </p:pic>
        <p:sp>
          <p:nvSpPr>
            <p:cNvPr id="25" name="Freeform 24"/>
            <p:cNvSpPr/>
            <p:nvPr/>
          </p:nvSpPr>
          <p:spPr>
            <a:xfrm>
              <a:off x="1730496" y="5788818"/>
              <a:ext cx="210221" cy="215102"/>
            </a:xfrm>
            <a:custGeom>
              <a:avLst/>
              <a:gdLst>
                <a:gd name="connsiteX0" fmla="*/ 0 w 4457700"/>
                <a:gd name="connsiteY0" fmla="*/ 0 h 4552950"/>
                <a:gd name="connsiteX1" fmla="*/ 4457700 w 4457700"/>
                <a:gd name="connsiteY1" fmla="*/ 1828800 h 4552950"/>
                <a:gd name="connsiteX2" fmla="*/ 4457700 w 4457700"/>
                <a:gd name="connsiteY2" fmla="*/ 2743200 h 4552950"/>
                <a:gd name="connsiteX3" fmla="*/ 0 w 4457700"/>
                <a:gd name="connsiteY3" fmla="*/ 4552950 h 4552950"/>
                <a:gd name="connsiteX4" fmla="*/ 0 w 4457700"/>
                <a:gd name="connsiteY4" fmla="*/ 3543300 h 4552950"/>
                <a:gd name="connsiteX5" fmla="*/ 3282950 w 4457700"/>
                <a:gd name="connsiteY5" fmla="*/ 2286000 h 4552950"/>
                <a:gd name="connsiteX6" fmla="*/ 0 w 4457700"/>
                <a:gd name="connsiteY6" fmla="*/ 1016000 h 4552950"/>
                <a:gd name="connsiteX7" fmla="*/ 0 w 4457700"/>
                <a:gd name="connsiteY7" fmla="*/ 0 h 4552950"/>
                <a:gd name="connsiteX0" fmla="*/ 0 w 4457700"/>
                <a:gd name="connsiteY0" fmla="*/ 0 h 4552950"/>
                <a:gd name="connsiteX1" fmla="*/ 4457700 w 4457700"/>
                <a:gd name="connsiteY1" fmla="*/ 1824037 h 4552950"/>
                <a:gd name="connsiteX2" fmla="*/ 4457700 w 4457700"/>
                <a:gd name="connsiteY2" fmla="*/ 2743200 h 4552950"/>
                <a:gd name="connsiteX3" fmla="*/ 0 w 4457700"/>
                <a:gd name="connsiteY3" fmla="*/ 4552950 h 4552950"/>
                <a:gd name="connsiteX4" fmla="*/ 0 w 4457700"/>
                <a:gd name="connsiteY4" fmla="*/ 3543300 h 4552950"/>
                <a:gd name="connsiteX5" fmla="*/ 3282950 w 4457700"/>
                <a:gd name="connsiteY5" fmla="*/ 2286000 h 4552950"/>
                <a:gd name="connsiteX6" fmla="*/ 0 w 4457700"/>
                <a:gd name="connsiteY6" fmla="*/ 1016000 h 4552950"/>
                <a:gd name="connsiteX7" fmla="*/ 0 w 4457700"/>
                <a:gd name="connsiteY7" fmla="*/ 0 h 4552950"/>
                <a:gd name="connsiteX0" fmla="*/ 0 w 4457700"/>
                <a:gd name="connsiteY0" fmla="*/ 0 h 4552950"/>
                <a:gd name="connsiteX1" fmla="*/ 4457700 w 4457700"/>
                <a:gd name="connsiteY1" fmla="*/ 1816893 h 4552950"/>
                <a:gd name="connsiteX2" fmla="*/ 4457700 w 4457700"/>
                <a:gd name="connsiteY2" fmla="*/ 2743200 h 4552950"/>
                <a:gd name="connsiteX3" fmla="*/ 0 w 4457700"/>
                <a:gd name="connsiteY3" fmla="*/ 4552950 h 4552950"/>
                <a:gd name="connsiteX4" fmla="*/ 0 w 4457700"/>
                <a:gd name="connsiteY4" fmla="*/ 3543300 h 4552950"/>
                <a:gd name="connsiteX5" fmla="*/ 3282950 w 4457700"/>
                <a:gd name="connsiteY5" fmla="*/ 2286000 h 4552950"/>
                <a:gd name="connsiteX6" fmla="*/ 0 w 4457700"/>
                <a:gd name="connsiteY6" fmla="*/ 1016000 h 4552950"/>
                <a:gd name="connsiteX7" fmla="*/ 0 w 4457700"/>
                <a:gd name="connsiteY7" fmla="*/ 0 h 4552950"/>
                <a:gd name="connsiteX0" fmla="*/ 0 w 4462462"/>
                <a:gd name="connsiteY0" fmla="*/ 0 h 4552950"/>
                <a:gd name="connsiteX1" fmla="*/ 4462462 w 4462462"/>
                <a:gd name="connsiteY1" fmla="*/ 1819275 h 4552950"/>
                <a:gd name="connsiteX2" fmla="*/ 4457700 w 4462462"/>
                <a:gd name="connsiteY2" fmla="*/ 2743200 h 4552950"/>
                <a:gd name="connsiteX3" fmla="*/ 0 w 4462462"/>
                <a:gd name="connsiteY3" fmla="*/ 4552950 h 4552950"/>
                <a:gd name="connsiteX4" fmla="*/ 0 w 4462462"/>
                <a:gd name="connsiteY4" fmla="*/ 3543300 h 4552950"/>
                <a:gd name="connsiteX5" fmla="*/ 3282950 w 4462462"/>
                <a:gd name="connsiteY5" fmla="*/ 2286000 h 4552950"/>
                <a:gd name="connsiteX6" fmla="*/ 0 w 4462462"/>
                <a:gd name="connsiteY6" fmla="*/ 1016000 h 4552950"/>
                <a:gd name="connsiteX7" fmla="*/ 0 w 4462462"/>
                <a:gd name="connsiteY7" fmla="*/ 0 h 4552950"/>
                <a:gd name="connsiteX0" fmla="*/ 0 w 4462921"/>
                <a:gd name="connsiteY0" fmla="*/ 0 h 4552950"/>
                <a:gd name="connsiteX1" fmla="*/ 4462462 w 4462921"/>
                <a:gd name="connsiteY1" fmla="*/ 1819275 h 4552950"/>
                <a:gd name="connsiteX2" fmla="*/ 4462463 w 4462921"/>
                <a:gd name="connsiteY2" fmla="*/ 2747962 h 4552950"/>
                <a:gd name="connsiteX3" fmla="*/ 0 w 4462921"/>
                <a:gd name="connsiteY3" fmla="*/ 4552950 h 4552950"/>
                <a:gd name="connsiteX4" fmla="*/ 0 w 4462921"/>
                <a:gd name="connsiteY4" fmla="*/ 3543300 h 4552950"/>
                <a:gd name="connsiteX5" fmla="*/ 3282950 w 4462921"/>
                <a:gd name="connsiteY5" fmla="*/ 2286000 h 4552950"/>
                <a:gd name="connsiteX6" fmla="*/ 0 w 4462921"/>
                <a:gd name="connsiteY6" fmla="*/ 1016000 h 4552950"/>
                <a:gd name="connsiteX7" fmla="*/ 0 w 4462921"/>
                <a:gd name="connsiteY7" fmla="*/ 0 h 4552950"/>
                <a:gd name="connsiteX0" fmla="*/ 0 w 4462921"/>
                <a:gd name="connsiteY0" fmla="*/ 0 h 4552950"/>
                <a:gd name="connsiteX1" fmla="*/ 4462462 w 4462921"/>
                <a:gd name="connsiteY1" fmla="*/ 1819275 h 4552950"/>
                <a:gd name="connsiteX2" fmla="*/ 4462463 w 4462921"/>
                <a:gd name="connsiteY2" fmla="*/ 2747962 h 4552950"/>
                <a:gd name="connsiteX3" fmla="*/ 0 w 4462921"/>
                <a:gd name="connsiteY3" fmla="*/ 4552950 h 4552950"/>
                <a:gd name="connsiteX4" fmla="*/ 0 w 4462921"/>
                <a:gd name="connsiteY4" fmla="*/ 3543300 h 4552950"/>
                <a:gd name="connsiteX5" fmla="*/ 3282950 w 4462921"/>
                <a:gd name="connsiteY5" fmla="*/ 2286000 h 4552950"/>
                <a:gd name="connsiteX6" fmla="*/ 0 w 4462921"/>
                <a:gd name="connsiteY6" fmla="*/ 1016000 h 4552950"/>
                <a:gd name="connsiteX7" fmla="*/ 0 w 4462921"/>
                <a:gd name="connsiteY7" fmla="*/ 0 h 4552950"/>
                <a:gd name="connsiteX0" fmla="*/ 0 w 4462921"/>
                <a:gd name="connsiteY0" fmla="*/ 0 h 4560094"/>
                <a:gd name="connsiteX1" fmla="*/ 4462462 w 4462921"/>
                <a:gd name="connsiteY1" fmla="*/ 1819275 h 4560094"/>
                <a:gd name="connsiteX2" fmla="*/ 4462463 w 4462921"/>
                <a:gd name="connsiteY2" fmla="*/ 2747962 h 4560094"/>
                <a:gd name="connsiteX3" fmla="*/ 2381 w 4462921"/>
                <a:gd name="connsiteY3" fmla="*/ 4560094 h 4560094"/>
                <a:gd name="connsiteX4" fmla="*/ 0 w 4462921"/>
                <a:gd name="connsiteY4" fmla="*/ 3543300 h 4560094"/>
                <a:gd name="connsiteX5" fmla="*/ 3282950 w 4462921"/>
                <a:gd name="connsiteY5" fmla="*/ 2286000 h 4560094"/>
                <a:gd name="connsiteX6" fmla="*/ 0 w 4462921"/>
                <a:gd name="connsiteY6" fmla="*/ 1016000 h 4560094"/>
                <a:gd name="connsiteX7" fmla="*/ 0 w 4462921"/>
                <a:gd name="connsiteY7" fmla="*/ 0 h 4560094"/>
                <a:gd name="connsiteX0" fmla="*/ 0 w 4462921"/>
                <a:gd name="connsiteY0" fmla="*/ 0 h 4560094"/>
                <a:gd name="connsiteX1" fmla="*/ 4462462 w 4462921"/>
                <a:gd name="connsiteY1" fmla="*/ 1819275 h 4560094"/>
                <a:gd name="connsiteX2" fmla="*/ 4462463 w 4462921"/>
                <a:gd name="connsiteY2" fmla="*/ 2747962 h 4560094"/>
                <a:gd name="connsiteX3" fmla="*/ 2381 w 4462921"/>
                <a:gd name="connsiteY3" fmla="*/ 4560094 h 4560094"/>
                <a:gd name="connsiteX4" fmla="*/ 0 w 4462921"/>
                <a:gd name="connsiteY4" fmla="*/ 3543300 h 4560094"/>
                <a:gd name="connsiteX5" fmla="*/ 3275807 w 4462921"/>
                <a:gd name="connsiteY5" fmla="*/ 2286000 h 4560094"/>
                <a:gd name="connsiteX6" fmla="*/ 0 w 4462921"/>
                <a:gd name="connsiteY6" fmla="*/ 1016000 h 4560094"/>
                <a:gd name="connsiteX7" fmla="*/ 0 w 4462921"/>
                <a:gd name="connsiteY7" fmla="*/ 0 h 4560094"/>
                <a:gd name="connsiteX0" fmla="*/ 0 w 4462921"/>
                <a:gd name="connsiteY0" fmla="*/ 0 h 4557713"/>
                <a:gd name="connsiteX1" fmla="*/ 4462462 w 4462921"/>
                <a:gd name="connsiteY1" fmla="*/ 1819275 h 4557713"/>
                <a:gd name="connsiteX2" fmla="*/ 4462463 w 4462921"/>
                <a:gd name="connsiteY2" fmla="*/ 2747962 h 4557713"/>
                <a:gd name="connsiteX3" fmla="*/ 2381 w 4462921"/>
                <a:gd name="connsiteY3" fmla="*/ 4557713 h 4557713"/>
                <a:gd name="connsiteX4" fmla="*/ 0 w 4462921"/>
                <a:gd name="connsiteY4" fmla="*/ 3543300 h 4557713"/>
                <a:gd name="connsiteX5" fmla="*/ 3275807 w 4462921"/>
                <a:gd name="connsiteY5" fmla="*/ 2286000 h 4557713"/>
                <a:gd name="connsiteX6" fmla="*/ 0 w 4462921"/>
                <a:gd name="connsiteY6" fmla="*/ 1016000 h 4557713"/>
                <a:gd name="connsiteX7" fmla="*/ 0 w 4462921"/>
                <a:gd name="connsiteY7" fmla="*/ 0 h 4557713"/>
                <a:gd name="connsiteX0" fmla="*/ 0 w 4462921"/>
                <a:gd name="connsiteY0" fmla="*/ 0 h 4562475"/>
                <a:gd name="connsiteX1" fmla="*/ 4462462 w 4462921"/>
                <a:gd name="connsiteY1" fmla="*/ 1819275 h 4562475"/>
                <a:gd name="connsiteX2" fmla="*/ 4462463 w 4462921"/>
                <a:gd name="connsiteY2" fmla="*/ 2747962 h 4562475"/>
                <a:gd name="connsiteX3" fmla="*/ 2381 w 4462921"/>
                <a:gd name="connsiteY3" fmla="*/ 4562475 h 4562475"/>
                <a:gd name="connsiteX4" fmla="*/ 0 w 4462921"/>
                <a:gd name="connsiteY4" fmla="*/ 3543300 h 4562475"/>
                <a:gd name="connsiteX5" fmla="*/ 3275807 w 4462921"/>
                <a:gd name="connsiteY5" fmla="*/ 2286000 h 4562475"/>
                <a:gd name="connsiteX6" fmla="*/ 0 w 4462921"/>
                <a:gd name="connsiteY6" fmla="*/ 1016000 h 4562475"/>
                <a:gd name="connsiteX7" fmla="*/ 0 w 4462921"/>
                <a:gd name="connsiteY7" fmla="*/ 0 h 4562475"/>
                <a:gd name="connsiteX0" fmla="*/ 2486 w 4465407"/>
                <a:gd name="connsiteY0" fmla="*/ 0 h 4564856"/>
                <a:gd name="connsiteX1" fmla="*/ 4464948 w 4465407"/>
                <a:gd name="connsiteY1" fmla="*/ 1819275 h 4564856"/>
                <a:gd name="connsiteX2" fmla="*/ 4464949 w 4465407"/>
                <a:gd name="connsiteY2" fmla="*/ 2747962 h 4564856"/>
                <a:gd name="connsiteX3" fmla="*/ 105 w 4465407"/>
                <a:gd name="connsiteY3" fmla="*/ 4564856 h 4564856"/>
                <a:gd name="connsiteX4" fmla="*/ 2486 w 4465407"/>
                <a:gd name="connsiteY4" fmla="*/ 3543300 h 4564856"/>
                <a:gd name="connsiteX5" fmla="*/ 3278293 w 4465407"/>
                <a:gd name="connsiteY5" fmla="*/ 2286000 h 4564856"/>
                <a:gd name="connsiteX6" fmla="*/ 2486 w 4465407"/>
                <a:gd name="connsiteY6" fmla="*/ 1016000 h 4564856"/>
                <a:gd name="connsiteX7" fmla="*/ 2486 w 4465407"/>
                <a:gd name="connsiteY7" fmla="*/ 0 h 4564856"/>
                <a:gd name="connsiteX0" fmla="*/ 2610 w 4465531"/>
                <a:gd name="connsiteY0" fmla="*/ 0 h 4564856"/>
                <a:gd name="connsiteX1" fmla="*/ 4465072 w 4465531"/>
                <a:gd name="connsiteY1" fmla="*/ 1819275 h 4564856"/>
                <a:gd name="connsiteX2" fmla="*/ 4465073 w 4465531"/>
                <a:gd name="connsiteY2" fmla="*/ 2747962 h 4564856"/>
                <a:gd name="connsiteX3" fmla="*/ 229 w 4465531"/>
                <a:gd name="connsiteY3" fmla="*/ 4564856 h 4564856"/>
                <a:gd name="connsiteX4" fmla="*/ 228 w 4465531"/>
                <a:gd name="connsiteY4" fmla="*/ 3545681 h 4564856"/>
                <a:gd name="connsiteX5" fmla="*/ 3278417 w 4465531"/>
                <a:gd name="connsiteY5" fmla="*/ 2286000 h 4564856"/>
                <a:gd name="connsiteX6" fmla="*/ 2610 w 4465531"/>
                <a:gd name="connsiteY6" fmla="*/ 1016000 h 4564856"/>
                <a:gd name="connsiteX7" fmla="*/ 2610 w 4465531"/>
                <a:gd name="connsiteY7" fmla="*/ 0 h 4564856"/>
                <a:gd name="connsiteX0" fmla="*/ 2610 w 4465531"/>
                <a:gd name="connsiteY0" fmla="*/ 0 h 4564856"/>
                <a:gd name="connsiteX1" fmla="*/ 4465072 w 4465531"/>
                <a:gd name="connsiteY1" fmla="*/ 1819275 h 4564856"/>
                <a:gd name="connsiteX2" fmla="*/ 4465073 w 4465531"/>
                <a:gd name="connsiteY2" fmla="*/ 2750343 h 4564856"/>
                <a:gd name="connsiteX3" fmla="*/ 229 w 4465531"/>
                <a:gd name="connsiteY3" fmla="*/ 4564856 h 4564856"/>
                <a:gd name="connsiteX4" fmla="*/ 228 w 4465531"/>
                <a:gd name="connsiteY4" fmla="*/ 3545681 h 4564856"/>
                <a:gd name="connsiteX5" fmla="*/ 3278417 w 4465531"/>
                <a:gd name="connsiteY5" fmla="*/ 2286000 h 4564856"/>
                <a:gd name="connsiteX6" fmla="*/ 2610 w 4465531"/>
                <a:gd name="connsiteY6" fmla="*/ 1016000 h 4564856"/>
                <a:gd name="connsiteX7" fmla="*/ 2610 w 4465531"/>
                <a:gd name="connsiteY7" fmla="*/ 0 h 4564856"/>
                <a:gd name="connsiteX0" fmla="*/ 2610 w 4465531"/>
                <a:gd name="connsiteY0" fmla="*/ 0 h 4564856"/>
                <a:gd name="connsiteX1" fmla="*/ 4465072 w 4465531"/>
                <a:gd name="connsiteY1" fmla="*/ 1819275 h 4564856"/>
                <a:gd name="connsiteX2" fmla="*/ 4465073 w 4465531"/>
                <a:gd name="connsiteY2" fmla="*/ 2755106 h 4564856"/>
                <a:gd name="connsiteX3" fmla="*/ 229 w 4465531"/>
                <a:gd name="connsiteY3" fmla="*/ 4564856 h 4564856"/>
                <a:gd name="connsiteX4" fmla="*/ 228 w 4465531"/>
                <a:gd name="connsiteY4" fmla="*/ 3545681 h 4564856"/>
                <a:gd name="connsiteX5" fmla="*/ 3278417 w 4465531"/>
                <a:gd name="connsiteY5" fmla="*/ 2286000 h 4564856"/>
                <a:gd name="connsiteX6" fmla="*/ 2610 w 4465531"/>
                <a:gd name="connsiteY6" fmla="*/ 1016000 h 4564856"/>
                <a:gd name="connsiteX7" fmla="*/ 2610 w 4465531"/>
                <a:gd name="connsiteY7" fmla="*/ 0 h 4564856"/>
                <a:gd name="connsiteX0" fmla="*/ 2610 w 4467453"/>
                <a:gd name="connsiteY0" fmla="*/ 0 h 4564856"/>
                <a:gd name="connsiteX1" fmla="*/ 4467453 w 4467453"/>
                <a:gd name="connsiteY1" fmla="*/ 1816894 h 4564856"/>
                <a:gd name="connsiteX2" fmla="*/ 4465073 w 4467453"/>
                <a:gd name="connsiteY2" fmla="*/ 2755106 h 4564856"/>
                <a:gd name="connsiteX3" fmla="*/ 229 w 4467453"/>
                <a:gd name="connsiteY3" fmla="*/ 4564856 h 4564856"/>
                <a:gd name="connsiteX4" fmla="*/ 228 w 4467453"/>
                <a:gd name="connsiteY4" fmla="*/ 3545681 h 4564856"/>
                <a:gd name="connsiteX5" fmla="*/ 3278417 w 4467453"/>
                <a:gd name="connsiteY5" fmla="*/ 2286000 h 4564856"/>
                <a:gd name="connsiteX6" fmla="*/ 2610 w 4467453"/>
                <a:gd name="connsiteY6" fmla="*/ 1016000 h 4564856"/>
                <a:gd name="connsiteX7" fmla="*/ 2610 w 4467453"/>
                <a:gd name="connsiteY7" fmla="*/ 0 h 4564856"/>
                <a:gd name="connsiteX0" fmla="*/ 2610 w 4467453"/>
                <a:gd name="connsiteY0" fmla="*/ 0 h 4564856"/>
                <a:gd name="connsiteX1" fmla="*/ 4467453 w 4467453"/>
                <a:gd name="connsiteY1" fmla="*/ 1816894 h 4564856"/>
                <a:gd name="connsiteX2" fmla="*/ 4465073 w 4467453"/>
                <a:gd name="connsiteY2" fmla="*/ 2755106 h 4564856"/>
                <a:gd name="connsiteX3" fmla="*/ 229 w 4467453"/>
                <a:gd name="connsiteY3" fmla="*/ 4564856 h 4564856"/>
                <a:gd name="connsiteX4" fmla="*/ 228 w 4467453"/>
                <a:gd name="connsiteY4" fmla="*/ 3545681 h 4564856"/>
                <a:gd name="connsiteX5" fmla="*/ 3278417 w 4467453"/>
                <a:gd name="connsiteY5" fmla="*/ 2286000 h 4564856"/>
                <a:gd name="connsiteX6" fmla="*/ 2610 w 4467453"/>
                <a:gd name="connsiteY6" fmla="*/ 1020763 h 4564856"/>
                <a:gd name="connsiteX7" fmla="*/ 2610 w 4467453"/>
                <a:gd name="connsiteY7" fmla="*/ 0 h 4564856"/>
                <a:gd name="connsiteX0" fmla="*/ 2610 w 4467453"/>
                <a:gd name="connsiteY0" fmla="*/ 0 h 4564856"/>
                <a:gd name="connsiteX1" fmla="*/ 4467453 w 4467453"/>
                <a:gd name="connsiteY1" fmla="*/ 1816894 h 4564856"/>
                <a:gd name="connsiteX2" fmla="*/ 4465073 w 4467453"/>
                <a:gd name="connsiteY2" fmla="*/ 2755106 h 4564856"/>
                <a:gd name="connsiteX3" fmla="*/ 229 w 4467453"/>
                <a:gd name="connsiteY3" fmla="*/ 4564856 h 4564856"/>
                <a:gd name="connsiteX4" fmla="*/ 228 w 4467453"/>
                <a:gd name="connsiteY4" fmla="*/ 3545681 h 4564856"/>
                <a:gd name="connsiteX5" fmla="*/ 3271273 w 4467453"/>
                <a:gd name="connsiteY5" fmla="*/ 2288382 h 4564856"/>
                <a:gd name="connsiteX6" fmla="*/ 2610 w 4467453"/>
                <a:gd name="connsiteY6" fmla="*/ 1020763 h 4564856"/>
                <a:gd name="connsiteX7" fmla="*/ 2610 w 4467453"/>
                <a:gd name="connsiteY7" fmla="*/ 0 h 4564856"/>
                <a:gd name="connsiteX0" fmla="*/ 2610 w 4467453"/>
                <a:gd name="connsiteY0" fmla="*/ 0 h 4564856"/>
                <a:gd name="connsiteX1" fmla="*/ 4467453 w 4467453"/>
                <a:gd name="connsiteY1" fmla="*/ 1816894 h 4564856"/>
                <a:gd name="connsiteX2" fmla="*/ 4465073 w 4467453"/>
                <a:gd name="connsiteY2" fmla="*/ 2755106 h 4564856"/>
                <a:gd name="connsiteX3" fmla="*/ 229 w 4467453"/>
                <a:gd name="connsiteY3" fmla="*/ 4564856 h 4564856"/>
                <a:gd name="connsiteX4" fmla="*/ 228 w 4467453"/>
                <a:gd name="connsiteY4" fmla="*/ 3545681 h 4564856"/>
                <a:gd name="connsiteX5" fmla="*/ 3271273 w 4467453"/>
                <a:gd name="connsiteY5" fmla="*/ 2288382 h 4564856"/>
                <a:gd name="connsiteX6" fmla="*/ 2610 w 4467453"/>
                <a:gd name="connsiteY6" fmla="*/ 1020763 h 4564856"/>
                <a:gd name="connsiteX7" fmla="*/ 2610 w 4467453"/>
                <a:gd name="connsiteY7" fmla="*/ 0 h 4564856"/>
                <a:gd name="connsiteX0" fmla="*/ 2610 w 4465530"/>
                <a:gd name="connsiteY0" fmla="*/ 0 h 4564856"/>
                <a:gd name="connsiteX1" fmla="*/ 4465071 w 4465530"/>
                <a:gd name="connsiteY1" fmla="*/ 1819275 h 4564856"/>
                <a:gd name="connsiteX2" fmla="*/ 4465073 w 4465530"/>
                <a:gd name="connsiteY2" fmla="*/ 2755106 h 4564856"/>
                <a:gd name="connsiteX3" fmla="*/ 229 w 4465530"/>
                <a:gd name="connsiteY3" fmla="*/ 4564856 h 4564856"/>
                <a:gd name="connsiteX4" fmla="*/ 228 w 4465530"/>
                <a:gd name="connsiteY4" fmla="*/ 3545681 h 4564856"/>
                <a:gd name="connsiteX5" fmla="*/ 3271273 w 4465530"/>
                <a:gd name="connsiteY5" fmla="*/ 2288382 h 4564856"/>
                <a:gd name="connsiteX6" fmla="*/ 2610 w 4465530"/>
                <a:gd name="connsiteY6" fmla="*/ 1020763 h 4564856"/>
                <a:gd name="connsiteX7" fmla="*/ 2610 w 4465530"/>
                <a:gd name="connsiteY7" fmla="*/ 0 h 4564856"/>
                <a:gd name="connsiteX0" fmla="*/ 2610 w 4465530"/>
                <a:gd name="connsiteY0" fmla="*/ 0 h 4564856"/>
                <a:gd name="connsiteX1" fmla="*/ 4465071 w 4465530"/>
                <a:gd name="connsiteY1" fmla="*/ 1812131 h 4564856"/>
                <a:gd name="connsiteX2" fmla="*/ 4465073 w 4465530"/>
                <a:gd name="connsiteY2" fmla="*/ 2755106 h 4564856"/>
                <a:gd name="connsiteX3" fmla="*/ 229 w 4465530"/>
                <a:gd name="connsiteY3" fmla="*/ 4564856 h 4564856"/>
                <a:gd name="connsiteX4" fmla="*/ 228 w 4465530"/>
                <a:gd name="connsiteY4" fmla="*/ 3545681 h 4564856"/>
                <a:gd name="connsiteX5" fmla="*/ 3271273 w 4465530"/>
                <a:gd name="connsiteY5" fmla="*/ 2288382 h 4564856"/>
                <a:gd name="connsiteX6" fmla="*/ 2610 w 4465530"/>
                <a:gd name="connsiteY6" fmla="*/ 1020763 h 4564856"/>
                <a:gd name="connsiteX7" fmla="*/ 2610 w 4465530"/>
                <a:gd name="connsiteY7" fmla="*/ 0 h 4564856"/>
                <a:gd name="connsiteX0" fmla="*/ 2610 w 4465530"/>
                <a:gd name="connsiteY0" fmla="*/ 0 h 4564856"/>
                <a:gd name="connsiteX1" fmla="*/ 4465071 w 4465530"/>
                <a:gd name="connsiteY1" fmla="*/ 1812131 h 4564856"/>
                <a:gd name="connsiteX2" fmla="*/ 4465073 w 4465530"/>
                <a:gd name="connsiteY2" fmla="*/ 2755106 h 4564856"/>
                <a:gd name="connsiteX3" fmla="*/ 229 w 4465530"/>
                <a:gd name="connsiteY3" fmla="*/ 4564856 h 4564856"/>
                <a:gd name="connsiteX4" fmla="*/ 228 w 4465530"/>
                <a:gd name="connsiteY4" fmla="*/ 3545681 h 4564856"/>
                <a:gd name="connsiteX5" fmla="*/ 3271273 w 4465530"/>
                <a:gd name="connsiteY5" fmla="*/ 2288382 h 4564856"/>
                <a:gd name="connsiteX6" fmla="*/ 2610 w 4465530"/>
                <a:gd name="connsiteY6" fmla="*/ 1023145 h 4564856"/>
                <a:gd name="connsiteX7" fmla="*/ 2610 w 4465530"/>
                <a:gd name="connsiteY7" fmla="*/ 0 h 4564856"/>
                <a:gd name="connsiteX0" fmla="*/ 2610 w 4465530"/>
                <a:gd name="connsiteY0" fmla="*/ 0 h 4564856"/>
                <a:gd name="connsiteX1" fmla="*/ 4465071 w 4465530"/>
                <a:gd name="connsiteY1" fmla="*/ 1812131 h 4564856"/>
                <a:gd name="connsiteX2" fmla="*/ 4465073 w 4465530"/>
                <a:gd name="connsiteY2" fmla="*/ 2755106 h 4564856"/>
                <a:gd name="connsiteX3" fmla="*/ 229 w 4465530"/>
                <a:gd name="connsiteY3" fmla="*/ 4564856 h 4564856"/>
                <a:gd name="connsiteX4" fmla="*/ 228 w 4465530"/>
                <a:gd name="connsiteY4" fmla="*/ 3545681 h 4564856"/>
                <a:gd name="connsiteX5" fmla="*/ 3264129 w 4465530"/>
                <a:gd name="connsiteY5" fmla="*/ 2288382 h 4564856"/>
                <a:gd name="connsiteX6" fmla="*/ 2610 w 4465530"/>
                <a:gd name="connsiteY6" fmla="*/ 1023145 h 4564856"/>
                <a:gd name="connsiteX7" fmla="*/ 2610 w 4465530"/>
                <a:gd name="connsiteY7" fmla="*/ 0 h 4564856"/>
                <a:gd name="connsiteX0" fmla="*/ 0 w 4467986"/>
                <a:gd name="connsiteY0" fmla="*/ 0 h 4564856"/>
                <a:gd name="connsiteX1" fmla="*/ 4467527 w 4467986"/>
                <a:gd name="connsiteY1" fmla="*/ 1812131 h 4564856"/>
                <a:gd name="connsiteX2" fmla="*/ 4467529 w 4467986"/>
                <a:gd name="connsiteY2" fmla="*/ 2755106 h 4564856"/>
                <a:gd name="connsiteX3" fmla="*/ 2685 w 4467986"/>
                <a:gd name="connsiteY3" fmla="*/ 4564856 h 4564856"/>
                <a:gd name="connsiteX4" fmla="*/ 2684 w 4467986"/>
                <a:gd name="connsiteY4" fmla="*/ 3545681 h 4564856"/>
                <a:gd name="connsiteX5" fmla="*/ 3266585 w 4467986"/>
                <a:gd name="connsiteY5" fmla="*/ 2288382 h 4564856"/>
                <a:gd name="connsiteX6" fmla="*/ 5066 w 4467986"/>
                <a:gd name="connsiteY6" fmla="*/ 1023145 h 4564856"/>
                <a:gd name="connsiteX7" fmla="*/ 0 w 4467986"/>
                <a:gd name="connsiteY7" fmla="*/ 0 h 4564856"/>
                <a:gd name="connsiteX0" fmla="*/ 0 w 4467986"/>
                <a:gd name="connsiteY0" fmla="*/ 0 h 4564856"/>
                <a:gd name="connsiteX1" fmla="*/ 4467527 w 4467986"/>
                <a:gd name="connsiteY1" fmla="*/ 1812131 h 4564856"/>
                <a:gd name="connsiteX2" fmla="*/ 4467529 w 4467986"/>
                <a:gd name="connsiteY2" fmla="*/ 2755106 h 4564856"/>
                <a:gd name="connsiteX3" fmla="*/ 2685 w 4467986"/>
                <a:gd name="connsiteY3" fmla="*/ 4564856 h 4564856"/>
                <a:gd name="connsiteX4" fmla="*/ 2684 w 4467986"/>
                <a:gd name="connsiteY4" fmla="*/ 3545681 h 4564856"/>
                <a:gd name="connsiteX5" fmla="*/ 3266585 w 4467986"/>
                <a:gd name="connsiteY5" fmla="*/ 2288382 h 4564856"/>
                <a:gd name="connsiteX6" fmla="*/ 2533 w 4467986"/>
                <a:gd name="connsiteY6" fmla="*/ 1018079 h 4564856"/>
                <a:gd name="connsiteX7" fmla="*/ 0 w 4467986"/>
                <a:gd name="connsiteY7" fmla="*/ 0 h 4564856"/>
                <a:gd name="connsiteX0" fmla="*/ 0 w 4467986"/>
                <a:gd name="connsiteY0" fmla="*/ 0 h 4564856"/>
                <a:gd name="connsiteX1" fmla="*/ 4467527 w 4467986"/>
                <a:gd name="connsiteY1" fmla="*/ 1812131 h 4564856"/>
                <a:gd name="connsiteX2" fmla="*/ 4467529 w 4467986"/>
                <a:gd name="connsiteY2" fmla="*/ 2755106 h 4564856"/>
                <a:gd name="connsiteX3" fmla="*/ 2685 w 4467986"/>
                <a:gd name="connsiteY3" fmla="*/ 4564856 h 4564856"/>
                <a:gd name="connsiteX4" fmla="*/ 2684 w 4467986"/>
                <a:gd name="connsiteY4" fmla="*/ 3545681 h 4564856"/>
                <a:gd name="connsiteX5" fmla="*/ 3266585 w 4467986"/>
                <a:gd name="connsiteY5" fmla="*/ 2288382 h 4564856"/>
                <a:gd name="connsiteX6" fmla="*/ 2533 w 4467986"/>
                <a:gd name="connsiteY6" fmla="*/ 1023145 h 4564856"/>
                <a:gd name="connsiteX7" fmla="*/ 0 w 4467986"/>
                <a:gd name="connsiteY7" fmla="*/ 0 h 4564856"/>
                <a:gd name="connsiteX0" fmla="*/ 0 w 4467986"/>
                <a:gd name="connsiteY0" fmla="*/ 0 h 4567262"/>
                <a:gd name="connsiteX1" fmla="*/ 4467527 w 4467986"/>
                <a:gd name="connsiteY1" fmla="*/ 1814537 h 4567262"/>
                <a:gd name="connsiteX2" fmla="*/ 4467529 w 4467986"/>
                <a:gd name="connsiteY2" fmla="*/ 2757512 h 4567262"/>
                <a:gd name="connsiteX3" fmla="*/ 2685 w 4467986"/>
                <a:gd name="connsiteY3" fmla="*/ 4567262 h 4567262"/>
                <a:gd name="connsiteX4" fmla="*/ 2684 w 4467986"/>
                <a:gd name="connsiteY4" fmla="*/ 3548087 h 4567262"/>
                <a:gd name="connsiteX5" fmla="*/ 3266585 w 4467986"/>
                <a:gd name="connsiteY5" fmla="*/ 2290788 h 4567262"/>
                <a:gd name="connsiteX6" fmla="*/ 2533 w 4467986"/>
                <a:gd name="connsiteY6" fmla="*/ 1025551 h 4567262"/>
                <a:gd name="connsiteX7" fmla="*/ 0 w 4467986"/>
                <a:gd name="connsiteY7" fmla="*/ 0 h 4567262"/>
                <a:gd name="connsiteX0" fmla="*/ 377 w 4465956"/>
                <a:gd name="connsiteY0" fmla="*/ 0 h 4569668"/>
                <a:gd name="connsiteX1" fmla="*/ 4465497 w 4465956"/>
                <a:gd name="connsiteY1" fmla="*/ 1816943 h 4569668"/>
                <a:gd name="connsiteX2" fmla="*/ 4465499 w 4465956"/>
                <a:gd name="connsiteY2" fmla="*/ 2759918 h 4569668"/>
                <a:gd name="connsiteX3" fmla="*/ 655 w 4465956"/>
                <a:gd name="connsiteY3" fmla="*/ 4569668 h 4569668"/>
                <a:gd name="connsiteX4" fmla="*/ 654 w 4465956"/>
                <a:gd name="connsiteY4" fmla="*/ 3550493 h 4569668"/>
                <a:gd name="connsiteX5" fmla="*/ 3264555 w 4465956"/>
                <a:gd name="connsiteY5" fmla="*/ 2293194 h 4569668"/>
                <a:gd name="connsiteX6" fmla="*/ 503 w 4465956"/>
                <a:gd name="connsiteY6" fmla="*/ 1027957 h 4569668"/>
                <a:gd name="connsiteX7" fmla="*/ 377 w 4465956"/>
                <a:gd name="connsiteY7" fmla="*/ 0 h 4569668"/>
                <a:gd name="connsiteX0" fmla="*/ 377 w 4465956"/>
                <a:gd name="connsiteY0" fmla="*/ 0 h 4569668"/>
                <a:gd name="connsiteX1" fmla="*/ 4465497 w 4465956"/>
                <a:gd name="connsiteY1" fmla="*/ 1816943 h 4569668"/>
                <a:gd name="connsiteX2" fmla="*/ 4465499 w 4465956"/>
                <a:gd name="connsiteY2" fmla="*/ 2759918 h 4569668"/>
                <a:gd name="connsiteX3" fmla="*/ 655 w 4465956"/>
                <a:gd name="connsiteY3" fmla="*/ 4569668 h 4569668"/>
                <a:gd name="connsiteX4" fmla="*/ 654 w 4465956"/>
                <a:gd name="connsiteY4" fmla="*/ 3548111 h 4569668"/>
                <a:gd name="connsiteX5" fmla="*/ 3264555 w 4465956"/>
                <a:gd name="connsiteY5" fmla="*/ 2293194 h 4569668"/>
                <a:gd name="connsiteX6" fmla="*/ 503 w 4465956"/>
                <a:gd name="connsiteY6" fmla="*/ 1027957 h 4569668"/>
                <a:gd name="connsiteX7" fmla="*/ 377 w 4465956"/>
                <a:gd name="connsiteY7" fmla="*/ 0 h 4569668"/>
                <a:gd name="connsiteX0" fmla="*/ 377 w 4465956"/>
                <a:gd name="connsiteY0" fmla="*/ 0 h 4569668"/>
                <a:gd name="connsiteX1" fmla="*/ 4465497 w 4465956"/>
                <a:gd name="connsiteY1" fmla="*/ 1816943 h 4569668"/>
                <a:gd name="connsiteX2" fmla="*/ 4465499 w 4465956"/>
                <a:gd name="connsiteY2" fmla="*/ 2759918 h 4569668"/>
                <a:gd name="connsiteX3" fmla="*/ 655 w 4465956"/>
                <a:gd name="connsiteY3" fmla="*/ 4569668 h 4569668"/>
                <a:gd name="connsiteX4" fmla="*/ 654 w 4465956"/>
                <a:gd name="connsiteY4" fmla="*/ 3548111 h 4569668"/>
                <a:gd name="connsiteX5" fmla="*/ 3257411 w 4465956"/>
                <a:gd name="connsiteY5" fmla="*/ 2293194 h 4569668"/>
                <a:gd name="connsiteX6" fmla="*/ 503 w 4465956"/>
                <a:gd name="connsiteY6" fmla="*/ 1027957 h 4569668"/>
                <a:gd name="connsiteX7" fmla="*/ 377 w 4465956"/>
                <a:gd name="connsiteY7" fmla="*/ 0 h 4569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465956" h="4569668">
                  <a:moveTo>
                    <a:pt x="377" y="0"/>
                  </a:moveTo>
                  <a:lnTo>
                    <a:pt x="4465497" y="1816943"/>
                  </a:lnTo>
                  <a:cubicBezTo>
                    <a:pt x="4463910" y="2124918"/>
                    <a:pt x="4467086" y="2451943"/>
                    <a:pt x="4465499" y="2759918"/>
                  </a:cubicBezTo>
                  <a:lnTo>
                    <a:pt x="655" y="4569668"/>
                  </a:lnTo>
                  <a:cubicBezTo>
                    <a:pt x="-139" y="4230737"/>
                    <a:pt x="1448" y="3887042"/>
                    <a:pt x="654" y="3548111"/>
                  </a:cubicBezTo>
                  <a:lnTo>
                    <a:pt x="3257411" y="2293194"/>
                  </a:lnTo>
                  <a:lnTo>
                    <a:pt x="503" y="1027957"/>
                  </a:lnTo>
                  <a:cubicBezTo>
                    <a:pt x="-1186" y="686909"/>
                    <a:pt x="2066" y="341048"/>
                    <a:pt x="37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71"/>
              <a:endParaRPr lang="en-CA" sz="1800">
                <a:solidFill>
                  <a:prstClr val="white"/>
                </a:solidFill>
              </a:endParaRPr>
            </a:p>
          </p:txBody>
        </p:sp>
      </p:grpSp>
      <p:pic>
        <p:nvPicPr>
          <p:cNvPr id="26" name="Picture 25" descr="Acc_Strat_Line_5_RGB_Wht.png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2499" y="371696"/>
            <a:ext cx="6258564" cy="228600"/>
          </a:xfrm>
          <a:prstGeom prst="rect">
            <a:avLst/>
          </a:prstGeom>
        </p:spPr>
      </p:pic>
      <p:pic>
        <p:nvPicPr>
          <p:cNvPr id="19" name="Picture 1"/>
          <p:cNvPicPr>
            <a:picLocks noChangeAspect="1" noChangeArrowheads="1"/>
          </p:cNvPicPr>
          <p:nvPr userDrawn="1"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396775" y="2975395"/>
            <a:ext cx="2588684" cy="823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672824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2154" y="541350"/>
            <a:ext cx="11521271" cy="518205"/>
          </a:xfrm>
        </p:spPr>
        <p:txBody>
          <a:bodyPr wrap="none" lIns="0" tIns="0" rIns="0" bIns="0">
            <a:normAutofit/>
          </a:bodyPr>
          <a:lstStyle>
            <a:lvl1pPr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5" descr="BCBS_Nat_Ctr_White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69600" y="288131"/>
            <a:ext cx="1219200" cy="506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1027" descr="accenture_white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69600" y="794546"/>
            <a:ext cx="1219200" cy="284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 userDrawn="1"/>
        </p:nvSpPr>
        <p:spPr>
          <a:xfrm>
            <a:off x="11259939" y="6562940"/>
            <a:ext cx="715200" cy="2448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fld id="{597A8DCA-8F96-49CD-B4D5-7AC92F955860}" type="slidenum">
              <a:rPr lang="en-CA" sz="900" smtClean="0">
                <a:solidFill>
                  <a:srgbClr val="7F7F7F"/>
                </a:solidFill>
                <a:latin typeface="Arial" pitchFamily="34" charset="0"/>
                <a:cs typeface="Arial" pitchFamily="34" charset="0"/>
              </a:rPr>
              <a:pPr algn="r"/>
              <a:t>‹#›</a:t>
            </a:fld>
            <a:endParaRPr lang="en-CA" sz="900">
              <a:solidFill>
                <a:srgbClr val="7F7F7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Footer Placeholder 3"/>
          <p:cNvSpPr txBox="1">
            <a:spLocks/>
          </p:cNvSpPr>
          <p:nvPr userDrawn="1"/>
        </p:nvSpPr>
        <p:spPr bwMode="auto">
          <a:xfrm>
            <a:off x="4287320" y="6672804"/>
            <a:ext cx="3254905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B38538"/>
              </a:buClr>
              <a:buSzPct val="80000"/>
              <a:buChar char="•"/>
              <a:defRPr sz="1000" b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38538"/>
              </a:buClr>
              <a:buSzPct val="80000"/>
              <a:buChar char="•"/>
              <a:defRPr sz="1800" b="1">
                <a:solidFill>
                  <a:schemeClr val="tx1"/>
                </a:solidFill>
                <a:latin typeface="Arial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38538"/>
              </a:buClr>
              <a:buSzPct val="80000"/>
              <a:buFont typeface="Arial" pitchFamily="34" charset="0"/>
              <a:buChar char="–"/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pitchFamily="34" charset="0"/>
              <a:buChar char="–"/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rtl="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rtl="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rtl="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rtl="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indent="0" algn="r">
              <a:buNone/>
              <a:defRPr/>
            </a:pPr>
            <a:r>
              <a:rPr lang="en-US" sz="800" kern="0">
                <a:solidFill>
                  <a:srgbClr val="000000"/>
                </a:solidFill>
              </a:rPr>
              <a:t>Confidential and Proprietary to Accenture and HCSC</a:t>
            </a:r>
          </a:p>
        </p:txBody>
      </p:sp>
    </p:spTree>
    <p:extLst>
      <p:ext uri="{BB962C8B-B14F-4D97-AF65-F5344CB8AC3E}">
        <p14:creationId xmlns:p14="http://schemas.microsoft.com/office/powerpoint/2010/main" val="255490624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 userDrawn="1"/>
        </p:nvSpPr>
        <p:spPr>
          <a:xfrm>
            <a:off x="592669" y="6572250"/>
            <a:ext cx="3430969" cy="23083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>
              <a:defRPr/>
            </a:pPr>
            <a:r>
              <a:rPr lang="en-US" sz="900">
                <a:solidFill>
                  <a:srgbClr val="7F7F7F"/>
                </a:solidFill>
                <a:latin typeface="Arial" pitchFamily="34" charset="0"/>
                <a:cs typeface="Arial" pitchFamily="34" charset="0"/>
              </a:rPr>
              <a:t>Copyright © 2012 Accenture  All rights reserved.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610660" y="1162050"/>
            <a:ext cx="11581341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Master Title Slide Headline</a:t>
            </a:r>
            <a:endParaRPr lang="en-CA"/>
          </a:p>
        </p:txBody>
      </p:sp>
      <p:sp>
        <p:nvSpPr>
          <p:cNvPr id="6" name="TextBox 5"/>
          <p:cNvSpPr txBox="1"/>
          <p:nvPr userDrawn="1"/>
        </p:nvSpPr>
        <p:spPr>
          <a:xfrm>
            <a:off x="11259939" y="6562940"/>
            <a:ext cx="715200" cy="2448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fld id="{597A8DCA-8F96-49CD-B4D5-7AC92F955860}" type="slidenum">
              <a:rPr lang="en-CA" sz="900" smtClean="0">
                <a:solidFill>
                  <a:srgbClr val="7F7F7F"/>
                </a:solidFill>
                <a:latin typeface="Arial" pitchFamily="34" charset="0"/>
                <a:cs typeface="Arial" pitchFamily="34" charset="0"/>
              </a:rPr>
              <a:pPr algn="r"/>
              <a:t>‹#›</a:t>
            </a:fld>
            <a:endParaRPr lang="en-CA" sz="900">
              <a:solidFill>
                <a:srgbClr val="7F7F7F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984649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platzhalter 2"/>
          <p:cNvSpPr>
            <a:spLocks noGrp="1"/>
          </p:cNvSpPr>
          <p:nvPr>
            <p:ph type="body" idx="13"/>
          </p:nvPr>
        </p:nvSpPr>
        <p:spPr>
          <a:xfrm>
            <a:off x="624421" y="1117605"/>
            <a:ext cx="10943167" cy="56298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lvl1pPr marL="0" indent="0">
              <a:buNone/>
              <a:defRPr lang="de-DE" sz="1600" b="1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176213" lvl="0" indent="-176213" algn="l" rtl="0" eaLnBrk="1" fontAlgn="base" hangingPunct="1">
              <a:spcBef>
                <a:spcPts val="800"/>
              </a:spcBef>
              <a:spcAft>
                <a:spcPct val="0"/>
              </a:spcAft>
              <a:buClr>
                <a:schemeClr val="tx1"/>
              </a:buClr>
              <a:buFontTx/>
              <a:buNone/>
            </a:pPr>
            <a:endParaRPr lang="en-US" noProof="0"/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609604" y="157487"/>
            <a:ext cx="11094721" cy="838199"/>
          </a:xfrm>
        </p:spPr>
        <p:txBody>
          <a:bodyPr/>
          <a:lstStyle>
            <a:lvl1pPr>
              <a:defRPr sz="2200">
                <a:solidFill>
                  <a:schemeClr val="bg1"/>
                </a:solidFill>
              </a:defRPr>
            </a:lvl1pPr>
          </a:lstStyle>
          <a:p>
            <a:endParaRPr lang="de-DE"/>
          </a:p>
        </p:txBody>
      </p:sp>
      <p:sp>
        <p:nvSpPr>
          <p:cNvPr id="5" name="Inhaltsplatzhalter 2"/>
          <p:cNvSpPr>
            <a:spLocks noGrp="1"/>
          </p:cNvSpPr>
          <p:nvPr>
            <p:ph idx="1" hasCustomPrompt="1"/>
          </p:nvPr>
        </p:nvSpPr>
        <p:spPr>
          <a:xfrm>
            <a:off x="624421" y="1447800"/>
            <a:ext cx="10943167" cy="455294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0" tIns="36000" rIns="0" bIns="0" numCol="1" anchor="t" anchorCtr="0" compatLnSpc="1">
            <a:prstTxWarp prst="textNoShape">
              <a:avLst/>
            </a:prstTxWarp>
          </a:bodyPr>
          <a:lstStyle>
            <a:lvl1pPr marL="180000" indent="-180000" algn="l" rtl="0" eaLnBrk="1" fontAlgn="base" hangingPunct="1"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Font typeface="Arial" pitchFamily="34" charset="0"/>
              <a:defRPr lang="de-DE" sz="18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60000" indent="-180000" algn="l" rtl="0" eaLnBrk="1" fontAlgn="base" hangingPunct="1"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Font typeface="Arial" pitchFamily="34" charset="0"/>
              <a:defRPr lang="de-DE" sz="16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539750" indent="-144000" algn="l" rtl="0" eaLnBrk="1" fontAlgn="base" hangingPunct="1"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Font typeface="Arial" pitchFamily="34" charset="0"/>
              <a:tabLst/>
              <a:defRPr lang="de-DE" sz="14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84000" indent="-144000" algn="l" rtl="0" eaLnBrk="1" fontAlgn="base" hangingPunct="1"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Font typeface="Arial" pitchFamily="34" charset="0"/>
              <a:defRPr lang="de-DE" sz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28000" indent="-108000" algn="l" rtl="0" eaLnBrk="1" fontAlgn="base" hangingPunct="1"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Font typeface="Arial" pitchFamily="34" charset="0"/>
              <a:defRPr lang="de-DE" sz="11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Bullet 1</a:t>
            </a:r>
          </a:p>
          <a:p>
            <a:pPr lvl="1"/>
            <a:r>
              <a:rPr lang="en-US" noProof="0"/>
              <a:t>Bullet 2</a:t>
            </a:r>
          </a:p>
          <a:p>
            <a:pPr lvl="2"/>
            <a:r>
              <a:rPr lang="en-US" noProof="0"/>
              <a:t>Bullet 3</a:t>
            </a:r>
          </a:p>
          <a:p>
            <a:pPr lvl="3"/>
            <a:r>
              <a:rPr lang="en-US" noProof="0"/>
              <a:t>Bullet 4</a:t>
            </a:r>
          </a:p>
          <a:p>
            <a:pPr lvl="4"/>
            <a:r>
              <a:rPr lang="en-US" noProof="0"/>
              <a:t>Bullet 5</a:t>
            </a:r>
          </a:p>
        </p:txBody>
      </p:sp>
    </p:spTree>
    <p:extLst>
      <p:ext uri="{BB962C8B-B14F-4D97-AF65-F5344CB8AC3E}">
        <p14:creationId xmlns:p14="http://schemas.microsoft.com/office/powerpoint/2010/main" val="3818793661"/>
      </p:ext>
    </p:extLst>
  </p:cSld>
  <p:clrMapOvr>
    <a:masterClrMapping/>
  </p:clrMapOvr>
  <p:hf hd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 descr="Light downward diagonal"/>
          <p:cNvSpPr>
            <a:spLocks noChangeArrowheads="1"/>
          </p:cNvSpPr>
          <p:nvPr/>
        </p:nvSpPr>
        <p:spPr bwMode="auto">
          <a:xfrm rot="10800000" flipV="1">
            <a:off x="0" y="0"/>
            <a:ext cx="12192000" cy="6858000"/>
          </a:xfrm>
          <a:prstGeom prst="rect">
            <a:avLst/>
          </a:prstGeom>
          <a:pattFill prst="ltDnDiag">
            <a:fgClr>
              <a:srgbClr val="73A8CF"/>
            </a:fgClr>
            <a:bgClr>
              <a:srgbClr val="5494C4"/>
            </a:bgClr>
          </a:patt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800" b="1">
              <a:solidFill>
                <a:srgbClr val="000000"/>
              </a:solidFill>
            </a:endParaRPr>
          </a:p>
        </p:txBody>
      </p:sp>
      <p:sp>
        <p:nvSpPr>
          <p:cNvPr id="3" name="AutoShape 3"/>
          <p:cNvSpPr>
            <a:spLocks noChangeArrowheads="1"/>
          </p:cNvSpPr>
          <p:nvPr/>
        </p:nvSpPr>
        <p:spPr bwMode="auto">
          <a:xfrm>
            <a:off x="203200" y="152400"/>
            <a:ext cx="11785600" cy="6096000"/>
          </a:xfrm>
          <a:prstGeom prst="roundRect">
            <a:avLst>
              <a:gd name="adj" fmla="val 4583"/>
            </a:avLst>
          </a:prstGeom>
          <a:solidFill>
            <a:schemeClr val="bg1"/>
          </a:solidFill>
          <a:ln w="9525">
            <a:solidFill>
              <a:srgbClr val="356F9B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800" b="1">
              <a:solidFill>
                <a:srgbClr val="000000"/>
              </a:solidFill>
            </a:endParaRP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218018" y="5981700"/>
            <a:ext cx="11762316" cy="6985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800" b="1">
              <a:solidFill>
                <a:srgbClr val="000000"/>
              </a:solidFill>
            </a:endParaRPr>
          </a:p>
        </p:txBody>
      </p:sp>
      <p:pic>
        <p:nvPicPr>
          <p:cNvPr id="5" name="Picture 5" descr="ppt_design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/>
          <a:stretch>
            <a:fillRect/>
          </a:stretch>
        </p:blipFill>
        <p:spPr bwMode="auto">
          <a:xfrm>
            <a:off x="254000" y="1301750"/>
            <a:ext cx="11684000" cy="534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Group 6"/>
          <p:cNvGrpSpPr>
            <a:grpSpLocks/>
          </p:cNvGrpSpPr>
          <p:nvPr/>
        </p:nvGrpSpPr>
        <p:grpSpPr bwMode="auto">
          <a:xfrm>
            <a:off x="10126133" y="5943600"/>
            <a:ext cx="1625600" cy="509588"/>
            <a:chOff x="4176" y="1056"/>
            <a:chExt cx="768" cy="321"/>
          </a:xfrm>
        </p:grpSpPr>
        <p:sp>
          <p:nvSpPr>
            <p:cNvPr id="7" name="AutoShape 7"/>
            <p:cNvSpPr>
              <a:spLocks noChangeAspect="1" noChangeArrowheads="1" noTextEdit="1"/>
            </p:cNvSpPr>
            <p:nvPr userDrawn="1"/>
          </p:nvSpPr>
          <p:spPr bwMode="auto">
            <a:xfrm>
              <a:off x="4176" y="1060"/>
              <a:ext cx="767" cy="3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800" b="1">
                <a:solidFill>
                  <a:srgbClr val="000000"/>
                </a:solidFill>
              </a:endParaRPr>
            </a:p>
          </p:txBody>
        </p:sp>
        <p:sp>
          <p:nvSpPr>
            <p:cNvPr id="8" name="Freeform 8"/>
            <p:cNvSpPr>
              <a:spLocks/>
            </p:cNvSpPr>
            <p:nvPr userDrawn="1"/>
          </p:nvSpPr>
          <p:spPr bwMode="auto">
            <a:xfrm>
              <a:off x="4176" y="1056"/>
              <a:ext cx="510" cy="177"/>
            </a:xfrm>
            <a:custGeom>
              <a:avLst/>
              <a:gdLst>
                <a:gd name="T0" fmla="*/ 435 w 367"/>
                <a:gd name="T1" fmla="*/ 82 h 128"/>
                <a:gd name="T2" fmla="*/ 743 w 367"/>
                <a:gd name="T3" fmla="*/ 19 h 128"/>
                <a:gd name="T4" fmla="*/ 985 w 367"/>
                <a:gd name="T5" fmla="*/ 36 h 128"/>
                <a:gd name="T6" fmla="*/ 680 w 367"/>
                <a:gd name="T7" fmla="*/ 6 h 128"/>
                <a:gd name="T8" fmla="*/ 0 w 367"/>
                <a:gd name="T9" fmla="*/ 339 h 128"/>
                <a:gd name="T10" fmla="*/ 435 w 367"/>
                <a:gd name="T11" fmla="*/ 82 h 12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67" h="128">
                  <a:moveTo>
                    <a:pt x="162" y="31"/>
                  </a:moveTo>
                  <a:cubicBezTo>
                    <a:pt x="198" y="18"/>
                    <a:pt x="236" y="9"/>
                    <a:pt x="277" y="7"/>
                  </a:cubicBezTo>
                  <a:cubicBezTo>
                    <a:pt x="308" y="6"/>
                    <a:pt x="338" y="8"/>
                    <a:pt x="367" y="14"/>
                  </a:cubicBezTo>
                  <a:cubicBezTo>
                    <a:pt x="332" y="4"/>
                    <a:pt x="293" y="0"/>
                    <a:pt x="253" y="2"/>
                  </a:cubicBezTo>
                  <a:cubicBezTo>
                    <a:pt x="142" y="8"/>
                    <a:pt x="47" y="58"/>
                    <a:pt x="0" y="128"/>
                  </a:cubicBezTo>
                  <a:cubicBezTo>
                    <a:pt x="43" y="84"/>
                    <a:pt x="99" y="50"/>
                    <a:pt x="162" y="3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800" b="1">
                <a:solidFill>
                  <a:srgbClr val="000000"/>
                </a:solidFill>
              </a:endParaRPr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4411" y="1071"/>
              <a:ext cx="533" cy="141"/>
            </a:xfrm>
            <a:custGeom>
              <a:avLst/>
              <a:gdLst>
                <a:gd name="T0" fmla="*/ 559 w 384"/>
                <a:gd name="T1" fmla="*/ 70 h 101"/>
                <a:gd name="T2" fmla="*/ 239 w 384"/>
                <a:gd name="T3" fmla="*/ 49 h 101"/>
                <a:gd name="T4" fmla="*/ 0 w 384"/>
                <a:gd name="T5" fmla="*/ 98 h 101"/>
                <a:gd name="T6" fmla="*/ 303 w 384"/>
                <a:gd name="T7" fmla="*/ 28 h 101"/>
                <a:gd name="T8" fmla="*/ 1027 w 384"/>
                <a:gd name="T9" fmla="*/ 275 h 101"/>
                <a:gd name="T10" fmla="*/ 559 w 384"/>
                <a:gd name="T11" fmla="*/ 70 h 10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84" h="101">
                  <a:moveTo>
                    <a:pt x="209" y="26"/>
                  </a:moveTo>
                  <a:cubicBezTo>
                    <a:pt x="171" y="18"/>
                    <a:pt x="131" y="15"/>
                    <a:pt x="89" y="18"/>
                  </a:cubicBezTo>
                  <a:cubicBezTo>
                    <a:pt x="58" y="21"/>
                    <a:pt x="28" y="27"/>
                    <a:pt x="0" y="36"/>
                  </a:cubicBezTo>
                  <a:cubicBezTo>
                    <a:pt x="34" y="22"/>
                    <a:pt x="72" y="13"/>
                    <a:pt x="113" y="10"/>
                  </a:cubicBezTo>
                  <a:cubicBezTo>
                    <a:pt x="225" y="0"/>
                    <a:pt x="327" y="38"/>
                    <a:pt x="384" y="101"/>
                  </a:cubicBezTo>
                  <a:cubicBezTo>
                    <a:pt x="335" y="63"/>
                    <a:pt x="274" y="36"/>
                    <a:pt x="209" y="2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800" b="1">
                <a:solidFill>
                  <a:srgbClr val="000000"/>
                </a:solidFill>
              </a:endParaRPr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4250" y="1216"/>
              <a:ext cx="165" cy="160"/>
            </a:xfrm>
            <a:custGeom>
              <a:avLst/>
              <a:gdLst>
                <a:gd name="T0" fmla="*/ 40 w 119"/>
                <a:gd name="T1" fmla="*/ 36 h 116"/>
                <a:gd name="T2" fmla="*/ 0 w 119"/>
                <a:gd name="T3" fmla="*/ 6 h 116"/>
                <a:gd name="T4" fmla="*/ 8 w 119"/>
                <a:gd name="T5" fmla="*/ 0 h 116"/>
                <a:gd name="T6" fmla="*/ 55 w 119"/>
                <a:gd name="T7" fmla="*/ 0 h 116"/>
                <a:gd name="T8" fmla="*/ 96 w 119"/>
                <a:gd name="T9" fmla="*/ 0 h 116"/>
                <a:gd name="T10" fmla="*/ 104 w 119"/>
                <a:gd name="T11" fmla="*/ 1 h 116"/>
                <a:gd name="T12" fmla="*/ 71 w 119"/>
                <a:gd name="T13" fmla="*/ 36 h 116"/>
                <a:gd name="T14" fmla="*/ 71 w 119"/>
                <a:gd name="T15" fmla="*/ 130 h 116"/>
                <a:gd name="T16" fmla="*/ 80 w 119"/>
                <a:gd name="T17" fmla="*/ 137 h 116"/>
                <a:gd name="T18" fmla="*/ 240 w 119"/>
                <a:gd name="T19" fmla="*/ 137 h 116"/>
                <a:gd name="T20" fmla="*/ 243 w 119"/>
                <a:gd name="T21" fmla="*/ 124 h 116"/>
                <a:gd name="T22" fmla="*/ 243 w 119"/>
                <a:gd name="T23" fmla="*/ 36 h 116"/>
                <a:gd name="T24" fmla="*/ 212 w 119"/>
                <a:gd name="T25" fmla="*/ 6 h 116"/>
                <a:gd name="T26" fmla="*/ 219 w 119"/>
                <a:gd name="T27" fmla="*/ 0 h 116"/>
                <a:gd name="T28" fmla="*/ 263 w 119"/>
                <a:gd name="T29" fmla="*/ 0 h 116"/>
                <a:gd name="T30" fmla="*/ 294 w 119"/>
                <a:gd name="T31" fmla="*/ 0 h 116"/>
                <a:gd name="T32" fmla="*/ 305 w 119"/>
                <a:gd name="T33" fmla="*/ 6 h 116"/>
                <a:gd name="T34" fmla="*/ 277 w 119"/>
                <a:gd name="T35" fmla="*/ 36 h 116"/>
                <a:gd name="T36" fmla="*/ 277 w 119"/>
                <a:gd name="T37" fmla="*/ 265 h 116"/>
                <a:gd name="T38" fmla="*/ 318 w 119"/>
                <a:gd name="T39" fmla="*/ 299 h 116"/>
                <a:gd name="T40" fmla="*/ 312 w 119"/>
                <a:gd name="T41" fmla="*/ 305 h 116"/>
                <a:gd name="T42" fmla="*/ 272 w 119"/>
                <a:gd name="T43" fmla="*/ 302 h 116"/>
                <a:gd name="T44" fmla="*/ 223 w 119"/>
                <a:gd name="T45" fmla="*/ 305 h 116"/>
                <a:gd name="T46" fmla="*/ 214 w 119"/>
                <a:gd name="T47" fmla="*/ 299 h 116"/>
                <a:gd name="T48" fmla="*/ 243 w 119"/>
                <a:gd name="T49" fmla="*/ 268 h 116"/>
                <a:gd name="T50" fmla="*/ 243 w 119"/>
                <a:gd name="T51" fmla="*/ 164 h 116"/>
                <a:gd name="T52" fmla="*/ 240 w 119"/>
                <a:gd name="T53" fmla="*/ 152 h 116"/>
                <a:gd name="T54" fmla="*/ 76 w 119"/>
                <a:gd name="T55" fmla="*/ 152 h 116"/>
                <a:gd name="T56" fmla="*/ 71 w 119"/>
                <a:gd name="T57" fmla="*/ 160 h 116"/>
                <a:gd name="T58" fmla="*/ 71 w 119"/>
                <a:gd name="T59" fmla="*/ 268 h 116"/>
                <a:gd name="T60" fmla="*/ 115 w 119"/>
                <a:gd name="T61" fmla="*/ 299 h 116"/>
                <a:gd name="T62" fmla="*/ 105 w 119"/>
                <a:gd name="T63" fmla="*/ 305 h 116"/>
                <a:gd name="T64" fmla="*/ 49 w 119"/>
                <a:gd name="T65" fmla="*/ 302 h 116"/>
                <a:gd name="T66" fmla="*/ 11 w 119"/>
                <a:gd name="T67" fmla="*/ 305 h 116"/>
                <a:gd name="T68" fmla="*/ 6 w 119"/>
                <a:gd name="T69" fmla="*/ 297 h 116"/>
                <a:gd name="T70" fmla="*/ 40 w 119"/>
                <a:gd name="T71" fmla="*/ 257 h 116"/>
                <a:gd name="T72" fmla="*/ 40 w 119"/>
                <a:gd name="T73" fmla="*/ 36 h 11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119" h="116">
                  <a:moveTo>
                    <a:pt x="15" y="14"/>
                  </a:moveTo>
                  <a:cubicBezTo>
                    <a:pt x="14" y="2"/>
                    <a:pt x="0" y="5"/>
                    <a:pt x="0" y="2"/>
                  </a:cubicBezTo>
                  <a:cubicBezTo>
                    <a:pt x="0" y="0"/>
                    <a:pt x="2" y="0"/>
                    <a:pt x="3" y="0"/>
                  </a:cubicBezTo>
                  <a:cubicBezTo>
                    <a:pt x="9" y="0"/>
                    <a:pt x="15" y="0"/>
                    <a:pt x="21" y="0"/>
                  </a:cubicBezTo>
                  <a:cubicBezTo>
                    <a:pt x="26" y="0"/>
                    <a:pt x="31" y="0"/>
                    <a:pt x="36" y="0"/>
                  </a:cubicBezTo>
                  <a:cubicBezTo>
                    <a:pt x="39" y="0"/>
                    <a:pt x="39" y="1"/>
                    <a:pt x="39" y="1"/>
                  </a:cubicBezTo>
                  <a:cubicBezTo>
                    <a:pt x="39" y="5"/>
                    <a:pt x="27" y="2"/>
                    <a:pt x="27" y="14"/>
                  </a:cubicBezTo>
                  <a:cubicBezTo>
                    <a:pt x="27" y="49"/>
                    <a:pt x="27" y="49"/>
                    <a:pt x="27" y="49"/>
                  </a:cubicBezTo>
                  <a:cubicBezTo>
                    <a:pt x="27" y="52"/>
                    <a:pt x="27" y="52"/>
                    <a:pt x="30" y="52"/>
                  </a:cubicBezTo>
                  <a:cubicBezTo>
                    <a:pt x="90" y="52"/>
                    <a:pt x="90" y="52"/>
                    <a:pt x="90" y="52"/>
                  </a:cubicBezTo>
                  <a:cubicBezTo>
                    <a:pt x="91" y="52"/>
                    <a:pt x="91" y="48"/>
                    <a:pt x="91" y="47"/>
                  </a:cubicBezTo>
                  <a:cubicBezTo>
                    <a:pt x="91" y="14"/>
                    <a:pt x="91" y="14"/>
                    <a:pt x="91" y="14"/>
                  </a:cubicBezTo>
                  <a:cubicBezTo>
                    <a:pt x="91" y="3"/>
                    <a:pt x="79" y="5"/>
                    <a:pt x="79" y="2"/>
                  </a:cubicBezTo>
                  <a:cubicBezTo>
                    <a:pt x="79" y="1"/>
                    <a:pt x="79" y="0"/>
                    <a:pt x="82" y="0"/>
                  </a:cubicBezTo>
                  <a:cubicBezTo>
                    <a:pt x="87" y="0"/>
                    <a:pt x="96" y="0"/>
                    <a:pt x="99" y="0"/>
                  </a:cubicBezTo>
                  <a:cubicBezTo>
                    <a:pt x="105" y="0"/>
                    <a:pt x="107" y="0"/>
                    <a:pt x="110" y="0"/>
                  </a:cubicBezTo>
                  <a:cubicBezTo>
                    <a:pt x="115" y="0"/>
                    <a:pt x="115" y="1"/>
                    <a:pt x="115" y="2"/>
                  </a:cubicBezTo>
                  <a:cubicBezTo>
                    <a:pt x="115" y="5"/>
                    <a:pt x="104" y="3"/>
                    <a:pt x="104" y="14"/>
                  </a:cubicBezTo>
                  <a:cubicBezTo>
                    <a:pt x="104" y="101"/>
                    <a:pt x="104" y="101"/>
                    <a:pt x="104" y="101"/>
                  </a:cubicBezTo>
                  <a:cubicBezTo>
                    <a:pt x="104" y="113"/>
                    <a:pt x="119" y="110"/>
                    <a:pt x="119" y="114"/>
                  </a:cubicBezTo>
                  <a:cubicBezTo>
                    <a:pt x="119" y="114"/>
                    <a:pt x="118" y="116"/>
                    <a:pt x="117" y="116"/>
                  </a:cubicBezTo>
                  <a:cubicBezTo>
                    <a:pt x="113" y="116"/>
                    <a:pt x="108" y="115"/>
                    <a:pt x="102" y="115"/>
                  </a:cubicBezTo>
                  <a:cubicBezTo>
                    <a:pt x="91" y="115"/>
                    <a:pt x="87" y="116"/>
                    <a:pt x="84" y="116"/>
                  </a:cubicBezTo>
                  <a:cubicBezTo>
                    <a:pt x="82" y="116"/>
                    <a:pt x="80" y="116"/>
                    <a:pt x="80" y="114"/>
                  </a:cubicBezTo>
                  <a:cubicBezTo>
                    <a:pt x="80" y="110"/>
                    <a:pt x="91" y="112"/>
                    <a:pt x="91" y="102"/>
                  </a:cubicBezTo>
                  <a:cubicBezTo>
                    <a:pt x="91" y="62"/>
                    <a:pt x="91" y="62"/>
                    <a:pt x="91" y="62"/>
                  </a:cubicBezTo>
                  <a:cubicBezTo>
                    <a:pt x="91" y="60"/>
                    <a:pt x="92" y="58"/>
                    <a:pt x="90" y="58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27" y="58"/>
                    <a:pt x="27" y="59"/>
                    <a:pt x="27" y="61"/>
                  </a:cubicBezTo>
                  <a:cubicBezTo>
                    <a:pt x="27" y="102"/>
                    <a:pt x="27" y="102"/>
                    <a:pt x="27" y="102"/>
                  </a:cubicBezTo>
                  <a:cubicBezTo>
                    <a:pt x="27" y="113"/>
                    <a:pt x="43" y="109"/>
                    <a:pt x="43" y="114"/>
                  </a:cubicBezTo>
                  <a:cubicBezTo>
                    <a:pt x="43" y="115"/>
                    <a:pt x="42" y="116"/>
                    <a:pt x="40" y="116"/>
                  </a:cubicBezTo>
                  <a:cubicBezTo>
                    <a:pt x="38" y="116"/>
                    <a:pt x="26" y="115"/>
                    <a:pt x="18" y="115"/>
                  </a:cubicBezTo>
                  <a:cubicBezTo>
                    <a:pt x="6" y="115"/>
                    <a:pt x="4" y="116"/>
                    <a:pt x="4" y="116"/>
                  </a:cubicBezTo>
                  <a:cubicBezTo>
                    <a:pt x="2" y="116"/>
                    <a:pt x="2" y="115"/>
                    <a:pt x="2" y="113"/>
                  </a:cubicBezTo>
                  <a:cubicBezTo>
                    <a:pt x="2" y="108"/>
                    <a:pt x="15" y="114"/>
                    <a:pt x="15" y="98"/>
                  </a:cubicBezTo>
                  <a:lnTo>
                    <a:pt x="15" y="14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800" b="1">
                <a:solidFill>
                  <a:srgbClr val="000000"/>
                </a:solidFill>
              </a:endParaRPr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4428" y="1213"/>
              <a:ext cx="153" cy="164"/>
            </a:xfrm>
            <a:custGeom>
              <a:avLst/>
              <a:gdLst>
                <a:gd name="T0" fmla="*/ 152 w 111"/>
                <a:gd name="T1" fmla="*/ 0 h 119"/>
                <a:gd name="T2" fmla="*/ 267 w 111"/>
                <a:gd name="T3" fmla="*/ 34 h 119"/>
                <a:gd name="T4" fmla="*/ 277 w 111"/>
                <a:gd name="T5" fmla="*/ 29 h 119"/>
                <a:gd name="T6" fmla="*/ 285 w 111"/>
                <a:gd name="T7" fmla="*/ 65 h 119"/>
                <a:gd name="T8" fmla="*/ 283 w 111"/>
                <a:gd name="T9" fmla="*/ 102 h 119"/>
                <a:gd name="T10" fmla="*/ 272 w 111"/>
                <a:gd name="T11" fmla="*/ 85 h 119"/>
                <a:gd name="T12" fmla="*/ 160 w 111"/>
                <a:gd name="T13" fmla="*/ 14 h 119"/>
                <a:gd name="T14" fmla="*/ 36 w 111"/>
                <a:gd name="T15" fmla="*/ 150 h 119"/>
                <a:gd name="T16" fmla="*/ 161 w 111"/>
                <a:gd name="T17" fmla="*/ 298 h 119"/>
                <a:gd name="T18" fmla="*/ 277 w 111"/>
                <a:gd name="T19" fmla="*/ 236 h 119"/>
                <a:gd name="T20" fmla="*/ 283 w 111"/>
                <a:gd name="T21" fmla="*/ 230 h 119"/>
                <a:gd name="T22" fmla="*/ 289 w 111"/>
                <a:gd name="T23" fmla="*/ 236 h 119"/>
                <a:gd name="T24" fmla="*/ 277 w 111"/>
                <a:gd name="T25" fmla="*/ 277 h 119"/>
                <a:gd name="T26" fmla="*/ 150 w 111"/>
                <a:gd name="T27" fmla="*/ 311 h 119"/>
                <a:gd name="T28" fmla="*/ 0 w 111"/>
                <a:gd name="T29" fmla="*/ 161 h 119"/>
                <a:gd name="T30" fmla="*/ 152 w 111"/>
                <a:gd name="T31" fmla="*/ 0 h 11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11" h="119">
                  <a:moveTo>
                    <a:pt x="58" y="0"/>
                  </a:moveTo>
                  <a:cubicBezTo>
                    <a:pt x="89" y="0"/>
                    <a:pt x="98" y="13"/>
                    <a:pt x="102" y="13"/>
                  </a:cubicBezTo>
                  <a:cubicBezTo>
                    <a:pt x="104" y="13"/>
                    <a:pt x="105" y="11"/>
                    <a:pt x="106" y="11"/>
                  </a:cubicBezTo>
                  <a:cubicBezTo>
                    <a:pt x="108" y="11"/>
                    <a:pt x="108" y="14"/>
                    <a:pt x="109" y="25"/>
                  </a:cubicBezTo>
                  <a:cubicBezTo>
                    <a:pt x="109" y="33"/>
                    <a:pt x="111" y="39"/>
                    <a:pt x="108" y="39"/>
                  </a:cubicBezTo>
                  <a:cubicBezTo>
                    <a:pt x="106" y="39"/>
                    <a:pt x="105" y="34"/>
                    <a:pt x="104" y="33"/>
                  </a:cubicBezTo>
                  <a:cubicBezTo>
                    <a:pt x="94" y="16"/>
                    <a:pt x="82" y="5"/>
                    <a:pt x="61" y="5"/>
                  </a:cubicBezTo>
                  <a:cubicBezTo>
                    <a:pt x="29" y="5"/>
                    <a:pt x="14" y="26"/>
                    <a:pt x="14" y="57"/>
                  </a:cubicBezTo>
                  <a:cubicBezTo>
                    <a:pt x="14" y="85"/>
                    <a:pt x="30" y="114"/>
                    <a:pt x="62" y="114"/>
                  </a:cubicBezTo>
                  <a:cubicBezTo>
                    <a:pt x="87" y="114"/>
                    <a:pt x="103" y="97"/>
                    <a:pt x="106" y="90"/>
                  </a:cubicBezTo>
                  <a:cubicBezTo>
                    <a:pt x="106" y="89"/>
                    <a:pt x="107" y="88"/>
                    <a:pt x="108" y="88"/>
                  </a:cubicBezTo>
                  <a:cubicBezTo>
                    <a:pt x="109" y="88"/>
                    <a:pt x="110" y="89"/>
                    <a:pt x="110" y="90"/>
                  </a:cubicBezTo>
                  <a:cubicBezTo>
                    <a:pt x="106" y="106"/>
                    <a:pt x="106" y="106"/>
                    <a:pt x="106" y="106"/>
                  </a:cubicBezTo>
                  <a:cubicBezTo>
                    <a:pt x="106" y="107"/>
                    <a:pt x="94" y="119"/>
                    <a:pt x="57" y="119"/>
                  </a:cubicBezTo>
                  <a:cubicBezTo>
                    <a:pt x="24" y="119"/>
                    <a:pt x="0" y="96"/>
                    <a:pt x="0" y="62"/>
                  </a:cubicBezTo>
                  <a:cubicBezTo>
                    <a:pt x="0" y="28"/>
                    <a:pt x="24" y="0"/>
                    <a:pt x="58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800" b="1">
                <a:solidFill>
                  <a:srgbClr val="000000"/>
                </a:solidFill>
              </a:endParaRPr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592" y="1213"/>
              <a:ext cx="110" cy="164"/>
            </a:xfrm>
            <a:custGeom>
              <a:avLst/>
              <a:gdLst>
                <a:gd name="T0" fmla="*/ 0 w 79"/>
                <a:gd name="T1" fmla="*/ 234 h 119"/>
                <a:gd name="T2" fmla="*/ 6 w 79"/>
                <a:gd name="T3" fmla="*/ 221 h 119"/>
                <a:gd name="T4" fmla="*/ 14 w 79"/>
                <a:gd name="T5" fmla="*/ 234 h 119"/>
                <a:gd name="T6" fmla="*/ 109 w 79"/>
                <a:gd name="T7" fmla="*/ 298 h 119"/>
                <a:gd name="T8" fmla="*/ 188 w 79"/>
                <a:gd name="T9" fmla="*/ 230 h 119"/>
                <a:gd name="T10" fmla="*/ 11 w 79"/>
                <a:gd name="T11" fmla="*/ 81 h 119"/>
                <a:gd name="T12" fmla="*/ 109 w 79"/>
                <a:gd name="T13" fmla="*/ 0 h 119"/>
                <a:gd name="T14" fmla="*/ 184 w 79"/>
                <a:gd name="T15" fmla="*/ 15 h 119"/>
                <a:gd name="T16" fmla="*/ 192 w 79"/>
                <a:gd name="T17" fmla="*/ 11 h 119"/>
                <a:gd name="T18" fmla="*/ 198 w 79"/>
                <a:gd name="T19" fmla="*/ 19 h 119"/>
                <a:gd name="T20" fmla="*/ 206 w 79"/>
                <a:gd name="T21" fmla="*/ 76 h 119"/>
                <a:gd name="T22" fmla="*/ 199 w 79"/>
                <a:gd name="T23" fmla="*/ 81 h 119"/>
                <a:gd name="T24" fmla="*/ 188 w 79"/>
                <a:gd name="T25" fmla="*/ 69 h 119"/>
                <a:gd name="T26" fmla="*/ 104 w 79"/>
                <a:gd name="T27" fmla="*/ 14 h 119"/>
                <a:gd name="T28" fmla="*/ 33 w 79"/>
                <a:gd name="T29" fmla="*/ 69 h 119"/>
                <a:gd name="T30" fmla="*/ 213 w 79"/>
                <a:gd name="T31" fmla="*/ 221 h 119"/>
                <a:gd name="T32" fmla="*/ 88 w 79"/>
                <a:gd name="T33" fmla="*/ 311 h 119"/>
                <a:gd name="T34" fmla="*/ 11 w 79"/>
                <a:gd name="T35" fmla="*/ 288 h 119"/>
                <a:gd name="T36" fmla="*/ 0 w 79"/>
                <a:gd name="T37" fmla="*/ 234 h 119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79" h="119">
                  <a:moveTo>
                    <a:pt x="0" y="89"/>
                  </a:moveTo>
                  <a:cubicBezTo>
                    <a:pt x="0" y="85"/>
                    <a:pt x="1" y="84"/>
                    <a:pt x="2" y="84"/>
                  </a:cubicBezTo>
                  <a:cubicBezTo>
                    <a:pt x="4" y="84"/>
                    <a:pt x="4" y="86"/>
                    <a:pt x="5" y="89"/>
                  </a:cubicBezTo>
                  <a:cubicBezTo>
                    <a:pt x="7" y="97"/>
                    <a:pt x="17" y="114"/>
                    <a:pt x="40" y="114"/>
                  </a:cubicBezTo>
                  <a:cubicBezTo>
                    <a:pt x="55" y="114"/>
                    <a:pt x="70" y="105"/>
                    <a:pt x="70" y="88"/>
                  </a:cubicBezTo>
                  <a:cubicBezTo>
                    <a:pt x="70" y="56"/>
                    <a:pt x="4" y="74"/>
                    <a:pt x="4" y="31"/>
                  </a:cubicBezTo>
                  <a:cubicBezTo>
                    <a:pt x="4" y="10"/>
                    <a:pt x="21" y="0"/>
                    <a:pt x="40" y="0"/>
                  </a:cubicBezTo>
                  <a:cubicBezTo>
                    <a:pt x="60" y="0"/>
                    <a:pt x="66" y="6"/>
                    <a:pt x="68" y="6"/>
                  </a:cubicBezTo>
                  <a:cubicBezTo>
                    <a:pt x="69" y="6"/>
                    <a:pt x="70" y="4"/>
                    <a:pt x="71" y="4"/>
                  </a:cubicBezTo>
                  <a:cubicBezTo>
                    <a:pt x="72" y="4"/>
                    <a:pt x="73" y="5"/>
                    <a:pt x="73" y="7"/>
                  </a:cubicBezTo>
                  <a:cubicBezTo>
                    <a:pt x="76" y="29"/>
                    <a:pt x="76" y="29"/>
                    <a:pt x="76" y="29"/>
                  </a:cubicBezTo>
                  <a:cubicBezTo>
                    <a:pt x="76" y="30"/>
                    <a:pt x="76" y="31"/>
                    <a:pt x="74" y="31"/>
                  </a:cubicBezTo>
                  <a:cubicBezTo>
                    <a:pt x="72" y="31"/>
                    <a:pt x="71" y="28"/>
                    <a:pt x="70" y="26"/>
                  </a:cubicBezTo>
                  <a:cubicBezTo>
                    <a:pt x="66" y="12"/>
                    <a:pt x="54" y="5"/>
                    <a:pt x="39" y="5"/>
                  </a:cubicBezTo>
                  <a:cubicBezTo>
                    <a:pt x="26" y="5"/>
                    <a:pt x="12" y="11"/>
                    <a:pt x="12" y="26"/>
                  </a:cubicBezTo>
                  <a:cubicBezTo>
                    <a:pt x="12" y="57"/>
                    <a:pt x="79" y="39"/>
                    <a:pt x="79" y="84"/>
                  </a:cubicBezTo>
                  <a:cubicBezTo>
                    <a:pt x="79" y="98"/>
                    <a:pt x="69" y="119"/>
                    <a:pt x="32" y="119"/>
                  </a:cubicBezTo>
                  <a:cubicBezTo>
                    <a:pt x="20" y="119"/>
                    <a:pt x="5" y="113"/>
                    <a:pt x="4" y="110"/>
                  </a:cubicBezTo>
                  <a:lnTo>
                    <a:pt x="0" y="8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800" b="1">
                <a:solidFill>
                  <a:srgbClr val="000000"/>
                </a:solidFill>
              </a:endParaRPr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718" y="1213"/>
              <a:ext cx="154" cy="164"/>
            </a:xfrm>
            <a:custGeom>
              <a:avLst/>
              <a:gdLst>
                <a:gd name="T0" fmla="*/ 158 w 111"/>
                <a:gd name="T1" fmla="*/ 0 h 119"/>
                <a:gd name="T2" fmla="*/ 275 w 111"/>
                <a:gd name="T3" fmla="*/ 34 h 119"/>
                <a:gd name="T4" fmla="*/ 284 w 111"/>
                <a:gd name="T5" fmla="*/ 29 h 119"/>
                <a:gd name="T6" fmla="*/ 290 w 111"/>
                <a:gd name="T7" fmla="*/ 65 h 119"/>
                <a:gd name="T8" fmla="*/ 289 w 111"/>
                <a:gd name="T9" fmla="*/ 102 h 119"/>
                <a:gd name="T10" fmla="*/ 277 w 111"/>
                <a:gd name="T11" fmla="*/ 85 h 119"/>
                <a:gd name="T12" fmla="*/ 164 w 111"/>
                <a:gd name="T13" fmla="*/ 14 h 119"/>
                <a:gd name="T14" fmla="*/ 36 w 111"/>
                <a:gd name="T15" fmla="*/ 150 h 119"/>
                <a:gd name="T16" fmla="*/ 165 w 111"/>
                <a:gd name="T17" fmla="*/ 298 h 119"/>
                <a:gd name="T18" fmla="*/ 283 w 111"/>
                <a:gd name="T19" fmla="*/ 236 h 119"/>
                <a:gd name="T20" fmla="*/ 289 w 111"/>
                <a:gd name="T21" fmla="*/ 230 h 119"/>
                <a:gd name="T22" fmla="*/ 294 w 111"/>
                <a:gd name="T23" fmla="*/ 236 h 119"/>
                <a:gd name="T24" fmla="*/ 283 w 111"/>
                <a:gd name="T25" fmla="*/ 277 h 119"/>
                <a:gd name="T26" fmla="*/ 153 w 111"/>
                <a:gd name="T27" fmla="*/ 311 h 119"/>
                <a:gd name="T28" fmla="*/ 0 w 111"/>
                <a:gd name="T29" fmla="*/ 161 h 119"/>
                <a:gd name="T30" fmla="*/ 158 w 111"/>
                <a:gd name="T31" fmla="*/ 0 h 11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11" h="119">
                  <a:moveTo>
                    <a:pt x="59" y="0"/>
                  </a:moveTo>
                  <a:cubicBezTo>
                    <a:pt x="89" y="0"/>
                    <a:pt x="98" y="13"/>
                    <a:pt x="103" y="13"/>
                  </a:cubicBezTo>
                  <a:cubicBezTo>
                    <a:pt x="104" y="13"/>
                    <a:pt x="105" y="11"/>
                    <a:pt x="107" y="11"/>
                  </a:cubicBezTo>
                  <a:cubicBezTo>
                    <a:pt x="108" y="11"/>
                    <a:pt x="108" y="14"/>
                    <a:pt x="109" y="25"/>
                  </a:cubicBezTo>
                  <a:cubicBezTo>
                    <a:pt x="109" y="33"/>
                    <a:pt x="111" y="39"/>
                    <a:pt x="108" y="39"/>
                  </a:cubicBezTo>
                  <a:cubicBezTo>
                    <a:pt x="106" y="39"/>
                    <a:pt x="105" y="34"/>
                    <a:pt x="104" y="33"/>
                  </a:cubicBezTo>
                  <a:cubicBezTo>
                    <a:pt x="94" y="16"/>
                    <a:pt x="82" y="5"/>
                    <a:pt x="61" y="5"/>
                  </a:cubicBezTo>
                  <a:cubicBezTo>
                    <a:pt x="29" y="5"/>
                    <a:pt x="14" y="26"/>
                    <a:pt x="14" y="57"/>
                  </a:cubicBezTo>
                  <a:cubicBezTo>
                    <a:pt x="14" y="85"/>
                    <a:pt x="30" y="114"/>
                    <a:pt x="62" y="114"/>
                  </a:cubicBezTo>
                  <a:cubicBezTo>
                    <a:pt x="88" y="114"/>
                    <a:pt x="104" y="97"/>
                    <a:pt x="106" y="90"/>
                  </a:cubicBezTo>
                  <a:cubicBezTo>
                    <a:pt x="106" y="89"/>
                    <a:pt x="107" y="88"/>
                    <a:pt x="108" y="88"/>
                  </a:cubicBezTo>
                  <a:cubicBezTo>
                    <a:pt x="109" y="88"/>
                    <a:pt x="110" y="89"/>
                    <a:pt x="110" y="90"/>
                  </a:cubicBezTo>
                  <a:cubicBezTo>
                    <a:pt x="106" y="106"/>
                    <a:pt x="106" y="106"/>
                    <a:pt x="106" y="106"/>
                  </a:cubicBezTo>
                  <a:cubicBezTo>
                    <a:pt x="106" y="107"/>
                    <a:pt x="94" y="119"/>
                    <a:pt x="57" y="119"/>
                  </a:cubicBezTo>
                  <a:cubicBezTo>
                    <a:pt x="24" y="119"/>
                    <a:pt x="0" y="96"/>
                    <a:pt x="0" y="62"/>
                  </a:cubicBezTo>
                  <a:cubicBezTo>
                    <a:pt x="0" y="28"/>
                    <a:pt x="24" y="0"/>
                    <a:pt x="59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800" b="1">
                <a:solidFill>
                  <a:srgbClr val="000000"/>
                </a:solidFill>
              </a:endParaRPr>
            </a:p>
          </p:txBody>
        </p:sp>
      </p:grpSp>
      <p:sp>
        <p:nvSpPr>
          <p:cNvPr id="15" name="Rectangle 35"/>
          <p:cNvSpPr>
            <a:spLocks noGrp="1"/>
          </p:cNvSpPr>
          <p:nvPr>
            <p:ph type="subTitle" idx="1"/>
          </p:nvPr>
        </p:nvSpPr>
        <p:spPr>
          <a:xfrm>
            <a:off x="1524001" y="3689351"/>
            <a:ext cx="5484284" cy="282129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6" name="Text Placeholder 11"/>
          <p:cNvSpPr>
            <a:spLocks noGrp="1"/>
          </p:cNvSpPr>
          <p:nvPr>
            <p:ph type="body" sz="quarter" idx="11"/>
          </p:nvPr>
        </p:nvSpPr>
        <p:spPr>
          <a:xfrm>
            <a:off x="1549401" y="4176329"/>
            <a:ext cx="5507616" cy="169277"/>
          </a:xfrm>
        </p:spPr>
        <p:txBody>
          <a:bodyPr/>
          <a:lstStyle>
            <a:lvl1pPr marL="0" indent="0">
              <a:buNone/>
              <a:defRPr sz="110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2" hasCustomPrompt="1"/>
          </p:nvPr>
        </p:nvSpPr>
        <p:spPr>
          <a:xfrm>
            <a:off x="1520755" y="2721230"/>
            <a:ext cx="7724845" cy="731520"/>
          </a:xfrm>
        </p:spPr>
        <p:txBody>
          <a:bodyPr/>
          <a:lstStyle>
            <a:lvl1pPr marL="0" indent="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lang="en-US" sz="2800" b="1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8637308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Prefa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04800" y="139700"/>
            <a:ext cx="7315200" cy="1066800"/>
          </a:xfrm>
        </p:spPr>
        <p:txBody>
          <a:bodyPr/>
          <a:lstStyle/>
          <a:p>
            <a:r>
              <a:rPr lang="en-GB"/>
              <a:t>Preface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marL="0" indent="0">
              <a:buNone/>
              <a:defRPr sz="1200"/>
            </a:lvl1pPr>
            <a:lvl2pPr marL="628650" indent="-171450">
              <a:buFont typeface="Wingdings" pitchFamily="2" charset="2"/>
              <a:buChar char="§"/>
              <a:defRPr sz="1200"/>
            </a:lvl2pPr>
            <a:lvl4pPr marL="1371600" indent="0">
              <a:buNone/>
              <a:defRPr/>
            </a:lvl4pPr>
          </a:lstStyle>
          <a:p>
            <a:r>
              <a:rPr lang="en-US"/>
              <a:t>We are pleased to present this proposal to assist [Client] in ...</a:t>
            </a:r>
          </a:p>
          <a:p>
            <a:r>
              <a:rPr lang="en-US"/>
              <a:t>We believe Deloitte is the right partner because we can offer these elements that are critical for your success</a:t>
            </a:r>
          </a:p>
          <a:p>
            <a:pPr lvl="1"/>
            <a:r>
              <a:rPr lang="en-US"/>
              <a:t>Unique selling point # one</a:t>
            </a:r>
          </a:p>
          <a:p>
            <a:pPr lvl="1"/>
            <a:r>
              <a:rPr lang="en-US"/>
              <a:t>Unique selling point # two</a:t>
            </a:r>
          </a:p>
          <a:p>
            <a:pPr lvl="1"/>
            <a:r>
              <a:rPr lang="en-US"/>
              <a:t>Unique selling point # three</a:t>
            </a:r>
          </a:p>
          <a:p>
            <a:r>
              <a:rPr lang="en-US"/>
              <a:t>This document describes our proposed approach and is based on the following information</a:t>
            </a:r>
          </a:p>
          <a:p>
            <a:pPr lvl="1"/>
            <a:r>
              <a:rPr lang="en-US"/>
              <a:t>Interviews with ... on ...</a:t>
            </a:r>
          </a:p>
          <a:p>
            <a:pPr lvl="1"/>
            <a:r>
              <a:rPr lang="en-US"/>
              <a:t>Documentation on ... received from ...</a:t>
            </a:r>
          </a:p>
          <a:p>
            <a:pPr lvl="1"/>
            <a:r>
              <a:rPr lang="en-US"/>
              <a:t>Our experience in ...</a:t>
            </a:r>
          </a:p>
          <a:p>
            <a:pPr lvl="1"/>
            <a:r>
              <a:rPr lang="en-US"/>
              <a:t>Deloitte’s methodology for ...</a:t>
            </a:r>
          </a:p>
          <a:p>
            <a:r>
              <a:rPr lang="en-US"/>
              <a:t>This document is an appendix to our engagement letter [number] dated [date]</a:t>
            </a:r>
          </a:p>
          <a:p>
            <a:pPr lvl="0"/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sz="800"/>
            </a:lvl1pPr>
          </a:lstStyle>
          <a:p>
            <a:pPr>
              <a:defRPr/>
            </a:pPr>
            <a:fld id="{393DCDD9-1696-4237-A64D-49DB7E28D823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910907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Contents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buNone/>
              <a:defRPr sz="1200"/>
            </a:lvl1pPr>
            <a:lvl2pPr marL="628650" indent="-171450">
              <a:buFont typeface="Wingdings" pitchFamily="2" charset="2"/>
              <a:buChar char="§"/>
              <a:defRPr sz="1200"/>
            </a:lvl2pPr>
            <a:lvl4pPr marL="1371600" indent="0">
              <a:buNone/>
              <a:defRPr/>
            </a:lvl4pPr>
          </a:lstStyle>
          <a:p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sz="800"/>
            </a:lvl1pPr>
          </a:lstStyle>
          <a:p>
            <a:pPr>
              <a:defRPr/>
            </a:pPr>
            <a:fld id="{393DCDD9-1696-4237-A64D-49DB7E28D823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656731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ub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sz="800"/>
            </a:lvl1pPr>
          </a:lstStyle>
          <a:p>
            <a:pPr>
              <a:defRPr/>
            </a:pPr>
            <a:fld id="{393DCDD9-1696-4237-A64D-49DB7E28D823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430743" y="1600200"/>
            <a:ext cx="11330516" cy="4572000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1" hasCustomPrompt="1"/>
          </p:nvPr>
        </p:nvSpPr>
        <p:spPr>
          <a:xfrm>
            <a:off x="430743" y="1228499"/>
            <a:ext cx="11330516" cy="374670"/>
          </a:xfrm>
        </p:spPr>
        <p:txBody>
          <a:bodyPr/>
          <a:lstStyle>
            <a:lvl1pPr marL="0" indent="0">
              <a:buNone/>
              <a:defRPr sz="1600" baseline="0"/>
            </a:lvl1pPr>
          </a:lstStyle>
          <a:p>
            <a:r>
              <a:rPr lang="en-US"/>
              <a:t>Optional Subtitle</a:t>
            </a:r>
          </a:p>
        </p:txBody>
      </p:sp>
    </p:spTree>
    <p:extLst>
      <p:ext uri="{BB962C8B-B14F-4D97-AF65-F5344CB8AC3E}">
        <p14:creationId xmlns:p14="http://schemas.microsoft.com/office/powerpoint/2010/main" val="156034874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sz="800"/>
            </a:lvl1pPr>
          </a:lstStyle>
          <a:p>
            <a:pPr>
              <a:defRPr/>
            </a:pPr>
            <a:fld id="{D3121199-DFD7-4FD5-9233-6C81EE725171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15"/>
          <p:cNvSpPr>
            <a:spLocks noGrp="1"/>
          </p:cNvSpPr>
          <p:nvPr>
            <p:ph type="ctrTitle"/>
          </p:nvPr>
        </p:nvSpPr>
        <p:spPr bwMode="gray">
          <a:xfrm>
            <a:off x="548640" y="3190951"/>
            <a:ext cx="9611360" cy="313932"/>
          </a:xfrm>
        </p:spPr>
        <p:txBody>
          <a:bodyPr lIns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Rectangle 16"/>
          <p:cNvSpPr>
            <a:spLocks noGrp="1"/>
          </p:cNvSpPr>
          <p:nvPr>
            <p:ph type="subTitle" idx="1" hasCustomPrompt="1"/>
          </p:nvPr>
        </p:nvSpPr>
        <p:spPr bwMode="gray">
          <a:xfrm>
            <a:off x="548640" y="3694176"/>
            <a:ext cx="5766816" cy="276999"/>
          </a:xfrm>
        </p:spPr>
        <p:txBody>
          <a:bodyPr lIns="0"/>
          <a:lstStyle>
            <a:lvl1pPr marL="0" indent="0">
              <a:buNone/>
              <a:defRPr sz="1800"/>
            </a:lvl1pPr>
          </a:lstStyle>
          <a:p>
            <a:r>
              <a:rPr lang="en-US"/>
              <a:t>Subtitle — Arial Bold 18pt</a:t>
            </a:r>
          </a:p>
        </p:txBody>
      </p:sp>
    </p:spTree>
    <p:extLst>
      <p:ext uri="{BB962C8B-B14F-4D97-AF65-F5344CB8AC3E}">
        <p14:creationId xmlns:p14="http://schemas.microsoft.com/office/powerpoint/2010/main" val="345296426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981200"/>
            <a:ext cx="5080000" cy="41148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9200" y="1981200"/>
            <a:ext cx="5080000" cy="41148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800"/>
            </a:lvl1pPr>
          </a:lstStyle>
          <a:p>
            <a:fld id="{25C50DBA-DAC5-493C-B981-4EBE3F94235E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263838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 descr="Light downward diagonal"/>
          <p:cNvSpPr>
            <a:spLocks noChangeArrowheads="1"/>
          </p:cNvSpPr>
          <p:nvPr/>
        </p:nvSpPr>
        <p:spPr bwMode="auto">
          <a:xfrm rot="10800000" flipV="1">
            <a:off x="0" y="0"/>
            <a:ext cx="12192000" cy="6858000"/>
          </a:xfrm>
          <a:prstGeom prst="rect">
            <a:avLst/>
          </a:prstGeom>
          <a:pattFill prst="ltDnDiag">
            <a:fgClr>
              <a:srgbClr val="73A8CF"/>
            </a:fgClr>
            <a:bgClr>
              <a:srgbClr val="5494C4"/>
            </a:bgClr>
          </a:patt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800" b="1">
              <a:solidFill>
                <a:srgbClr val="000000"/>
              </a:solidFill>
            </a:endParaRPr>
          </a:p>
        </p:txBody>
      </p:sp>
      <p:sp>
        <p:nvSpPr>
          <p:cNvPr id="3" name="AutoShape 3"/>
          <p:cNvSpPr>
            <a:spLocks noChangeArrowheads="1"/>
          </p:cNvSpPr>
          <p:nvPr/>
        </p:nvSpPr>
        <p:spPr bwMode="auto">
          <a:xfrm>
            <a:off x="203200" y="152400"/>
            <a:ext cx="11785600" cy="6096000"/>
          </a:xfrm>
          <a:prstGeom prst="roundRect">
            <a:avLst>
              <a:gd name="adj" fmla="val 4583"/>
            </a:avLst>
          </a:prstGeom>
          <a:solidFill>
            <a:schemeClr val="bg1"/>
          </a:solidFill>
          <a:ln w="9525">
            <a:solidFill>
              <a:srgbClr val="356F9B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800" b="1">
              <a:solidFill>
                <a:srgbClr val="000000"/>
              </a:solidFill>
            </a:endParaRP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218018" y="5981700"/>
            <a:ext cx="11762316" cy="6985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800" b="1">
              <a:solidFill>
                <a:srgbClr val="000000"/>
              </a:solidFill>
            </a:endParaRPr>
          </a:p>
        </p:txBody>
      </p:sp>
      <p:pic>
        <p:nvPicPr>
          <p:cNvPr id="5" name="Picture 5" descr="ppt_design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0" y="1301750"/>
            <a:ext cx="11684000" cy="534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Group 6"/>
          <p:cNvGrpSpPr>
            <a:grpSpLocks/>
          </p:cNvGrpSpPr>
          <p:nvPr/>
        </p:nvGrpSpPr>
        <p:grpSpPr bwMode="auto">
          <a:xfrm>
            <a:off x="10126133" y="5943600"/>
            <a:ext cx="1625600" cy="509588"/>
            <a:chOff x="4176" y="1056"/>
            <a:chExt cx="768" cy="321"/>
          </a:xfrm>
        </p:grpSpPr>
        <p:sp>
          <p:nvSpPr>
            <p:cNvPr id="7" name="AutoShape 7"/>
            <p:cNvSpPr>
              <a:spLocks noChangeAspect="1" noChangeArrowheads="1" noTextEdit="1"/>
            </p:cNvSpPr>
            <p:nvPr userDrawn="1"/>
          </p:nvSpPr>
          <p:spPr bwMode="auto">
            <a:xfrm>
              <a:off x="4176" y="1060"/>
              <a:ext cx="767" cy="3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800" b="1">
                <a:solidFill>
                  <a:srgbClr val="000000"/>
                </a:solidFill>
              </a:endParaRPr>
            </a:p>
          </p:txBody>
        </p:sp>
        <p:sp>
          <p:nvSpPr>
            <p:cNvPr id="8" name="Freeform 8"/>
            <p:cNvSpPr>
              <a:spLocks/>
            </p:cNvSpPr>
            <p:nvPr userDrawn="1"/>
          </p:nvSpPr>
          <p:spPr bwMode="auto">
            <a:xfrm>
              <a:off x="4176" y="1056"/>
              <a:ext cx="510" cy="177"/>
            </a:xfrm>
            <a:custGeom>
              <a:avLst/>
              <a:gdLst>
                <a:gd name="T0" fmla="*/ 435 w 367"/>
                <a:gd name="T1" fmla="*/ 82 h 128"/>
                <a:gd name="T2" fmla="*/ 743 w 367"/>
                <a:gd name="T3" fmla="*/ 19 h 128"/>
                <a:gd name="T4" fmla="*/ 985 w 367"/>
                <a:gd name="T5" fmla="*/ 36 h 128"/>
                <a:gd name="T6" fmla="*/ 680 w 367"/>
                <a:gd name="T7" fmla="*/ 6 h 128"/>
                <a:gd name="T8" fmla="*/ 0 w 367"/>
                <a:gd name="T9" fmla="*/ 339 h 128"/>
                <a:gd name="T10" fmla="*/ 435 w 367"/>
                <a:gd name="T11" fmla="*/ 82 h 12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67" h="128">
                  <a:moveTo>
                    <a:pt x="162" y="31"/>
                  </a:moveTo>
                  <a:cubicBezTo>
                    <a:pt x="198" y="18"/>
                    <a:pt x="236" y="9"/>
                    <a:pt x="277" y="7"/>
                  </a:cubicBezTo>
                  <a:cubicBezTo>
                    <a:pt x="308" y="6"/>
                    <a:pt x="338" y="8"/>
                    <a:pt x="367" y="14"/>
                  </a:cubicBezTo>
                  <a:cubicBezTo>
                    <a:pt x="332" y="4"/>
                    <a:pt x="293" y="0"/>
                    <a:pt x="253" y="2"/>
                  </a:cubicBezTo>
                  <a:cubicBezTo>
                    <a:pt x="142" y="8"/>
                    <a:pt x="47" y="58"/>
                    <a:pt x="0" y="128"/>
                  </a:cubicBezTo>
                  <a:cubicBezTo>
                    <a:pt x="43" y="84"/>
                    <a:pt x="99" y="50"/>
                    <a:pt x="162" y="3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800" b="1">
                <a:solidFill>
                  <a:srgbClr val="000000"/>
                </a:solidFill>
              </a:endParaRPr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4411" y="1071"/>
              <a:ext cx="533" cy="141"/>
            </a:xfrm>
            <a:custGeom>
              <a:avLst/>
              <a:gdLst>
                <a:gd name="T0" fmla="*/ 559 w 384"/>
                <a:gd name="T1" fmla="*/ 70 h 101"/>
                <a:gd name="T2" fmla="*/ 239 w 384"/>
                <a:gd name="T3" fmla="*/ 49 h 101"/>
                <a:gd name="T4" fmla="*/ 0 w 384"/>
                <a:gd name="T5" fmla="*/ 98 h 101"/>
                <a:gd name="T6" fmla="*/ 303 w 384"/>
                <a:gd name="T7" fmla="*/ 28 h 101"/>
                <a:gd name="T8" fmla="*/ 1027 w 384"/>
                <a:gd name="T9" fmla="*/ 275 h 101"/>
                <a:gd name="T10" fmla="*/ 559 w 384"/>
                <a:gd name="T11" fmla="*/ 70 h 10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84" h="101">
                  <a:moveTo>
                    <a:pt x="209" y="26"/>
                  </a:moveTo>
                  <a:cubicBezTo>
                    <a:pt x="171" y="18"/>
                    <a:pt x="131" y="15"/>
                    <a:pt x="89" y="18"/>
                  </a:cubicBezTo>
                  <a:cubicBezTo>
                    <a:pt x="58" y="21"/>
                    <a:pt x="28" y="27"/>
                    <a:pt x="0" y="36"/>
                  </a:cubicBezTo>
                  <a:cubicBezTo>
                    <a:pt x="34" y="22"/>
                    <a:pt x="72" y="13"/>
                    <a:pt x="113" y="10"/>
                  </a:cubicBezTo>
                  <a:cubicBezTo>
                    <a:pt x="225" y="0"/>
                    <a:pt x="327" y="38"/>
                    <a:pt x="384" y="101"/>
                  </a:cubicBezTo>
                  <a:cubicBezTo>
                    <a:pt x="335" y="63"/>
                    <a:pt x="274" y="36"/>
                    <a:pt x="209" y="2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800" b="1">
                <a:solidFill>
                  <a:srgbClr val="000000"/>
                </a:solidFill>
              </a:endParaRPr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4250" y="1216"/>
              <a:ext cx="165" cy="160"/>
            </a:xfrm>
            <a:custGeom>
              <a:avLst/>
              <a:gdLst>
                <a:gd name="T0" fmla="*/ 40 w 119"/>
                <a:gd name="T1" fmla="*/ 36 h 116"/>
                <a:gd name="T2" fmla="*/ 0 w 119"/>
                <a:gd name="T3" fmla="*/ 6 h 116"/>
                <a:gd name="T4" fmla="*/ 8 w 119"/>
                <a:gd name="T5" fmla="*/ 0 h 116"/>
                <a:gd name="T6" fmla="*/ 55 w 119"/>
                <a:gd name="T7" fmla="*/ 0 h 116"/>
                <a:gd name="T8" fmla="*/ 96 w 119"/>
                <a:gd name="T9" fmla="*/ 0 h 116"/>
                <a:gd name="T10" fmla="*/ 104 w 119"/>
                <a:gd name="T11" fmla="*/ 1 h 116"/>
                <a:gd name="T12" fmla="*/ 71 w 119"/>
                <a:gd name="T13" fmla="*/ 36 h 116"/>
                <a:gd name="T14" fmla="*/ 71 w 119"/>
                <a:gd name="T15" fmla="*/ 130 h 116"/>
                <a:gd name="T16" fmla="*/ 80 w 119"/>
                <a:gd name="T17" fmla="*/ 137 h 116"/>
                <a:gd name="T18" fmla="*/ 240 w 119"/>
                <a:gd name="T19" fmla="*/ 137 h 116"/>
                <a:gd name="T20" fmla="*/ 243 w 119"/>
                <a:gd name="T21" fmla="*/ 124 h 116"/>
                <a:gd name="T22" fmla="*/ 243 w 119"/>
                <a:gd name="T23" fmla="*/ 36 h 116"/>
                <a:gd name="T24" fmla="*/ 212 w 119"/>
                <a:gd name="T25" fmla="*/ 6 h 116"/>
                <a:gd name="T26" fmla="*/ 219 w 119"/>
                <a:gd name="T27" fmla="*/ 0 h 116"/>
                <a:gd name="T28" fmla="*/ 263 w 119"/>
                <a:gd name="T29" fmla="*/ 0 h 116"/>
                <a:gd name="T30" fmla="*/ 294 w 119"/>
                <a:gd name="T31" fmla="*/ 0 h 116"/>
                <a:gd name="T32" fmla="*/ 305 w 119"/>
                <a:gd name="T33" fmla="*/ 6 h 116"/>
                <a:gd name="T34" fmla="*/ 277 w 119"/>
                <a:gd name="T35" fmla="*/ 36 h 116"/>
                <a:gd name="T36" fmla="*/ 277 w 119"/>
                <a:gd name="T37" fmla="*/ 265 h 116"/>
                <a:gd name="T38" fmla="*/ 318 w 119"/>
                <a:gd name="T39" fmla="*/ 299 h 116"/>
                <a:gd name="T40" fmla="*/ 312 w 119"/>
                <a:gd name="T41" fmla="*/ 305 h 116"/>
                <a:gd name="T42" fmla="*/ 272 w 119"/>
                <a:gd name="T43" fmla="*/ 302 h 116"/>
                <a:gd name="T44" fmla="*/ 223 w 119"/>
                <a:gd name="T45" fmla="*/ 305 h 116"/>
                <a:gd name="T46" fmla="*/ 214 w 119"/>
                <a:gd name="T47" fmla="*/ 299 h 116"/>
                <a:gd name="T48" fmla="*/ 243 w 119"/>
                <a:gd name="T49" fmla="*/ 268 h 116"/>
                <a:gd name="T50" fmla="*/ 243 w 119"/>
                <a:gd name="T51" fmla="*/ 164 h 116"/>
                <a:gd name="T52" fmla="*/ 240 w 119"/>
                <a:gd name="T53" fmla="*/ 152 h 116"/>
                <a:gd name="T54" fmla="*/ 76 w 119"/>
                <a:gd name="T55" fmla="*/ 152 h 116"/>
                <a:gd name="T56" fmla="*/ 71 w 119"/>
                <a:gd name="T57" fmla="*/ 160 h 116"/>
                <a:gd name="T58" fmla="*/ 71 w 119"/>
                <a:gd name="T59" fmla="*/ 268 h 116"/>
                <a:gd name="T60" fmla="*/ 115 w 119"/>
                <a:gd name="T61" fmla="*/ 299 h 116"/>
                <a:gd name="T62" fmla="*/ 105 w 119"/>
                <a:gd name="T63" fmla="*/ 305 h 116"/>
                <a:gd name="T64" fmla="*/ 49 w 119"/>
                <a:gd name="T65" fmla="*/ 302 h 116"/>
                <a:gd name="T66" fmla="*/ 11 w 119"/>
                <a:gd name="T67" fmla="*/ 305 h 116"/>
                <a:gd name="T68" fmla="*/ 6 w 119"/>
                <a:gd name="T69" fmla="*/ 297 h 116"/>
                <a:gd name="T70" fmla="*/ 40 w 119"/>
                <a:gd name="T71" fmla="*/ 257 h 116"/>
                <a:gd name="T72" fmla="*/ 40 w 119"/>
                <a:gd name="T73" fmla="*/ 36 h 11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119" h="116">
                  <a:moveTo>
                    <a:pt x="15" y="14"/>
                  </a:moveTo>
                  <a:cubicBezTo>
                    <a:pt x="14" y="2"/>
                    <a:pt x="0" y="5"/>
                    <a:pt x="0" y="2"/>
                  </a:cubicBezTo>
                  <a:cubicBezTo>
                    <a:pt x="0" y="0"/>
                    <a:pt x="2" y="0"/>
                    <a:pt x="3" y="0"/>
                  </a:cubicBezTo>
                  <a:cubicBezTo>
                    <a:pt x="9" y="0"/>
                    <a:pt x="15" y="0"/>
                    <a:pt x="21" y="0"/>
                  </a:cubicBezTo>
                  <a:cubicBezTo>
                    <a:pt x="26" y="0"/>
                    <a:pt x="31" y="0"/>
                    <a:pt x="36" y="0"/>
                  </a:cubicBezTo>
                  <a:cubicBezTo>
                    <a:pt x="39" y="0"/>
                    <a:pt x="39" y="1"/>
                    <a:pt x="39" y="1"/>
                  </a:cubicBezTo>
                  <a:cubicBezTo>
                    <a:pt x="39" y="5"/>
                    <a:pt x="27" y="2"/>
                    <a:pt x="27" y="14"/>
                  </a:cubicBezTo>
                  <a:cubicBezTo>
                    <a:pt x="27" y="49"/>
                    <a:pt x="27" y="49"/>
                    <a:pt x="27" y="49"/>
                  </a:cubicBezTo>
                  <a:cubicBezTo>
                    <a:pt x="27" y="52"/>
                    <a:pt x="27" y="52"/>
                    <a:pt x="30" y="52"/>
                  </a:cubicBezTo>
                  <a:cubicBezTo>
                    <a:pt x="90" y="52"/>
                    <a:pt x="90" y="52"/>
                    <a:pt x="90" y="52"/>
                  </a:cubicBezTo>
                  <a:cubicBezTo>
                    <a:pt x="91" y="52"/>
                    <a:pt x="91" y="48"/>
                    <a:pt x="91" y="47"/>
                  </a:cubicBezTo>
                  <a:cubicBezTo>
                    <a:pt x="91" y="14"/>
                    <a:pt x="91" y="14"/>
                    <a:pt x="91" y="14"/>
                  </a:cubicBezTo>
                  <a:cubicBezTo>
                    <a:pt x="91" y="3"/>
                    <a:pt x="79" y="5"/>
                    <a:pt x="79" y="2"/>
                  </a:cubicBezTo>
                  <a:cubicBezTo>
                    <a:pt x="79" y="1"/>
                    <a:pt x="79" y="0"/>
                    <a:pt x="82" y="0"/>
                  </a:cubicBezTo>
                  <a:cubicBezTo>
                    <a:pt x="87" y="0"/>
                    <a:pt x="96" y="0"/>
                    <a:pt x="99" y="0"/>
                  </a:cubicBezTo>
                  <a:cubicBezTo>
                    <a:pt x="105" y="0"/>
                    <a:pt x="107" y="0"/>
                    <a:pt x="110" y="0"/>
                  </a:cubicBezTo>
                  <a:cubicBezTo>
                    <a:pt x="115" y="0"/>
                    <a:pt x="115" y="1"/>
                    <a:pt x="115" y="2"/>
                  </a:cubicBezTo>
                  <a:cubicBezTo>
                    <a:pt x="115" y="5"/>
                    <a:pt x="104" y="3"/>
                    <a:pt x="104" y="14"/>
                  </a:cubicBezTo>
                  <a:cubicBezTo>
                    <a:pt x="104" y="101"/>
                    <a:pt x="104" y="101"/>
                    <a:pt x="104" y="101"/>
                  </a:cubicBezTo>
                  <a:cubicBezTo>
                    <a:pt x="104" y="113"/>
                    <a:pt x="119" y="110"/>
                    <a:pt x="119" y="114"/>
                  </a:cubicBezTo>
                  <a:cubicBezTo>
                    <a:pt x="119" y="114"/>
                    <a:pt x="118" y="116"/>
                    <a:pt x="117" y="116"/>
                  </a:cubicBezTo>
                  <a:cubicBezTo>
                    <a:pt x="113" y="116"/>
                    <a:pt x="108" y="115"/>
                    <a:pt x="102" y="115"/>
                  </a:cubicBezTo>
                  <a:cubicBezTo>
                    <a:pt x="91" y="115"/>
                    <a:pt x="87" y="116"/>
                    <a:pt x="84" y="116"/>
                  </a:cubicBezTo>
                  <a:cubicBezTo>
                    <a:pt x="82" y="116"/>
                    <a:pt x="80" y="116"/>
                    <a:pt x="80" y="114"/>
                  </a:cubicBezTo>
                  <a:cubicBezTo>
                    <a:pt x="80" y="110"/>
                    <a:pt x="91" y="112"/>
                    <a:pt x="91" y="102"/>
                  </a:cubicBezTo>
                  <a:cubicBezTo>
                    <a:pt x="91" y="62"/>
                    <a:pt x="91" y="62"/>
                    <a:pt x="91" y="62"/>
                  </a:cubicBezTo>
                  <a:cubicBezTo>
                    <a:pt x="91" y="60"/>
                    <a:pt x="92" y="58"/>
                    <a:pt x="90" y="58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27" y="58"/>
                    <a:pt x="27" y="59"/>
                    <a:pt x="27" y="61"/>
                  </a:cubicBezTo>
                  <a:cubicBezTo>
                    <a:pt x="27" y="102"/>
                    <a:pt x="27" y="102"/>
                    <a:pt x="27" y="102"/>
                  </a:cubicBezTo>
                  <a:cubicBezTo>
                    <a:pt x="27" y="113"/>
                    <a:pt x="43" y="109"/>
                    <a:pt x="43" y="114"/>
                  </a:cubicBezTo>
                  <a:cubicBezTo>
                    <a:pt x="43" y="115"/>
                    <a:pt x="42" y="116"/>
                    <a:pt x="40" y="116"/>
                  </a:cubicBezTo>
                  <a:cubicBezTo>
                    <a:pt x="38" y="116"/>
                    <a:pt x="26" y="115"/>
                    <a:pt x="18" y="115"/>
                  </a:cubicBezTo>
                  <a:cubicBezTo>
                    <a:pt x="6" y="115"/>
                    <a:pt x="4" y="116"/>
                    <a:pt x="4" y="116"/>
                  </a:cubicBezTo>
                  <a:cubicBezTo>
                    <a:pt x="2" y="116"/>
                    <a:pt x="2" y="115"/>
                    <a:pt x="2" y="113"/>
                  </a:cubicBezTo>
                  <a:cubicBezTo>
                    <a:pt x="2" y="108"/>
                    <a:pt x="15" y="114"/>
                    <a:pt x="15" y="98"/>
                  </a:cubicBezTo>
                  <a:lnTo>
                    <a:pt x="15" y="14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800" b="1">
                <a:solidFill>
                  <a:srgbClr val="000000"/>
                </a:solidFill>
              </a:endParaRPr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4428" y="1213"/>
              <a:ext cx="153" cy="164"/>
            </a:xfrm>
            <a:custGeom>
              <a:avLst/>
              <a:gdLst>
                <a:gd name="T0" fmla="*/ 152 w 111"/>
                <a:gd name="T1" fmla="*/ 0 h 119"/>
                <a:gd name="T2" fmla="*/ 267 w 111"/>
                <a:gd name="T3" fmla="*/ 34 h 119"/>
                <a:gd name="T4" fmla="*/ 277 w 111"/>
                <a:gd name="T5" fmla="*/ 29 h 119"/>
                <a:gd name="T6" fmla="*/ 285 w 111"/>
                <a:gd name="T7" fmla="*/ 65 h 119"/>
                <a:gd name="T8" fmla="*/ 283 w 111"/>
                <a:gd name="T9" fmla="*/ 102 h 119"/>
                <a:gd name="T10" fmla="*/ 272 w 111"/>
                <a:gd name="T11" fmla="*/ 85 h 119"/>
                <a:gd name="T12" fmla="*/ 160 w 111"/>
                <a:gd name="T13" fmla="*/ 14 h 119"/>
                <a:gd name="T14" fmla="*/ 36 w 111"/>
                <a:gd name="T15" fmla="*/ 150 h 119"/>
                <a:gd name="T16" fmla="*/ 161 w 111"/>
                <a:gd name="T17" fmla="*/ 298 h 119"/>
                <a:gd name="T18" fmla="*/ 277 w 111"/>
                <a:gd name="T19" fmla="*/ 236 h 119"/>
                <a:gd name="T20" fmla="*/ 283 w 111"/>
                <a:gd name="T21" fmla="*/ 230 h 119"/>
                <a:gd name="T22" fmla="*/ 289 w 111"/>
                <a:gd name="T23" fmla="*/ 236 h 119"/>
                <a:gd name="T24" fmla="*/ 277 w 111"/>
                <a:gd name="T25" fmla="*/ 277 h 119"/>
                <a:gd name="T26" fmla="*/ 150 w 111"/>
                <a:gd name="T27" fmla="*/ 311 h 119"/>
                <a:gd name="T28" fmla="*/ 0 w 111"/>
                <a:gd name="T29" fmla="*/ 161 h 119"/>
                <a:gd name="T30" fmla="*/ 152 w 111"/>
                <a:gd name="T31" fmla="*/ 0 h 11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11" h="119">
                  <a:moveTo>
                    <a:pt x="58" y="0"/>
                  </a:moveTo>
                  <a:cubicBezTo>
                    <a:pt x="89" y="0"/>
                    <a:pt x="98" y="13"/>
                    <a:pt x="102" y="13"/>
                  </a:cubicBezTo>
                  <a:cubicBezTo>
                    <a:pt x="104" y="13"/>
                    <a:pt x="105" y="11"/>
                    <a:pt x="106" y="11"/>
                  </a:cubicBezTo>
                  <a:cubicBezTo>
                    <a:pt x="108" y="11"/>
                    <a:pt x="108" y="14"/>
                    <a:pt x="109" y="25"/>
                  </a:cubicBezTo>
                  <a:cubicBezTo>
                    <a:pt x="109" y="33"/>
                    <a:pt x="111" y="39"/>
                    <a:pt x="108" y="39"/>
                  </a:cubicBezTo>
                  <a:cubicBezTo>
                    <a:pt x="106" y="39"/>
                    <a:pt x="105" y="34"/>
                    <a:pt x="104" y="33"/>
                  </a:cubicBezTo>
                  <a:cubicBezTo>
                    <a:pt x="94" y="16"/>
                    <a:pt x="82" y="5"/>
                    <a:pt x="61" y="5"/>
                  </a:cubicBezTo>
                  <a:cubicBezTo>
                    <a:pt x="29" y="5"/>
                    <a:pt x="14" y="26"/>
                    <a:pt x="14" y="57"/>
                  </a:cubicBezTo>
                  <a:cubicBezTo>
                    <a:pt x="14" y="85"/>
                    <a:pt x="30" y="114"/>
                    <a:pt x="62" y="114"/>
                  </a:cubicBezTo>
                  <a:cubicBezTo>
                    <a:pt x="87" y="114"/>
                    <a:pt x="103" y="97"/>
                    <a:pt x="106" y="90"/>
                  </a:cubicBezTo>
                  <a:cubicBezTo>
                    <a:pt x="106" y="89"/>
                    <a:pt x="107" y="88"/>
                    <a:pt x="108" y="88"/>
                  </a:cubicBezTo>
                  <a:cubicBezTo>
                    <a:pt x="109" y="88"/>
                    <a:pt x="110" y="89"/>
                    <a:pt x="110" y="90"/>
                  </a:cubicBezTo>
                  <a:cubicBezTo>
                    <a:pt x="106" y="106"/>
                    <a:pt x="106" y="106"/>
                    <a:pt x="106" y="106"/>
                  </a:cubicBezTo>
                  <a:cubicBezTo>
                    <a:pt x="106" y="107"/>
                    <a:pt x="94" y="119"/>
                    <a:pt x="57" y="119"/>
                  </a:cubicBezTo>
                  <a:cubicBezTo>
                    <a:pt x="24" y="119"/>
                    <a:pt x="0" y="96"/>
                    <a:pt x="0" y="62"/>
                  </a:cubicBezTo>
                  <a:cubicBezTo>
                    <a:pt x="0" y="28"/>
                    <a:pt x="24" y="0"/>
                    <a:pt x="58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800" b="1">
                <a:solidFill>
                  <a:srgbClr val="000000"/>
                </a:solidFill>
              </a:endParaRPr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592" y="1213"/>
              <a:ext cx="110" cy="164"/>
            </a:xfrm>
            <a:custGeom>
              <a:avLst/>
              <a:gdLst>
                <a:gd name="T0" fmla="*/ 0 w 79"/>
                <a:gd name="T1" fmla="*/ 234 h 119"/>
                <a:gd name="T2" fmla="*/ 6 w 79"/>
                <a:gd name="T3" fmla="*/ 221 h 119"/>
                <a:gd name="T4" fmla="*/ 14 w 79"/>
                <a:gd name="T5" fmla="*/ 234 h 119"/>
                <a:gd name="T6" fmla="*/ 109 w 79"/>
                <a:gd name="T7" fmla="*/ 298 h 119"/>
                <a:gd name="T8" fmla="*/ 188 w 79"/>
                <a:gd name="T9" fmla="*/ 230 h 119"/>
                <a:gd name="T10" fmla="*/ 11 w 79"/>
                <a:gd name="T11" fmla="*/ 81 h 119"/>
                <a:gd name="T12" fmla="*/ 109 w 79"/>
                <a:gd name="T13" fmla="*/ 0 h 119"/>
                <a:gd name="T14" fmla="*/ 184 w 79"/>
                <a:gd name="T15" fmla="*/ 15 h 119"/>
                <a:gd name="T16" fmla="*/ 192 w 79"/>
                <a:gd name="T17" fmla="*/ 11 h 119"/>
                <a:gd name="T18" fmla="*/ 198 w 79"/>
                <a:gd name="T19" fmla="*/ 19 h 119"/>
                <a:gd name="T20" fmla="*/ 206 w 79"/>
                <a:gd name="T21" fmla="*/ 76 h 119"/>
                <a:gd name="T22" fmla="*/ 199 w 79"/>
                <a:gd name="T23" fmla="*/ 81 h 119"/>
                <a:gd name="T24" fmla="*/ 188 w 79"/>
                <a:gd name="T25" fmla="*/ 69 h 119"/>
                <a:gd name="T26" fmla="*/ 104 w 79"/>
                <a:gd name="T27" fmla="*/ 14 h 119"/>
                <a:gd name="T28" fmla="*/ 33 w 79"/>
                <a:gd name="T29" fmla="*/ 69 h 119"/>
                <a:gd name="T30" fmla="*/ 213 w 79"/>
                <a:gd name="T31" fmla="*/ 221 h 119"/>
                <a:gd name="T32" fmla="*/ 88 w 79"/>
                <a:gd name="T33" fmla="*/ 311 h 119"/>
                <a:gd name="T34" fmla="*/ 11 w 79"/>
                <a:gd name="T35" fmla="*/ 288 h 119"/>
                <a:gd name="T36" fmla="*/ 0 w 79"/>
                <a:gd name="T37" fmla="*/ 234 h 119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79" h="119">
                  <a:moveTo>
                    <a:pt x="0" y="89"/>
                  </a:moveTo>
                  <a:cubicBezTo>
                    <a:pt x="0" y="85"/>
                    <a:pt x="1" y="84"/>
                    <a:pt x="2" y="84"/>
                  </a:cubicBezTo>
                  <a:cubicBezTo>
                    <a:pt x="4" y="84"/>
                    <a:pt x="4" y="86"/>
                    <a:pt x="5" y="89"/>
                  </a:cubicBezTo>
                  <a:cubicBezTo>
                    <a:pt x="7" y="97"/>
                    <a:pt x="17" y="114"/>
                    <a:pt x="40" y="114"/>
                  </a:cubicBezTo>
                  <a:cubicBezTo>
                    <a:pt x="55" y="114"/>
                    <a:pt x="70" y="105"/>
                    <a:pt x="70" y="88"/>
                  </a:cubicBezTo>
                  <a:cubicBezTo>
                    <a:pt x="70" y="56"/>
                    <a:pt x="4" y="74"/>
                    <a:pt x="4" y="31"/>
                  </a:cubicBezTo>
                  <a:cubicBezTo>
                    <a:pt x="4" y="10"/>
                    <a:pt x="21" y="0"/>
                    <a:pt x="40" y="0"/>
                  </a:cubicBezTo>
                  <a:cubicBezTo>
                    <a:pt x="60" y="0"/>
                    <a:pt x="66" y="6"/>
                    <a:pt x="68" y="6"/>
                  </a:cubicBezTo>
                  <a:cubicBezTo>
                    <a:pt x="69" y="6"/>
                    <a:pt x="70" y="4"/>
                    <a:pt x="71" y="4"/>
                  </a:cubicBezTo>
                  <a:cubicBezTo>
                    <a:pt x="72" y="4"/>
                    <a:pt x="73" y="5"/>
                    <a:pt x="73" y="7"/>
                  </a:cubicBezTo>
                  <a:cubicBezTo>
                    <a:pt x="76" y="29"/>
                    <a:pt x="76" y="29"/>
                    <a:pt x="76" y="29"/>
                  </a:cubicBezTo>
                  <a:cubicBezTo>
                    <a:pt x="76" y="30"/>
                    <a:pt x="76" y="31"/>
                    <a:pt x="74" y="31"/>
                  </a:cubicBezTo>
                  <a:cubicBezTo>
                    <a:pt x="72" y="31"/>
                    <a:pt x="71" y="28"/>
                    <a:pt x="70" y="26"/>
                  </a:cubicBezTo>
                  <a:cubicBezTo>
                    <a:pt x="66" y="12"/>
                    <a:pt x="54" y="5"/>
                    <a:pt x="39" y="5"/>
                  </a:cubicBezTo>
                  <a:cubicBezTo>
                    <a:pt x="26" y="5"/>
                    <a:pt x="12" y="11"/>
                    <a:pt x="12" y="26"/>
                  </a:cubicBezTo>
                  <a:cubicBezTo>
                    <a:pt x="12" y="57"/>
                    <a:pt x="79" y="39"/>
                    <a:pt x="79" y="84"/>
                  </a:cubicBezTo>
                  <a:cubicBezTo>
                    <a:pt x="79" y="98"/>
                    <a:pt x="69" y="119"/>
                    <a:pt x="32" y="119"/>
                  </a:cubicBezTo>
                  <a:cubicBezTo>
                    <a:pt x="20" y="119"/>
                    <a:pt x="5" y="113"/>
                    <a:pt x="4" y="110"/>
                  </a:cubicBezTo>
                  <a:lnTo>
                    <a:pt x="0" y="8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800" b="1">
                <a:solidFill>
                  <a:srgbClr val="000000"/>
                </a:solidFill>
              </a:endParaRPr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718" y="1213"/>
              <a:ext cx="154" cy="164"/>
            </a:xfrm>
            <a:custGeom>
              <a:avLst/>
              <a:gdLst>
                <a:gd name="T0" fmla="*/ 158 w 111"/>
                <a:gd name="T1" fmla="*/ 0 h 119"/>
                <a:gd name="T2" fmla="*/ 275 w 111"/>
                <a:gd name="T3" fmla="*/ 34 h 119"/>
                <a:gd name="T4" fmla="*/ 284 w 111"/>
                <a:gd name="T5" fmla="*/ 29 h 119"/>
                <a:gd name="T6" fmla="*/ 290 w 111"/>
                <a:gd name="T7" fmla="*/ 65 h 119"/>
                <a:gd name="T8" fmla="*/ 289 w 111"/>
                <a:gd name="T9" fmla="*/ 102 h 119"/>
                <a:gd name="T10" fmla="*/ 277 w 111"/>
                <a:gd name="T11" fmla="*/ 85 h 119"/>
                <a:gd name="T12" fmla="*/ 164 w 111"/>
                <a:gd name="T13" fmla="*/ 14 h 119"/>
                <a:gd name="T14" fmla="*/ 36 w 111"/>
                <a:gd name="T15" fmla="*/ 150 h 119"/>
                <a:gd name="T16" fmla="*/ 165 w 111"/>
                <a:gd name="T17" fmla="*/ 298 h 119"/>
                <a:gd name="T18" fmla="*/ 283 w 111"/>
                <a:gd name="T19" fmla="*/ 236 h 119"/>
                <a:gd name="T20" fmla="*/ 289 w 111"/>
                <a:gd name="T21" fmla="*/ 230 h 119"/>
                <a:gd name="T22" fmla="*/ 294 w 111"/>
                <a:gd name="T23" fmla="*/ 236 h 119"/>
                <a:gd name="T24" fmla="*/ 283 w 111"/>
                <a:gd name="T25" fmla="*/ 277 h 119"/>
                <a:gd name="T26" fmla="*/ 153 w 111"/>
                <a:gd name="T27" fmla="*/ 311 h 119"/>
                <a:gd name="T28" fmla="*/ 0 w 111"/>
                <a:gd name="T29" fmla="*/ 161 h 119"/>
                <a:gd name="T30" fmla="*/ 158 w 111"/>
                <a:gd name="T31" fmla="*/ 0 h 11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11" h="119">
                  <a:moveTo>
                    <a:pt x="59" y="0"/>
                  </a:moveTo>
                  <a:cubicBezTo>
                    <a:pt x="89" y="0"/>
                    <a:pt x="98" y="13"/>
                    <a:pt x="103" y="13"/>
                  </a:cubicBezTo>
                  <a:cubicBezTo>
                    <a:pt x="104" y="13"/>
                    <a:pt x="105" y="11"/>
                    <a:pt x="107" y="11"/>
                  </a:cubicBezTo>
                  <a:cubicBezTo>
                    <a:pt x="108" y="11"/>
                    <a:pt x="108" y="14"/>
                    <a:pt x="109" y="25"/>
                  </a:cubicBezTo>
                  <a:cubicBezTo>
                    <a:pt x="109" y="33"/>
                    <a:pt x="111" y="39"/>
                    <a:pt x="108" y="39"/>
                  </a:cubicBezTo>
                  <a:cubicBezTo>
                    <a:pt x="106" y="39"/>
                    <a:pt x="105" y="34"/>
                    <a:pt x="104" y="33"/>
                  </a:cubicBezTo>
                  <a:cubicBezTo>
                    <a:pt x="94" y="16"/>
                    <a:pt x="82" y="5"/>
                    <a:pt x="61" y="5"/>
                  </a:cubicBezTo>
                  <a:cubicBezTo>
                    <a:pt x="29" y="5"/>
                    <a:pt x="14" y="26"/>
                    <a:pt x="14" y="57"/>
                  </a:cubicBezTo>
                  <a:cubicBezTo>
                    <a:pt x="14" y="85"/>
                    <a:pt x="30" y="114"/>
                    <a:pt x="62" y="114"/>
                  </a:cubicBezTo>
                  <a:cubicBezTo>
                    <a:pt x="88" y="114"/>
                    <a:pt x="104" y="97"/>
                    <a:pt x="106" y="90"/>
                  </a:cubicBezTo>
                  <a:cubicBezTo>
                    <a:pt x="106" y="89"/>
                    <a:pt x="107" y="88"/>
                    <a:pt x="108" y="88"/>
                  </a:cubicBezTo>
                  <a:cubicBezTo>
                    <a:pt x="109" y="88"/>
                    <a:pt x="110" y="89"/>
                    <a:pt x="110" y="90"/>
                  </a:cubicBezTo>
                  <a:cubicBezTo>
                    <a:pt x="106" y="106"/>
                    <a:pt x="106" y="106"/>
                    <a:pt x="106" y="106"/>
                  </a:cubicBezTo>
                  <a:cubicBezTo>
                    <a:pt x="106" y="107"/>
                    <a:pt x="94" y="119"/>
                    <a:pt x="57" y="119"/>
                  </a:cubicBezTo>
                  <a:cubicBezTo>
                    <a:pt x="24" y="119"/>
                    <a:pt x="0" y="96"/>
                    <a:pt x="0" y="62"/>
                  </a:cubicBezTo>
                  <a:cubicBezTo>
                    <a:pt x="0" y="28"/>
                    <a:pt x="24" y="0"/>
                    <a:pt x="59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800" b="1">
                <a:solidFill>
                  <a:srgbClr val="000000"/>
                </a:solidFill>
              </a:endParaRPr>
            </a:p>
          </p:txBody>
        </p:sp>
      </p:grpSp>
      <p:sp>
        <p:nvSpPr>
          <p:cNvPr id="15" name="Rectangle 35"/>
          <p:cNvSpPr>
            <a:spLocks noGrp="1"/>
          </p:cNvSpPr>
          <p:nvPr>
            <p:ph type="subTitle" idx="1"/>
          </p:nvPr>
        </p:nvSpPr>
        <p:spPr>
          <a:xfrm>
            <a:off x="1524001" y="3689351"/>
            <a:ext cx="5484284" cy="282129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6" name="Text Placeholder 11"/>
          <p:cNvSpPr>
            <a:spLocks noGrp="1"/>
          </p:cNvSpPr>
          <p:nvPr>
            <p:ph type="body" sz="quarter" idx="11"/>
          </p:nvPr>
        </p:nvSpPr>
        <p:spPr>
          <a:xfrm>
            <a:off x="1549401" y="4176329"/>
            <a:ext cx="5507616" cy="169277"/>
          </a:xfrm>
        </p:spPr>
        <p:txBody>
          <a:bodyPr/>
          <a:lstStyle>
            <a:lvl1pPr marL="0" indent="0">
              <a:buNone/>
              <a:defRPr sz="110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2" hasCustomPrompt="1"/>
          </p:nvPr>
        </p:nvSpPr>
        <p:spPr>
          <a:xfrm>
            <a:off x="1520755" y="2721230"/>
            <a:ext cx="7724845" cy="731520"/>
          </a:xfrm>
        </p:spPr>
        <p:txBody>
          <a:bodyPr/>
          <a:lstStyle>
            <a:lvl1pPr marL="0" indent="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lang="en-US" sz="2800" b="1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865025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Prefa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04800" y="139700"/>
            <a:ext cx="7315200" cy="1066800"/>
          </a:xfrm>
        </p:spPr>
        <p:txBody>
          <a:bodyPr/>
          <a:lstStyle/>
          <a:p>
            <a:r>
              <a:rPr lang="en-GB"/>
              <a:t>Preface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marL="0" indent="0">
              <a:buNone/>
              <a:defRPr sz="1200"/>
            </a:lvl1pPr>
            <a:lvl2pPr marL="628650" indent="-171450">
              <a:buFont typeface="Wingdings" pitchFamily="2" charset="2"/>
              <a:buChar char="§"/>
              <a:defRPr sz="1200"/>
            </a:lvl2pPr>
            <a:lvl4pPr marL="1371600" indent="0">
              <a:buNone/>
              <a:defRPr/>
            </a:lvl4pPr>
          </a:lstStyle>
          <a:p>
            <a:r>
              <a:rPr lang="en-US"/>
              <a:t>We are pleased to present this proposal to assist [Client] in ...</a:t>
            </a:r>
          </a:p>
          <a:p>
            <a:r>
              <a:rPr lang="en-US"/>
              <a:t>We believe Deloitte is the right partner because we can offer these elements that are critical for your success</a:t>
            </a:r>
          </a:p>
          <a:p>
            <a:pPr lvl="1"/>
            <a:r>
              <a:rPr lang="en-US"/>
              <a:t>Unique selling point # one</a:t>
            </a:r>
          </a:p>
          <a:p>
            <a:pPr lvl="1"/>
            <a:r>
              <a:rPr lang="en-US"/>
              <a:t>Unique selling point # two</a:t>
            </a:r>
          </a:p>
          <a:p>
            <a:pPr lvl="1"/>
            <a:r>
              <a:rPr lang="en-US"/>
              <a:t>Unique selling point # three</a:t>
            </a:r>
          </a:p>
          <a:p>
            <a:r>
              <a:rPr lang="en-US"/>
              <a:t>This document describes our proposed approach and is based on the following information</a:t>
            </a:r>
          </a:p>
          <a:p>
            <a:pPr lvl="1"/>
            <a:r>
              <a:rPr lang="en-US"/>
              <a:t>Interviews with ... on ...</a:t>
            </a:r>
          </a:p>
          <a:p>
            <a:pPr lvl="1"/>
            <a:r>
              <a:rPr lang="en-US"/>
              <a:t>Documentation on ... received from ...</a:t>
            </a:r>
          </a:p>
          <a:p>
            <a:pPr lvl="1"/>
            <a:r>
              <a:rPr lang="en-US"/>
              <a:t>Our experience in ...</a:t>
            </a:r>
          </a:p>
          <a:p>
            <a:pPr lvl="1"/>
            <a:r>
              <a:rPr lang="en-US"/>
              <a:t>Deloitte’s methodology for ...</a:t>
            </a:r>
          </a:p>
          <a:p>
            <a:r>
              <a:rPr lang="en-US"/>
              <a:t>This document is an appendix to our engagement letter [number] dated [date]</a:t>
            </a:r>
          </a:p>
          <a:p>
            <a:pPr lvl="0"/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sz="800"/>
            </a:lvl1pPr>
          </a:lstStyle>
          <a:p>
            <a:pPr>
              <a:defRPr/>
            </a:pPr>
            <a:fld id="{393DCDD9-1696-4237-A64D-49DB7E28D823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321748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Contents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buNone/>
              <a:defRPr sz="1200"/>
            </a:lvl1pPr>
            <a:lvl2pPr marL="628650" indent="-171450">
              <a:buFont typeface="Wingdings" pitchFamily="2" charset="2"/>
              <a:buChar char="§"/>
              <a:defRPr sz="1200"/>
            </a:lvl2pPr>
            <a:lvl4pPr marL="1371600" indent="0">
              <a:buNone/>
              <a:defRPr/>
            </a:lvl4pPr>
          </a:lstStyle>
          <a:p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sz="800"/>
            </a:lvl1pPr>
          </a:lstStyle>
          <a:p>
            <a:pPr>
              <a:defRPr/>
            </a:pPr>
            <a:fld id="{393DCDD9-1696-4237-A64D-49DB7E28D823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430765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ub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sz="800"/>
            </a:lvl1pPr>
          </a:lstStyle>
          <a:p>
            <a:pPr>
              <a:defRPr/>
            </a:pPr>
            <a:fld id="{393DCDD9-1696-4237-A64D-49DB7E28D823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430743" y="1600200"/>
            <a:ext cx="11330516" cy="4572000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1" hasCustomPrompt="1"/>
          </p:nvPr>
        </p:nvSpPr>
        <p:spPr>
          <a:xfrm>
            <a:off x="430743" y="1228499"/>
            <a:ext cx="11330516" cy="374670"/>
          </a:xfrm>
        </p:spPr>
        <p:txBody>
          <a:bodyPr/>
          <a:lstStyle>
            <a:lvl1pPr marL="0" indent="0">
              <a:buNone/>
              <a:defRPr sz="1600" baseline="0"/>
            </a:lvl1pPr>
          </a:lstStyle>
          <a:p>
            <a:r>
              <a:rPr lang="en-US"/>
              <a:t>Optional Subtitle</a:t>
            </a:r>
          </a:p>
        </p:txBody>
      </p:sp>
    </p:spTree>
    <p:extLst>
      <p:ext uri="{BB962C8B-B14F-4D97-AF65-F5344CB8AC3E}">
        <p14:creationId xmlns:p14="http://schemas.microsoft.com/office/powerpoint/2010/main" val="123993305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sz="800"/>
            </a:lvl1pPr>
          </a:lstStyle>
          <a:p>
            <a:pPr>
              <a:defRPr/>
            </a:pPr>
            <a:fld id="{D3121199-DFD7-4FD5-9233-6C81EE725171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15"/>
          <p:cNvSpPr>
            <a:spLocks noGrp="1"/>
          </p:cNvSpPr>
          <p:nvPr>
            <p:ph type="ctrTitle"/>
          </p:nvPr>
        </p:nvSpPr>
        <p:spPr bwMode="gray">
          <a:xfrm>
            <a:off x="548640" y="3190951"/>
            <a:ext cx="9611360" cy="313932"/>
          </a:xfrm>
        </p:spPr>
        <p:txBody>
          <a:bodyPr lIns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Rectangle 16"/>
          <p:cNvSpPr>
            <a:spLocks noGrp="1"/>
          </p:cNvSpPr>
          <p:nvPr>
            <p:ph type="subTitle" idx="1" hasCustomPrompt="1"/>
          </p:nvPr>
        </p:nvSpPr>
        <p:spPr bwMode="gray">
          <a:xfrm>
            <a:off x="548640" y="3694176"/>
            <a:ext cx="5766816" cy="276999"/>
          </a:xfrm>
        </p:spPr>
        <p:txBody>
          <a:bodyPr lIns="0"/>
          <a:lstStyle>
            <a:lvl1pPr marL="0" indent="0">
              <a:buNone/>
              <a:defRPr sz="1800"/>
            </a:lvl1pPr>
          </a:lstStyle>
          <a:p>
            <a:r>
              <a:rPr lang="en-US"/>
              <a:t>Subtitle — Arial Bold 18pt</a:t>
            </a:r>
          </a:p>
        </p:txBody>
      </p:sp>
    </p:spTree>
    <p:extLst>
      <p:ext uri="{BB962C8B-B14F-4D97-AF65-F5344CB8AC3E}">
        <p14:creationId xmlns:p14="http://schemas.microsoft.com/office/powerpoint/2010/main" val="19546186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4"/>
          <p:cNvSpPr txBox="1">
            <a:spLocks/>
          </p:cNvSpPr>
          <p:nvPr userDrawn="1"/>
        </p:nvSpPr>
        <p:spPr>
          <a:xfrm>
            <a:off x="11234527" y="6679279"/>
            <a:ext cx="533400" cy="12812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r" defTabSz="914271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35" algn="l" defTabSz="91427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71" algn="l" defTabSz="91427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06" algn="l" defTabSz="91427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41" algn="l" defTabSz="91427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677" algn="l" defTabSz="91427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812" algn="l" defTabSz="91427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948" algn="l" defTabSz="91427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083" algn="l" defTabSz="91427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349534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 descr="Light downward diagonal"/>
          <p:cNvSpPr>
            <a:spLocks noChangeArrowheads="1"/>
          </p:cNvSpPr>
          <p:nvPr/>
        </p:nvSpPr>
        <p:spPr bwMode="auto">
          <a:xfrm rot="10800000" flipV="1">
            <a:off x="0" y="0"/>
            <a:ext cx="12192000" cy="6858000"/>
          </a:xfrm>
          <a:prstGeom prst="rect">
            <a:avLst/>
          </a:prstGeom>
          <a:pattFill prst="ltDnDiag">
            <a:fgClr>
              <a:srgbClr val="73A8CF"/>
            </a:fgClr>
            <a:bgClr>
              <a:srgbClr val="5494C4"/>
            </a:bgClr>
          </a:patt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800" b="1">
              <a:solidFill>
                <a:srgbClr val="000000"/>
              </a:solidFill>
            </a:endParaRPr>
          </a:p>
        </p:txBody>
      </p:sp>
      <p:sp>
        <p:nvSpPr>
          <p:cNvPr id="3" name="AutoShape 3"/>
          <p:cNvSpPr>
            <a:spLocks noChangeArrowheads="1"/>
          </p:cNvSpPr>
          <p:nvPr/>
        </p:nvSpPr>
        <p:spPr bwMode="auto">
          <a:xfrm>
            <a:off x="203200" y="152400"/>
            <a:ext cx="11785600" cy="6096000"/>
          </a:xfrm>
          <a:prstGeom prst="roundRect">
            <a:avLst>
              <a:gd name="adj" fmla="val 4583"/>
            </a:avLst>
          </a:prstGeom>
          <a:solidFill>
            <a:schemeClr val="bg1"/>
          </a:solidFill>
          <a:ln w="9525">
            <a:solidFill>
              <a:srgbClr val="356F9B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800" b="1">
              <a:solidFill>
                <a:srgbClr val="000000"/>
              </a:solidFill>
            </a:endParaRP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218018" y="5981700"/>
            <a:ext cx="11762316" cy="6985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800" b="1">
              <a:solidFill>
                <a:srgbClr val="000000"/>
              </a:solidFill>
            </a:endParaRPr>
          </a:p>
        </p:txBody>
      </p:sp>
      <p:pic>
        <p:nvPicPr>
          <p:cNvPr id="5" name="Picture 5" descr="ppt_design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/>
          <a:stretch>
            <a:fillRect/>
          </a:stretch>
        </p:blipFill>
        <p:spPr bwMode="auto">
          <a:xfrm>
            <a:off x="254000" y="1301750"/>
            <a:ext cx="11684000" cy="534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Group 6"/>
          <p:cNvGrpSpPr>
            <a:grpSpLocks/>
          </p:cNvGrpSpPr>
          <p:nvPr/>
        </p:nvGrpSpPr>
        <p:grpSpPr bwMode="auto">
          <a:xfrm>
            <a:off x="10126133" y="5943600"/>
            <a:ext cx="1625600" cy="509588"/>
            <a:chOff x="4176" y="1056"/>
            <a:chExt cx="768" cy="321"/>
          </a:xfrm>
        </p:grpSpPr>
        <p:sp>
          <p:nvSpPr>
            <p:cNvPr id="7" name="AutoShape 7"/>
            <p:cNvSpPr>
              <a:spLocks noChangeAspect="1" noChangeArrowheads="1" noTextEdit="1"/>
            </p:cNvSpPr>
            <p:nvPr userDrawn="1"/>
          </p:nvSpPr>
          <p:spPr bwMode="auto">
            <a:xfrm>
              <a:off x="4176" y="1060"/>
              <a:ext cx="767" cy="3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800" b="1">
                <a:solidFill>
                  <a:srgbClr val="000000"/>
                </a:solidFill>
              </a:endParaRPr>
            </a:p>
          </p:txBody>
        </p:sp>
        <p:sp>
          <p:nvSpPr>
            <p:cNvPr id="8" name="Freeform 8"/>
            <p:cNvSpPr>
              <a:spLocks/>
            </p:cNvSpPr>
            <p:nvPr userDrawn="1"/>
          </p:nvSpPr>
          <p:spPr bwMode="auto">
            <a:xfrm>
              <a:off x="4176" y="1056"/>
              <a:ext cx="510" cy="177"/>
            </a:xfrm>
            <a:custGeom>
              <a:avLst/>
              <a:gdLst>
                <a:gd name="T0" fmla="*/ 435 w 367"/>
                <a:gd name="T1" fmla="*/ 82 h 128"/>
                <a:gd name="T2" fmla="*/ 743 w 367"/>
                <a:gd name="T3" fmla="*/ 19 h 128"/>
                <a:gd name="T4" fmla="*/ 985 w 367"/>
                <a:gd name="T5" fmla="*/ 36 h 128"/>
                <a:gd name="T6" fmla="*/ 680 w 367"/>
                <a:gd name="T7" fmla="*/ 6 h 128"/>
                <a:gd name="T8" fmla="*/ 0 w 367"/>
                <a:gd name="T9" fmla="*/ 339 h 128"/>
                <a:gd name="T10" fmla="*/ 435 w 367"/>
                <a:gd name="T11" fmla="*/ 82 h 12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67" h="128">
                  <a:moveTo>
                    <a:pt x="162" y="31"/>
                  </a:moveTo>
                  <a:cubicBezTo>
                    <a:pt x="198" y="18"/>
                    <a:pt x="236" y="9"/>
                    <a:pt x="277" y="7"/>
                  </a:cubicBezTo>
                  <a:cubicBezTo>
                    <a:pt x="308" y="6"/>
                    <a:pt x="338" y="8"/>
                    <a:pt x="367" y="14"/>
                  </a:cubicBezTo>
                  <a:cubicBezTo>
                    <a:pt x="332" y="4"/>
                    <a:pt x="293" y="0"/>
                    <a:pt x="253" y="2"/>
                  </a:cubicBezTo>
                  <a:cubicBezTo>
                    <a:pt x="142" y="8"/>
                    <a:pt x="47" y="58"/>
                    <a:pt x="0" y="128"/>
                  </a:cubicBezTo>
                  <a:cubicBezTo>
                    <a:pt x="43" y="84"/>
                    <a:pt x="99" y="50"/>
                    <a:pt x="162" y="3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800" b="1">
                <a:solidFill>
                  <a:srgbClr val="000000"/>
                </a:solidFill>
              </a:endParaRPr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4411" y="1071"/>
              <a:ext cx="533" cy="141"/>
            </a:xfrm>
            <a:custGeom>
              <a:avLst/>
              <a:gdLst>
                <a:gd name="T0" fmla="*/ 559 w 384"/>
                <a:gd name="T1" fmla="*/ 70 h 101"/>
                <a:gd name="T2" fmla="*/ 239 w 384"/>
                <a:gd name="T3" fmla="*/ 49 h 101"/>
                <a:gd name="T4" fmla="*/ 0 w 384"/>
                <a:gd name="T5" fmla="*/ 98 h 101"/>
                <a:gd name="T6" fmla="*/ 303 w 384"/>
                <a:gd name="T7" fmla="*/ 28 h 101"/>
                <a:gd name="T8" fmla="*/ 1027 w 384"/>
                <a:gd name="T9" fmla="*/ 275 h 101"/>
                <a:gd name="T10" fmla="*/ 559 w 384"/>
                <a:gd name="T11" fmla="*/ 70 h 10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84" h="101">
                  <a:moveTo>
                    <a:pt x="209" y="26"/>
                  </a:moveTo>
                  <a:cubicBezTo>
                    <a:pt x="171" y="18"/>
                    <a:pt x="131" y="15"/>
                    <a:pt x="89" y="18"/>
                  </a:cubicBezTo>
                  <a:cubicBezTo>
                    <a:pt x="58" y="21"/>
                    <a:pt x="28" y="27"/>
                    <a:pt x="0" y="36"/>
                  </a:cubicBezTo>
                  <a:cubicBezTo>
                    <a:pt x="34" y="22"/>
                    <a:pt x="72" y="13"/>
                    <a:pt x="113" y="10"/>
                  </a:cubicBezTo>
                  <a:cubicBezTo>
                    <a:pt x="225" y="0"/>
                    <a:pt x="327" y="38"/>
                    <a:pt x="384" y="101"/>
                  </a:cubicBezTo>
                  <a:cubicBezTo>
                    <a:pt x="335" y="63"/>
                    <a:pt x="274" y="36"/>
                    <a:pt x="209" y="2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800" b="1">
                <a:solidFill>
                  <a:srgbClr val="000000"/>
                </a:solidFill>
              </a:endParaRPr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4250" y="1216"/>
              <a:ext cx="165" cy="160"/>
            </a:xfrm>
            <a:custGeom>
              <a:avLst/>
              <a:gdLst>
                <a:gd name="T0" fmla="*/ 40 w 119"/>
                <a:gd name="T1" fmla="*/ 36 h 116"/>
                <a:gd name="T2" fmla="*/ 0 w 119"/>
                <a:gd name="T3" fmla="*/ 6 h 116"/>
                <a:gd name="T4" fmla="*/ 8 w 119"/>
                <a:gd name="T5" fmla="*/ 0 h 116"/>
                <a:gd name="T6" fmla="*/ 55 w 119"/>
                <a:gd name="T7" fmla="*/ 0 h 116"/>
                <a:gd name="T8" fmla="*/ 96 w 119"/>
                <a:gd name="T9" fmla="*/ 0 h 116"/>
                <a:gd name="T10" fmla="*/ 104 w 119"/>
                <a:gd name="T11" fmla="*/ 1 h 116"/>
                <a:gd name="T12" fmla="*/ 71 w 119"/>
                <a:gd name="T13" fmla="*/ 36 h 116"/>
                <a:gd name="T14" fmla="*/ 71 w 119"/>
                <a:gd name="T15" fmla="*/ 130 h 116"/>
                <a:gd name="T16" fmla="*/ 80 w 119"/>
                <a:gd name="T17" fmla="*/ 137 h 116"/>
                <a:gd name="T18" fmla="*/ 240 w 119"/>
                <a:gd name="T19" fmla="*/ 137 h 116"/>
                <a:gd name="T20" fmla="*/ 243 w 119"/>
                <a:gd name="T21" fmla="*/ 124 h 116"/>
                <a:gd name="T22" fmla="*/ 243 w 119"/>
                <a:gd name="T23" fmla="*/ 36 h 116"/>
                <a:gd name="T24" fmla="*/ 212 w 119"/>
                <a:gd name="T25" fmla="*/ 6 h 116"/>
                <a:gd name="T26" fmla="*/ 219 w 119"/>
                <a:gd name="T27" fmla="*/ 0 h 116"/>
                <a:gd name="T28" fmla="*/ 263 w 119"/>
                <a:gd name="T29" fmla="*/ 0 h 116"/>
                <a:gd name="T30" fmla="*/ 294 w 119"/>
                <a:gd name="T31" fmla="*/ 0 h 116"/>
                <a:gd name="T32" fmla="*/ 305 w 119"/>
                <a:gd name="T33" fmla="*/ 6 h 116"/>
                <a:gd name="T34" fmla="*/ 277 w 119"/>
                <a:gd name="T35" fmla="*/ 36 h 116"/>
                <a:gd name="T36" fmla="*/ 277 w 119"/>
                <a:gd name="T37" fmla="*/ 265 h 116"/>
                <a:gd name="T38" fmla="*/ 318 w 119"/>
                <a:gd name="T39" fmla="*/ 299 h 116"/>
                <a:gd name="T40" fmla="*/ 312 w 119"/>
                <a:gd name="T41" fmla="*/ 305 h 116"/>
                <a:gd name="T42" fmla="*/ 272 w 119"/>
                <a:gd name="T43" fmla="*/ 302 h 116"/>
                <a:gd name="T44" fmla="*/ 223 w 119"/>
                <a:gd name="T45" fmla="*/ 305 h 116"/>
                <a:gd name="T46" fmla="*/ 214 w 119"/>
                <a:gd name="T47" fmla="*/ 299 h 116"/>
                <a:gd name="T48" fmla="*/ 243 w 119"/>
                <a:gd name="T49" fmla="*/ 268 h 116"/>
                <a:gd name="T50" fmla="*/ 243 w 119"/>
                <a:gd name="T51" fmla="*/ 164 h 116"/>
                <a:gd name="T52" fmla="*/ 240 w 119"/>
                <a:gd name="T53" fmla="*/ 152 h 116"/>
                <a:gd name="T54" fmla="*/ 76 w 119"/>
                <a:gd name="T55" fmla="*/ 152 h 116"/>
                <a:gd name="T56" fmla="*/ 71 w 119"/>
                <a:gd name="T57" fmla="*/ 160 h 116"/>
                <a:gd name="T58" fmla="*/ 71 w 119"/>
                <a:gd name="T59" fmla="*/ 268 h 116"/>
                <a:gd name="T60" fmla="*/ 115 w 119"/>
                <a:gd name="T61" fmla="*/ 299 h 116"/>
                <a:gd name="T62" fmla="*/ 105 w 119"/>
                <a:gd name="T63" fmla="*/ 305 h 116"/>
                <a:gd name="T64" fmla="*/ 49 w 119"/>
                <a:gd name="T65" fmla="*/ 302 h 116"/>
                <a:gd name="T66" fmla="*/ 11 w 119"/>
                <a:gd name="T67" fmla="*/ 305 h 116"/>
                <a:gd name="T68" fmla="*/ 6 w 119"/>
                <a:gd name="T69" fmla="*/ 297 h 116"/>
                <a:gd name="T70" fmla="*/ 40 w 119"/>
                <a:gd name="T71" fmla="*/ 257 h 116"/>
                <a:gd name="T72" fmla="*/ 40 w 119"/>
                <a:gd name="T73" fmla="*/ 36 h 11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119" h="116">
                  <a:moveTo>
                    <a:pt x="15" y="14"/>
                  </a:moveTo>
                  <a:cubicBezTo>
                    <a:pt x="14" y="2"/>
                    <a:pt x="0" y="5"/>
                    <a:pt x="0" y="2"/>
                  </a:cubicBezTo>
                  <a:cubicBezTo>
                    <a:pt x="0" y="0"/>
                    <a:pt x="2" y="0"/>
                    <a:pt x="3" y="0"/>
                  </a:cubicBezTo>
                  <a:cubicBezTo>
                    <a:pt x="9" y="0"/>
                    <a:pt x="15" y="0"/>
                    <a:pt x="21" y="0"/>
                  </a:cubicBezTo>
                  <a:cubicBezTo>
                    <a:pt x="26" y="0"/>
                    <a:pt x="31" y="0"/>
                    <a:pt x="36" y="0"/>
                  </a:cubicBezTo>
                  <a:cubicBezTo>
                    <a:pt x="39" y="0"/>
                    <a:pt x="39" y="1"/>
                    <a:pt x="39" y="1"/>
                  </a:cubicBezTo>
                  <a:cubicBezTo>
                    <a:pt x="39" y="5"/>
                    <a:pt x="27" y="2"/>
                    <a:pt x="27" y="14"/>
                  </a:cubicBezTo>
                  <a:cubicBezTo>
                    <a:pt x="27" y="49"/>
                    <a:pt x="27" y="49"/>
                    <a:pt x="27" y="49"/>
                  </a:cubicBezTo>
                  <a:cubicBezTo>
                    <a:pt x="27" y="52"/>
                    <a:pt x="27" y="52"/>
                    <a:pt x="30" y="52"/>
                  </a:cubicBezTo>
                  <a:cubicBezTo>
                    <a:pt x="90" y="52"/>
                    <a:pt x="90" y="52"/>
                    <a:pt x="90" y="52"/>
                  </a:cubicBezTo>
                  <a:cubicBezTo>
                    <a:pt x="91" y="52"/>
                    <a:pt x="91" y="48"/>
                    <a:pt x="91" y="47"/>
                  </a:cubicBezTo>
                  <a:cubicBezTo>
                    <a:pt x="91" y="14"/>
                    <a:pt x="91" y="14"/>
                    <a:pt x="91" y="14"/>
                  </a:cubicBezTo>
                  <a:cubicBezTo>
                    <a:pt x="91" y="3"/>
                    <a:pt x="79" y="5"/>
                    <a:pt x="79" y="2"/>
                  </a:cubicBezTo>
                  <a:cubicBezTo>
                    <a:pt x="79" y="1"/>
                    <a:pt x="79" y="0"/>
                    <a:pt x="82" y="0"/>
                  </a:cubicBezTo>
                  <a:cubicBezTo>
                    <a:pt x="87" y="0"/>
                    <a:pt x="96" y="0"/>
                    <a:pt x="99" y="0"/>
                  </a:cubicBezTo>
                  <a:cubicBezTo>
                    <a:pt x="105" y="0"/>
                    <a:pt x="107" y="0"/>
                    <a:pt x="110" y="0"/>
                  </a:cubicBezTo>
                  <a:cubicBezTo>
                    <a:pt x="115" y="0"/>
                    <a:pt x="115" y="1"/>
                    <a:pt x="115" y="2"/>
                  </a:cubicBezTo>
                  <a:cubicBezTo>
                    <a:pt x="115" y="5"/>
                    <a:pt x="104" y="3"/>
                    <a:pt x="104" y="14"/>
                  </a:cubicBezTo>
                  <a:cubicBezTo>
                    <a:pt x="104" y="101"/>
                    <a:pt x="104" y="101"/>
                    <a:pt x="104" y="101"/>
                  </a:cubicBezTo>
                  <a:cubicBezTo>
                    <a:pt x="104" y="113"/>
                    <a:pt x="119" y="110"/>
                    <a:pt x="119" y="114"/>
                  </a:cubicBezTo>
                  <a:cubicBezTo>
                    <a:pt x="119" y="114"/>
                    <a:pt x="118" y="116"/>
                    <a:pt x="117" y="116"/>
                  </a:cubicBezTo>
                  <a:cubicBezTo>
                    <a:pt x="113" y="116"/>
                    <a:pt x="108" y="115"/>
                    <a:pt x="102" y="115"/>
                  </a:cubicBezTo>
                  <a:cubicBezTo>
                    <a:pt x="91" y="115"/>
                    <a:pt x="87" y="116"/>
                    <a:pt x="84" y="116"/>
                  </a:cubicBezTo>
                  <a:cubicBezTo>
                    <a:pt x="82" y="116"/>
                    <a:pt x="80" y="116"/>
                    <a:pt x="80" y="114"/>
                  </a:cubicBezTo>
                  <a:cubicBezTo>
                    <a:pt x="80" y="110"/>
                    <a:pt x="91" y="112"/>
                    <a:pt x="91" y="102"/>
                  </a:cubicBezTo>
                  <a:cubicBezTo>
                    <a:pt x="91" y="62"/>
                    <a:pt x="91" y="62"/>
                    <a:pt x="91" y="62"/>
                  </a:cubicBezTo>
                  <a:cubicBezTo>
                    <a:pt x="91" y="60"/>
                    <a:pt x="92" y="58"/>
                    <a:pt x="90" y="58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27" y="58"/>
                    <a:pt x="27" y="59"/>
                    <a:pt x="27" y="61"/>
                  </a:cubicBezTo>
                  <a:cubicBezTo>
                    <a:pt x="27" y="102"/>
                    <a:pt x="27" y="102"/>
                    <a:pt x="27" y="102"/>
                  </a:cubicBezTo>
                  <a:cubicBezTo>
                    <a:pt x="27" y="113"/>
                    <a:pt x="43" y="109"/>
                    <a:pt x="43" y="114"/>
                  </a:cubicBezTo>
                  <a:cubicBezTo>
                    <a:pt x="43" y="115"/>
                    <a:pt x="42" y="116"/>
                    <a:pt x="40" y="116"/>
                  </a:cubicBezTo>
                  <a:cubicBezTo>
                    <a:pt x="38" y="116"/>
                    <a:pt x="26" y="115"/>
                    <a:pt x="18" y="115"/>
                  </a:cubicBezTo>
                  <a:cubicBezTo>
                    <a:pt x="6" y="115"/>
                    <a:pt x="4" y="116"/>
                    <a:pt x="4" y="116"/>
                  </a:cubicBezTo>
                  <a:cubicBezTo>
                    <a:pt x="2" y="116"/>
                    <a:pt x="2" y="115"/>
                    <a:pt x="2" y="113"/>
                  </a:cubicBezTo>
                  <a:cubicBezTo>
                    <a:pt x="2" y="108"/>
                    <a:pt x="15" y="114"/>
                    <a:pt x="15" y="98"/>
                  </a:cubicBezTo>
                  <a:lnTo>
                    <a:pt x="15" y="14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800" b="1">
                <a:solidFill>
                  <a:srgbClr val="000000"/>
                </a:solidFill>
              </a:endParaRPr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4428" y="1213"/>
              <a:ext cx="153" cy="164"/>
            </a:xfrm>
            <a:custGeom>
              <a:avLst/>
              <a:gdLst>
                <a:gd name="T0" fmla="*/ 152 w 111"/>
                <a:gd name="T1" fmla="*/ 0 h 119"/>
                <a:gd name="T2" fmla="*/ 267 w 111"/>
                <a:gd name="T3" fmla="*/ 34 h 119"/>
                <a:gd name="T4" fmla="*/ 277 w 111"/>
                <a:gd name="T5" fmla="*/ 29 h 119"/>
                <a:gd name="T6" fmla="*/ 285 w 111"/>
                <a:gd name="T7" fmla="*/ 65 h 119"/>
                <a:gd name="T8" fmla="*/ 283 w 111"/>
                <a:gd name="T9" fmla="*/ 102 h 119"/>
                <a:gd name="T10" fmla="*/ 272 w 111"/>
                <a:gd name="T11" fmla="*/ 85 h 119"/>
                <a:gd name="T12" fmla="*/ 160 w 111"/>
                <a:gd name="T13" fmla="*/ 14 h 119"/>
                <a:gd name="T14" fmla="*/ 36 w 111"/>
                <a:gd name="T15" fmla="*/ 150 h 119"/>
                <a:gd name="T16" fmla="*/ 161 w 111"/>
                <a:gd name="T17" fmla="*/ 298 h 119"/>
                <a:gd name="T18" fmla="*/ 277 w 111"/>
                <a:gd name="T19" fmla="*/ 236 h 119"/>
                <a:gd name="T20" fmla="*/ 283 w 111"/>
                <a:gd name="T21" fmla="*/ 230 h 119"/>
                <a:gd name="T22" fmla="*/ 289 w 111"/>
                <a:gd name="T23" fmla="*/ 236 h 119"/>
                <a:gd name="T24" fmla="*/ 277 w 111"/>
                <a:gd name="T25" fmla="*/ 277 h 119"/>
                <a:gd name="T26" fmla="*/ 150 w 111"/>
                <a:gd name="T27" fmla="*/ 311 h 119"/>
                <a:gd name="T28" fmla="*/ 0 w 111"/>
                <a:gd name="T29" fmla="*/ 161 h 119"/>
                <a:gd name="T30" fmla="*/ 152 w 111"/>
                <a:gd name="T31" fmla="*/ 0 h 11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11" h="119">
                  <a:moveTo>
                    <a:pt x="58" y="0"/>
                  </a:moveTo>
                  <a:cubicBezTo>
                    <a:pt x="89" y="0"/>
                    <a:pt x="98" y="13"/>
                    <a:pt x="102" y="13"/>
                  </a:cubicBezTo>
                  <a:cubicBezTo>
                    <a:pt x="104" y="13"/>
                    <a:pt x="105" y="11"/>
                    <a:pt x="106" y="11"/>
                  </a:cubicBezTo>
                  <a:cubicBezTo>
                    <a:pt x="108" y="11"/>
                    <a:pt x="108" y="14"/>
                    <a:pt x="109" y="25"/>
                  </a:cubicBezTo>
                  <a:cubicBezTo>
                    <a:pt x="109" y="33"/>
                    <a:pt x="111" y="39"/>
                    <a:pt x="108" y="39"/>
                  </a:cubicBezTo>
                  <a:cubicBezTo>
                    <a:pt x="106" y="39"/>
                    <a:pt x="105" y="34"/>
                    <a:pt x="104" y="33"/>
                  </a:cubicBezTo>
                  <a:cubicBezTo>
                    <a:pt x="94" y="16"/>
                    <a:pt x="82" y="5"/>
                    <a:pt x="61" y="5"/>
                  </a:cubicBezTo>
                  <a:cubicBezTo>
                    <a:pt x="29" y="5"/>
                    <a:pt x="14" y="26"/>
                    <a:pt x="14" y="57"/>
                  </a:cubicBezTo>
                  <a:cubicBezTo>
                    <a:pt x="14" y="85"/>
                    <a:pt x="30" y="114"/>
                    <a:pt x="62" y="114"/>
                  </a:cubicBezTo>
                  <a:cubicBezTo>
                    <a:pt x="87" y="114"/>
                    <a:pt x="103" y="97"/>
                    <a:pt x="106" y="90"/>
                  </a:cubicBezTo>
                  <a:cubicBezTo>
                    <a:pt x="106" y="89"/>
                    <a:pt x="107" y="88"/>
                    <a:pt x="108" y="88"/>
                  </a:cubicBezTo>
                  <a:cubicBezTo>
                    <a:pt x="109" y="88"/>
                    <a:pt x="110" y="89"/>
                    <a:pt x="110" y="90"/>
                  </a:cubicBezTo>
                  <a:cubicBezTo>
                    <a:pt x="106" y="106"/>
                    <a:pt x="106" y="106"/>
                    <a:pt x="106" y="106"/>
                  </a:cubicBezTo>
                  <a:cubicBezTo>
                    <a:pt x="106" y="107"/>
                    <a:pt x="94" y="119"/>
                    <a:pt x="57" y="119"/>
                  </a:cubicBezTo>
                  <a:cubicBezTo>
                    <a:pt x="24" y="119"/>
                    <a:pt x="0" y="96"/>
                    <a:pt x="0" y="62"/>
                  </a:cubicBezTo>
                  <a:cubicBezTo>
                    <a:pt x="0" y="28"/>
                    <a:pt x="24" y="0"/>
                    <a:pt x="58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800" b="1">
                <a:solidFill>
                  <a:srgbClr val="000000"/>
                </a:solidFill>
              </a:endParaRPr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592" y="1213"/>
              <a:ext cx="110" cy="164"/>
            </a:xfrm>
            <a:custGeom>
              <a:avLst/>
              <a:gdLst>
                <a:gd name="T0" fmla="*/ 0 w 79"/>
                <a:gd name="T1" fmla="*/ 234 h 119"/>
                <a:gd name="T2" fmla="*/ 6 w 79"/>
                <a:gd name="T3" fmla="*/ 221 h 119"/>
                <a:gd name="T4" fmla="*/ 14 w 79"/>
                <a:gd name="T5" fmla="*/ 234 h 119"/>
                <a:gd name="T6" fmla="*/ 109 w 79"/>
                <a:gd name="T7" fmla="*/ 298 h 119"/>
                <a:gd name="T8" fmla="*/ 188 w 79"/>
                <a:gd name="T9" fmla="*/ 230 h 119"/>
                <a:gd name="T10" fmla="*/ 11 w 79"/>
                <a:gd name="T11" fmla="*/ 81 h 119"/>
                <a:gd name="T12" fmla="*/ 109 w 79"/>
                <a:gd name="T13" fmla="*/ 0 h 119"/>
                <a:gd name="T14" fmla="*/ 184 w 79"/>
                <a:gd name="T15" fmla="*/ 15 h 119"/>
                <a:gd name="T16" fmla="*/ 192 w 79"/>
                <a:gd name="T17" fmla="*/ 11 h 119"/>
                <a:gd name="T18" fmla="*/ 198 w 79"/>
                <a:gd name="T19" fmla="*/ 19 h 119"/>
                <a:gd name="T20" fmla="*/ 206 w 79"/>
                <a:gd name="T21" fmla="*/ 76 h 119"/>
                <a:gd name="T22" fmla="*/ 199 w 79"/>
                <a:gd name="T23" fmla="*/ 81 h 119"/>
                <a:gd name="T24" fmla="*/ 188 w 79"/>
                <a:gd name="T25" fmla="*/ 69 h 119"/>
                <a:gd name="T26" fmla="*/ 104 w 79"/>
                <a:gd name="T27" fmla="*/ 14 h 119"/>
                <a:gd name="T28" fmla="*/ 33 w 79"/>
                <a:gd name="T29" fmla="*/ 69 h 119"/>
                <a:gd name="T30" fmla="*/ 213 w 79"/>
                <a:gd name="T31" fmla="*/ 221 h 119"/>
                <a:gd name="T32" fmla="*/ 88 w 79"/>
                <a:gd name="T33" fmla="*/ 311 h 119"/>
                <a:gd name="T34" fmla="*/ 11 w 79"/>
                <a:gd name="T35" fmla="*/ 288 h 119"/>
                <a:gd name="T36" fmla="*/ 0 w 79"/>
                <a:gd name="T37" fmla="*/ 234 h 119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79" h="119">
                  <a:moveTo>
                    <a:pt x="0" y="89"/>
                  </a:moveTo>
                  <a:cubicBezTo>
                    <a:pt x="0" y="85"/>
                    <a:pt x="1" y="84"/>
                    <a:pt x="2" y="84"/>
                  </a:cubicBezTo>
                  <a:cubicBezTo>
                    <a:pt x="4" y="84"/>
                    <a:pt x="4" y="86"/>
                    <a:pt x="5" y="89"/>
                  </a:cubicBezTo>
                  <a:cubicBezTo>
                    <a:pt x="7" y="97"/>
                    <a:pt x="17" y="114"/>
                    <a:pt x="40" y="114"/>
                  </a:cubicBezTo>
                  <a:cubicBezTo>
                    <a:pt x="55" y="114"/>
                    <a:pt x="70" y="105"/>
                    <a:pt x="70" y="88"/>
                  </a:cubicBezTo>
                  <a:cubicBezTo>
                    <a:pt x="70" y="56"/>
                    <a:pt x="4" y="74"/>
                    <a:pt x="4" y="31"/>
                  </a:cubicBezTo>
                  <a:cubicBezTo>
                    <a:pt x="4" y="10"/>
                    <a:pt x="21" y="0"/>
                    <a:pt x="40" y="0"/>
                  </a:cubicBezTo>
                  <a:cubicBezTo>
                    <a:pt x="60" y="0"/>
                    <a:pt x="66" y="6"/>
                    <a:pt x="68" y="6"/>
                  </a:cubicBezTo>
                  <a:cubicBezTo>
                    <a:pt x="69" y="6"/>
                    <a:pt x="70" y="4"/>
                    <a:pt x="71" y="4"/>
                  </a:cubicBezTo>
                  <a:cubicBezTo>
                    <a:pt x="72" y="4"/>
                    <a:pt x="73" y="5"/>
                    <a:pt x="73" y="7"/>
                  </a:cubicBezTo>
                  <a:cubicBezTo>
                    <a:pt x="76" y="29"/>
                    <a:pt x="76" y="29"/>
                    <a:pt x="76" y="29"/>
                  </a:cubicBezTo>
                  <a:cubicBezTo>
                    <a:pt x="76" y="30"/>
                    <a:pt x="76" y="31"/>
                    <a:pt x="74" y="31"/>
                  </a:cubicBezTo>
                  <a:cubicBezTo>
                    <a:pt x="72" y="31"/>
                    <a:pt x="71" y="28"/>
                    <a:pt x="70" y="26"/>
                  </a:cubicBezTo>
                  <a:cubicBezTo>
                    <a:pt x="66" y="12"/>
                    <a:pt x="54" y="5"/>
                    <a:pt x="39" y="5"/>
                  </a:cubicBezTo>
                  <a:cubicBezTo>
                    <a:pt x="26" y="5"/>
                    <a:pt x="12" y="11"/>
                    <a:pt x="12" y="26"/>
                  </a:cubicBezTo>
                  <a:cubicBezTo>
                    <a:pt x="12" y="57"/>
                    <a:pt x="79" y="39"/>
                    <a:pt x="79" y="84"/>
                  </a:cubicBezTo>
                  <a:cubicBezTo>
                    <a:pt x="79" y="98"/>
                    <a:pt x="69" y="119"/>
                    <a:pt x="32" y="119"/>
                  </a:cubicBezTo>
                  <a:cubicBezTo>
                    <a:pt x="20" y="119"/>
                    <a:pt x="5" y="113"/>
                    <a:pt x="4" y="110"/>
                  </a:cubicBezTo>
                  <a:lnTo>
                    <a:pt x="0" y="8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800" b="1">
                <a:solidFill>
                  <a:srgbClr val="000000"/>
                </a:solidFill>
              </a:endParaRPr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718" y="1213"/>
              <a:ext cx="154" cy="164"/>
            </a:xfrm>
            <a:custGeom>
              <a:avLst/>
              <a:gdLst>
                <a:gd name="T0" fmla="*/ 158 w 111"/>
                <a:gd name="T1" fmla="*/ 0 h 119"/>
                <a:gd name="T2" fmla="*/ 275 w 111"/>
                <a:gd name="T3" fmla="*/ 34 h 119"/>
                <a:gd name="T4" fmla="*/ 284 w 111"/>
                <a:gd name="T5" fmla="*/ 29 h 119"/>
                <a:gd name="T6" fmla="*/ 290 w 111"/>
                <a:gd name="T7" fmla="*/ 65 h 119"/>
                <a:gd name="T8" fmla="*/ 289 w 111"/>
                <a:gd name="T9" fmla="*/ 102 h 119"/>
                <a:gd name="T10" fmla="*/ 277 w 111"/>
                <a:gd name="T11" fmla="*/ 85 h 119"/>
                <a:gd name="T12" fmla="*/ 164 w 111"/>
                <a:gd name="T13" fmla="*/ 14 h 119"/>
                <a:gd name="T14" fmla="*/ 36 w 111"/>
                <a:gd name="T15" fmla="*/ 150 h 119"/>
                <a:gd name="T16" fmla="*/ 165 w 111"/>
                <a:gd name="T17" fmla="*/ 298 h 119"/>
                <a:gd name="T18" fmla="*/ 283 w 111"/>
                <a:gd name="T19" fmla="*/ 236 h 119"/>
                <a:gd name="T20" fmla="*/ 289 w 111"/>
                <a:gd name="T21" fmla="*/ 230 h 119"/>
                <a:gd name="T22" fmla="*/ 294 w 111"/>
                <a:gd name="T23" fmla="*/ 236 h 119"/>
                <a:gd name="T24" fmla="*/ 283 w 111"/>
                <a:gd name="T25" fmla="*/ 277 h 119"/>
                <a:gd name="T26" fmla="*/ 153 w 111"/>
                <a:gd name="T27" fmla="*/ 311 h 119"/>
                <a:gd name="T28" fmla="*/ 0 w 111"/>
                <a:gd name="T29" fmla="*/ 161 h 119"/>
                <a:gd name="T30" fmla="*/ 158 w 111"/>
                <a:gd name="T31" fmla="*/ 0 h 11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11" h="119">
                  <a:moveTo>
                    <a:pt x="59" y="0"/>
                  </a:moveTo>
                  <a:cubicBezTo>
                    <a:pt x="89" y="0"/>
                    <a:pt x="98" y="13"/>
                    <a:pt x="103" y="13"/>
                  </a:cubicBezTo>
                  <a:cubicBezTo>
                    <a:pt x="104" y="13"/>
                    <a:pt x="105" y="11"/>
                    <a:pt x="107" y="11"/>
                  </a:cubicBezTo>
                  <a:cubicBezTo>
                    <a:pt x="108" y="11"/>
                    <a:pt x="108" y="14"/>
                    <a:pt x="109" y="25"/>
                  </a:cubicBezTo>
                  <a:cubicBezTo>
                    <a:pt x="109" y="33"/>
                    <a:pt x="111" y="39"/>
                    <a:pt x="108" y="39"/>
                  </a:cubicBezTo>
                  <a:cubicBezTo>
                    <a:pt x="106" y="39"/>
                    <a:pt x="105" y="34"/>
                    <a:pt x="104" y="33"/>
                  </a:cubicBezTo>
                  <a:cubicBezTo>
                    <a:pt x="94" y="16"/>
                    <a:pt x="82" y="5"/>
                    <a:pt x="61" y="5"/>
                  </a:cubicBezTo>
                  <a:cubicBezTo>
                    <a:pt x="29" y="5"/>
                    <a:pt x="14" y="26"/>
                    <a:pt x="14" y="57"/>
                  </a:cubicBezTo>
                  <a:cubicBezTo>
                    <a:pt x="14" y="85"/>
                    <a:pt x="30" y="114"/>
                    <a:pt x="62" y="114"/>
                  </a:cubicBezTo>
                  <a:cubicBezTo>
                    <a:pt x="88" y="114"/>
                    <a:pt x="104" y="97"/>
                    <a:pt x="106" y="90"/>
                  </a:cubicBezTo>
                  <a:cubicBezTo>
                    <a:pt x="106" y="89"/>
                    <a:pt x="107" y="88"/>
                    <a:pt x="108" y="88"/>
                  </a:cubicBezTo>
                  <a:cubicBezTo>
                    <a:pt x="109" y="88"/>
                    <a:pt x="110" y="89"/>
                    <a:pt x="110" y="90"/>
                  </a:cubicBezTo>
                  <a:cubicBezTo>
                    <a:pt x="106" y="106"/>
                    <a:pt x="106" y="106"/>
                    <a:pt x="106" y="106"/>
                  </a:cubicBezTo>
                  <a:cubicBezTo>
                    <a:pt x="106" y="107"/>
                    <a:pt x="94" y="119"/>
                    <a:pt x="57" y="119"/>
                  </a:cubicBezTo>
                  <a:cubicBezTo>
                    <a:pt x="24" y="119"/>
                    <a:pt x="0" y="96"/>
                    <a:pt x="0" y="62"/>
                  </a:cubicBezTo>
                  <a:cubicBezTo>
                    <a:pt x="0" y="28"/>
                    <a:pt x="24" y="0"/>
                    <a:pt x="59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800" b="1">
                <a:solidFill>
                  <a:srgbClr val="000000"/>
                </a:solidFill>
              </a:endParaRPr>
            </a:p>
          </p:txBody>
        </p:sp>
      </p:grpSp>
      <p:sp>
        <p:nvSpPr>
          <p:cNvPr id="15" name="Rectangle 35"/>
          <p:cNvSpPr>
            <a:spLocks noGrp="1"/>
          </p:cNvSpPr>
          <p:nvPr>
            <p:ph type="subTitle" idx="1"/>
          </p:nvPr>
        </p:nvSpPr>
        <p:spPr>
          <a:xfrm>
            <a:off x="1524001" y="3689351"/>
            <a:ext cx="5484284" cy="282129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6" name="Text Placeholder 11"/>
          <p:cNvSpPr>
            <a:spLocks noGrp="1"/>
          </p:cNvSpPr>
          <p:nvPr>
            <p:ph type="body" sz="quarter" idx="11"/>
          </p:nvPr>
        </p:nvSpPr>
        <p:spPr>
          <a:xfrm>
            <a:off x="1549401" y="4176329"/>
            <a:ext cx="5507616" cy="169277"/>
          </a:xfrm>
        </p:spPr>
        <p:txBody>
          <a:bodyPr/>
          <a:lstStyle>
            <a:lvl1pPr marL="0" indent="0">
              <a:buNone/>
              <a:defRPr sz="110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2" hasCustomPrompt="1"/>
          </p:nvPr>
        </p:nvSpPr>
        <p:spPr>
          <a:xfrm>
            <a:off x="1520755" y="2721230"/>
            <a:ext cx="7724845" cy="731520"/>
          </a:xfrm>
        </p:spPr>
        <p:txBody>
          <a:bodyPr/>
          <a:lstStyle>
            <a:lvl1pPr marL="0" indent="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lang="en-US" sz="2800" b="1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2459419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Prefa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04800" y="139700"/>
            <a:ext cx="7315200" cy="1066800"/>
          </a:xfrm>
        </p:spPr>
        <p:txBody>
          <a:bodyPr/>
          <a:lstStyle/>
          <a:p>
            <a:r>
              <a:rPr lang="en-GB"/>
              <a:t>Preface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marL="0" indent="0">
              <a:buNone/>
              <a:defRPr sz="1200"/>
            </a:lvl1pPr>
            <a:lvl2pPr marL="628650" indent="-171450">
              <a:buFont typeface="Wingdings" pitchFamily="2" charset="2"/>
              <a:buChar char="§"/>
              <a:defRPr sz="1200"/>
            </a:lvl2pPr>
            <a:lvl4pPr marL="1371600" indent="0">
              <a:buNone/>
              <a:defRPr/>
            </a:lvl4pPr>
          </a:lstStyle>
          <a:p>
            <a:r>
              <a:rPr lang="en-US"/>
              <a:t>We are pleased to present this proposal to assist [Client] in ...</a:t>
            </a:r>
          </a:p>
          <a:p>
            <a:r>
              <a:rPr lang="en-US"/>
              <a:t>We believe Deloitte is the right partner because we can offer these elements that are critical for your success</a:t>
            </a:r>
          </a:p>
          <a:p>
            <a:pPr lvl="1"/>
            <a:r>
              <a:rPr lang="en-US"/>
              <a:t>Unique selling point # one</a:t>
            </a:r>
          </a:p>
          <a:p>
            <a:pPr lvl="1"/>
            <a:r>
              <a:rPr lang="en-US"/>
              <a:t>Unique selling point # two</a:t>
            </a:r>
          </a:p>
          <a:p>
            <a:pPr lvl="1"/>
            <a:r>
              <a:rPr lang="en-US"/>
              <a:t>Unique selling point # three</a:t>
            </a:r>
          </a:p>
          <a:p>
            <a:r>
              <a:rPr lang="en-US"/>
              <a:t>This document describes our proposed approach and is based on the following information</a:t>
            </a:r>
          </a:p>
          <a:p>
            <a:pPr lvl="1"/>
            <a:r>
              <a:rPr lang="en-US"/>
              <a:t>Interviews with ... on ...</a:t>
            </a:r>
          </a:p>
          <a:p>
            <a:pPr lvl="1"/>
            <a:r>
              <a:rPr lang="en-US"/>
              <a:t>Documentation on ... received from ...</a:t>
            </a:r>
          </a:p>
          <a:p>
            <a:pPr lvl="1"/>
            <a:r>
              <a:rPr lang="en-US"/>
              <a:t>Our experience in ...</a:t>
            </a:r>
          </a:p>
          <a:p>
            <a:pPr lvl="1"/>
            <a:r>
              <a:rPr lang="en-US"/>
              <a:t>Deloitte’s methodology for ...</a:t>
            </a:r>
          </a:p>
          <a:p>
            <a:r>
              <a:rPr lang="en-US"/>
              <a:t>This document is an appendix to our engagement letter [number] dated [date]</a:t>
            </a:r>
          </a:p>
          <a:p>
            <a:pPr lvl="0"/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sz="800"/>
            </a:lvl1pPr>
          </a:lstStyle>
          <a:p>
            <a:pPr>
              <a:defRPr/>
            </a:pPr>
            <a:fld id="{393DCDD9-1696-4237-A64D-49DB7E28D823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076550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Contents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buNone/>
              <a:defRPr sz="1200"/>
            </a:lvl1pPr>
            <a:lvl2pPr marL="628650" indent="-171450">
              <a:buFont typeface="Wingdings" pitchFamily="2" charset="2"/>
              <a:buChar char="§"/>
              <a:defRPr sz="1200"/>
            </a:lvl2pPr>
            <a:lvl4pPr marL="1371600" indent="0">
              <a:buNone/>
              <a:defRPr/>
            </a:lvl4pPr>
          </a:lstStyle>
          <a:p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sz="800"/>
            </a:lvl1pPr>
          </a:lstStyle>
          <a:p>
            <a:pPr>
              <a:defRPr/>
            </a:pPr>
            <a:fld id="{393DCDD9-1696-4237-A64D-49DB7E28D823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471204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ub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sz="800"/>
            </a:lvl1pPr>
          </a:lstStyle>
          <a:p>
            <a:pPr>
              <a:defRPr/>
            </a:pPr>
            <a:fld id="{393DCDD9-1696-4237-A64D-49DB7E28D823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430743" y="1600200"/>
            <a:ext cx="11330516" cy="4572000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1" hasCustomPrompt="1"/>
          </p:nvPr>
        </p:nvSpPr>
        <p:spPr>
          <a:xfrm>
            <a:off x="430743" y="1228499"/>
            <a:ext cx="11330516" cy="374670"/>
          </a:xfrm>
        </p:spPr>
        <p:txBody>
          <a:bodyPr/>
          <a:lstStyle>
            <a:lvl1pPr marL="0" indent="0">
              <a:buNone/>
              <a:defRPr sz="1600" baseline="0"/>
            </a:lvl1pPr>
          </a:lstStyle>
          <a:p>
            <a:r>
              <a:rPr lang="en-US"/>
              <a:t>Optional Subtitle</a:t>
            </a:r>
          </a:p>
        </p:txBody>
      </p:sp>
    </p:spTree>
    <p:extLst>
      <p:ext uri="{BB962C8B-B14F-4D97-AF65-F5344CB8AC3E}">
        <p14:creationId xmlns:p14="http://schemas.microsoft.com/office/powerpoint/2010/main" val="172218382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sz="800"/>
            </a:lvl1pPr>
          </a:lstStyle>
          <a:p>
            <a:pPr>
              <a:defRPr/>
            </a:pPr>
            <a:fld id="{D3121199-DFD7-4FD5-9233-6C81EE725171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15"/>
          <p:cNvSpPr>
            <a:spLocks noGrp="1"/>
          </p:cNvSpPr>
          <p:nvPr>
            <p:ph type="ctrTitle"/>
          </p:nvPr>
        </p:nvSpPr>
        <p:spPr bwMode="gray">
          <a:xfrm>
            <a:off x="548640" y="3190951"/>
            <a:ext cx="9611360" cy="313932"/>
          </a:xfrm>
        </p:spPr>
        <p:txBody>
          <a:bodyPr lIns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Rectangle 16"/>
          <p:cNvSpPr>
            <a:spLocks noGrp="1"/>
          </p:cNvSpPr>
          <p:nvPr>
            <p:ph type="subTitle" idx="1" hasCustomPrompt="1"/>
          </p:nvPr>
        </p:nvSpPr>
        <p:spPr bwMode="gray">
          <a:xfrm>
            <a:off x="548640" y="3694176"/>
            <a:ext cx="5766816" cy="276999"/>
          </a:xfrm>
        </p:spPr>
        <p:txBody>
          <a:bodyPr lIns="0"/>
          <a:lstStyle>
            <a:lvl1pPr marL="0" indent="0">
              <a:buNone/>
              <a:defRPr sz="1800"/>
            </a:lvl1pPr>
          </a:lstStyle>
          <a:p>
            <a:r>
              <a:rPr lang="en-US"/>
              <a:t>Subtitle — Arial Bold 18pt</a:t>
            </a:r>
          </a:p>
        </p:txBody>
      </p:sp>
    </p:spTree>
    <p:extLst>
      <p:ext uri="{BB962C8B-B14F-4D97-AF65-F5344CB8AC3E}">
        <p14:creationId xmlns:p14="http://schemas.microsoft.com/office/powerpoint/2010/main" val="217286553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981200"/>
            <a:ext cx="5080000" cy="41148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9200" y="1981200"/>
            <a:ext cx="5080000" cy="41148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800"/>
            </a:lvl1pPr>
          </a:lstStyle>
          <a:p>
            <a:fld id="{25C50DBA-DAC5-493C-B981-4EBE3F94235E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293839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4"/>
          <p:cNvSpPr txBox="1">
            <a:spLocks/>
          </p:cNvSpPr>
          <p:nvPr userDrawn="1"/>
        </p:nvSpPr>
        <p:spPr>
          <a:xfrm>
            <a:off x="11234527" y="6679279"/>
            <a:ext cx="533400" cy="12812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r" defTabSz="914271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35" algn="l" defTabSz="91427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71" algn="l" defTabSz="91427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06" algn="l" defTabSz="91427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41" algn="l" defTabSz="91427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677" algn="l" defTabSz="91427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812" algn="l" defTabSz="91427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948" algn="l" defTabSz="91427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083" algn="l" defTabSz="91427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540014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lutation-GTS centere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158BB26-F3FB-257A-9040-317762C9CC5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695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75624" y="2318273"/>
            <a:ext cx="7040753" cy="2221454"/>
          </a:xfrm>
        </p:spPr>
        <p:txBody>
          <a:bodyPr anchor="ctr"/>
          <a:lstStyle>
            <a:lvl1pPr algn="ctr">
              <a:defRPr sz="8800">
                <a:solidFill>
                  <a:schemeClr val="tx1"/>
                </a:solidFill>
              </a:defRPr>
            </a:lvl1pPr>
          </a:lstStyle>
          <a:p>
            <a:r>
              <a:rPr lang="en-GB"/>
              <a:t>Insert Salutation</a:t>
            </a:r>
            <a:endParaRPr lang="en-US"/>
          </a:p>
        </p:txBody>
      </p:sp>
      <p:sp>
        <p:nvSpPr>
          <p:cNvPr id="10" name="GTS_WH" descr="Accenture Greater Than symbol in white">
            <a:extLst>
              <a:ext uri="{FF2B5EF4-FFF2-40B4-BE49-F238E27FC236}">
                <a16:creationId xmlns:a16="http://schemas.microsoft.com/office/drawing/2014/main" id="{494AA491-F1F8-4D38-B722-DB2F38B198B8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779386" y="5382386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3009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C35EA4"/>
          </p15:clr>
        </p15:guide>
        <p15:guide id="2" pos="3840">
          <p15:clr>
            <a:srgbClr val="C35EA4"/>
          </p15:clr>
        </p15:guide>
        <p15:guide id="3" orient="horz" pos="3608">
          <p15:clr>
            <a:srgbClr val="C35EA4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lutation-Logo centere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8D96DFF-DA03-BBD6-DF59-3A522008F25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695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75624" y="2318273"/>
            <a:ext cx="7040753" cy="2221454"/>
          </a:xfrm>
        </p:spPr>
        <p:txBody>
          <a:bodyPr anchor="ctr"/>
          <a:lstStyle>
            <a:lvl1pPr algn="ctr">
              <a:defRPr sz="8800">
                <a:solidFill>
                  <a:schemeClr val="tx1"/>
                </a:solidFill>
              </a:defRPr>
            </a:lvl1pPr>
          </a:lstStyle>
          <a:p>
            <a:r>
              <a:rPr lang="en-GB"/>
              <a:t>Insert Salutation</a:t>
            </a:r>
            <a:endParaRPr lang="en-US"/>
          </a:p>
        </p:txBody>
      </p:sp>
      <p:grpSp>
        <p:nvGrpSpPr>
          <p:cNvPr id="11" name="Logo_WH" descr="Accenture logo in white">
            <a:extLst>
              <a:ext uri="{FF2B5EF4-FFF2-40B4-BE49-F238E27FC236}">
                <a16:creationId xmlns:a16="http://schemas.microsoft.com/office/drawing/2014/main" id="{CE1DBD15-DAF9-F915-3653-DBBDE58DEAE2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4475797" y="5447904"/>
            <a:ext cx="1401582" cy="369244"/>
            <a:chOff x="1561" y="187"/>
            <a:chExt cx="4536" cy="1195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9A1F8BA1-6C59-9D34-2B3F-FF5539F79A9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6">
              <a:extLst>
                <a:ext uri="{FF2B5EF4-FFF2-40B4-BE49-F238E27FC236}">
                  <a16:creationId xmlns:a16="http://schemas.microsoft.com/office/drawing/2014/main" id="{26C6BD96-11C7-365B-69F8-80D12E04CB6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226743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698">
          <p15:clr>
            <a:srgbClr val="C35EA4"/>
          </p15:clr>
        </p15:guide>
        <p15:guide id="2" pos="3840">
          <p15:clr>
            <a:srgbClr val="C35EA4"/>
          </p15:clr>
        </p15:guide>
        <p15:guide id="3" orient="horz" pos="2160">
          <p15:clr>
            <a:srgbClr val="C35EA4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lutation-GTS Keylin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705DFDC-A5E4-51F8-9C44-A47506CFE8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69575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2DF26BFD-3D15-48EA-A458-43E2274B938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black"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/>
              <a:t>Insert Salutation 72pt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 userDrawn="1"/>
        </p:nvSpPr>
        <p:spPr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6056105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C35EA4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Black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B16025F-E39E-C991-54DE-9B1705326C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69575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667CB869-86C7-4B5D-B21D-C7104400ECFC}"/>
              </a:ext>
            </a:extLst>
          </p:cNvPr>
          <p:cNvSpPr/>
          <p:nvPr userDrawn="1"/>
        </p:nvSpPr>
        <p:spPr bwMode="blackGray"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55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7101C55-360F-4A30-88C9-2A386C411EE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black"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5282245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5527522"/>
            <a:ext cx="3102015" cy="784378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0772B66-01D8-4BE7-AE8E-C64CA1CF266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1" y="1429154"/>
            <a:ext cx="5152292" cy="225571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BC9F1450-A172-44DF-9DE8-E648764972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1" y="3871190"/>
            <a:ext cx="5152292" cy="1092846"/>
          </a:xfrm>
        </p:spPr>
        <p:txBody>
          <a:bodyPr vert="horz" lIns="0" tIns="0" rIns="0" bIns="0" rtlCol="0">
            <a:noAutofit/>
          </a:bodyPr>
          <a:lstStyle>
            <a:lvl1pPr marL="0" indent="0" algn="l">
              <a:lnSpc>
                <a:spcPct val="90000"/>
              </a:lnSpc>
              <a:buNone/>
              <a:defRPr lang="en-US" sz="2400" b="0" i="0" kern="1200" spc="0" dirty="0">
                <a:solidFill>
                  <a:schemeClr val="tx1"/>
                </a:solidFill>
                <a:latin typeface="GT Sectra Fine Rg" panose="00000500000000000000" pitchFamily="50" charset="0"/>
                <a:ea typeface="+mn-ea"/>
                <a:cs typeface="+mn-cs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Palatino Linotype" panose="00000500000000000000" pitchFamily="50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806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Black6 Image">
    <p:bg>
      <p:bgPr>
        <a:solidFill>
          <a:schemeClr val="bg1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12688DA9-25EC-4AC3-AD0E-0CC139E1167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1" y="381001"/>
            <a:ext cx="5715000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1" y="4206240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1" y="4435945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9279EB0A-2DCA-4410-A834-F9A425FF96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  <a:endParaRPr lang="en-US"/>
          </a:p>
        </p:txBody>
      </p:sp>
      <p:grpSp>
        <p:nvGrpSpPr>
          <p:cNvPr id="9" name="Logo_WH" descr="Accenture logo in white">
            <a:extLst>
              <a:ext uri="{FF2B5EF4-FFF2-40B4-BE49-F238E27FC236}">
                <a16:creationId xmlns:a16="http://schemas.microsoft.com/office/drawing/2014/main" id="{BA79480B-BE6F-49EC-829D-D8AF858ABFD8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381001" y="5815652"/>
            <a:ext cx="1883664" cy="496247"/>
            <a:chOff x="1561" y="187"/>
            <a:chExt cx="4536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80D6DAB6-FE72-4647-9B94-83468BA6B4A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46961114-35B1-4F8E-96CC-0CA3D18133F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60977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with Image - Gradient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32BA3351-48FE-40D3-2138-75BE0335BD9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69575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961CA96-71E3-F941-B41E-52928AB9110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3000" y="4610099"/>
            <a:ext cx="4953000" cy="1474215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5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  <a:endParaRPr lang="en-US"/>
          </a:p>
        </p:txBody>
      </p:sp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58000" y="381000"/>
            <a:ext cx="4953000" cy="5703315"/>
          </a:xfrm>
          <a:noFill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1" y="381000"/>
            <a:ext cx="4952999" cy="3915092"/>
          </a:xfrm>
        </p:spPr>
        <p:txBody>
          <a:bodyPr anchor="b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grpSp>
        <p:nvGrpSpPr>
          <p:cNvPr id="22" name="Logo_WH" descr="Accenture logo in white">
            <a:extLst>
              <a:ext uri="{FF2B5EF4-FFF2-40B4-BE49-F238E27FC236}">
                <a16:creationId xmlns:a16="http://schemas.microsoft.com/office/drawing/2014/main" id="{AA089A7E-8CCE-13FA-6AC4-5758980D22F8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381001" y="6468393"/>
            <a:ext cx="781613" cy="205914"/>
            <a:chOff x="1561" y="187"/>
            <a:chExt cx="4536" cy="1195"/>
          </a:xfrm>
        </p:grpSpPr>
        <p:sp>
          <p:nvSpPr>
            <p:cNvPr id="24" name="Freeform 5">
              <a:extLst>
                <a:ext uri="{FF2B5EF4-FFF2-40B4-BE49-F238E27FC236}">
                  <a16:creationId xmlns:a16="http://schemas.microsoft.com/office/drawing/2014/main" id="{F21AD37D-7CB8-3419-72F0-F1B2B7CE843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6">
              <a:extLst>
                <a:ext uri="{FF2B5EF4-FFF2-40B4-BE49-F238E27FC236}">
                  <a16:creationId xmlns:a16="http://schemas.microsoft.com/office/drawing/2014/main" id="{66E596E5-9380-DC20-B0B6-D21CD2CAFDB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DFDFB143-063E-94AB-D59C-9AFBC7D92AB9}"/>
              </a:ext>
            </a:extLst>
          </p:cNvPr>
          <p:cNvSpPr txBox="1"/>
          <p:nvPr userDrawn="1"/>
        </p:nvSpPr>
        <p:spPr>
          <a:xfrm>
            <a:off x="8786191" y="6524392"/>
            <a:ext cx="2643809" cy="22488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kern="120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rPr>
              <a:t>Copyright © 2022 Accenture. All rights reserved.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42F6C5-1A8B-160E-2849-38A28790668E}"/>
              </a:ext>
            </a:extLst>
          </p:cNvPr>
          <p:cNvSpPr txBox="1"/>
          <p:nvPr userDrawn="1"/>
        </p:nvSpPr>
        <p:spPr>
          <a:xfrm>
            <a:off x="11491372" y="6524393"/>
            <a:ext cx="326254" cy="20116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1F90F471-3972-4120-B8B3-0237DE626C35}" type="slidenum">
              <a:rPr lang="en-US" sz="800" kern="1200" smtClean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rPr>
              <a:pPr marL="0" marR="0" lvl="0" indent="0" algn="r" defTabSz="228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GB" sz="800" kern="1200">
              <a:solidFill>
                <a:schemeClr val="tx1">
                  <a:alpha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903919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- Numbered, Gradient Mid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4BE3AE93-3BBE-1C0A-BA13-E5673CFE4F2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6957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4015D5F-F315-4E58-856E-56BC8490AECE}"/>
              </a:ext>
            </a:extLst>
          </p:cNvPr>
          <p:cNvSpPr/>
          <p:nvPr userDrawn="1"/>
        </p:nvSpPr>
        <p:spPr bwMode="white">
          <a:xfrm>
            <a:off x="0" y="3428999"/>
            <a:ext cx="12192000" cy="3429001"/>
          </a:xfrm>
          <a:prstGeom prst="rect">
            <a:avLst/>
          </a:prstGeom>
          <a:solidFill>
            <a:schemeClr val="bg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3889828"/>
            <a:ext cx="6186713" cy="2422072"/>
          </a:xfrm>
        </p:spPr>
        <p:txBody>
          <a:bodyPr anchor="t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3E56B88-63DE-42F5-AE08-5F9069ED6835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143001" y="835805"/>
            <a:ext cx="6186712" cy="2194487"/>
          </a:xfrm>
        </p:spPr>
        <p:txBody>
          <a:bodyPr anchor="ctr"/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None/>
              <a:defRPr lang="en-US" sz="16600" b="1" kern="1200" dirty="0">
                <a:ln w="38100">
                  <a:noFill/>
                </a:ln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#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4CC28DDD-91C9-FB49-B057-796687C8B0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55427" y="3889827"/>
            <a:ext cx="2993573" cy="2422071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5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FB68D09-457D-254C-BE21-D886F893B08B}"/>
              </a:ext>
            </a:extLst>
          </p:cNvPr>
          <p:cNvSpPr txBox="1"/>
          <p:nvPr userDrawn="1"/>
        </p:nvSpPr>
        <p:spPr>
          <a:xfrm>
            <a:off x="8786191" y="6524392"/>
            <a:ext cx="2643809" cy="22488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kern="120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rPr>
              <a:t>Copyright © 2022 Accenture. All rights reserved.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B23C9DD-D161-3F41-A1AF-0A53FDC567BF}"/>
              </a:ext>
            </a:extLst>
          </p:cNvPr>
          <p:cNvSpPr txBox="1"/>
          <p:nvPr userDrawn="1"/>
        </p:nvSpPr>
        <p:spPr>
          <a:xfrm>
            <a:off x="11491372" y="6524393"/>
            <a:ext cx="326254" cy="20116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1F90F471-3972-4120-B8B3-0237DE626C35}" type="slidenum">
              <a:rPr lang="en-US" sz="800" kern="1200" smtClean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rPr>
              <a:pPr marL="0" marR="0" lvl="0" indent="0" algn="r" defTabSz="228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GB" sz="800" kern="1200">
              <a:solidFill>
                <a:schemeClr val="tx1">
                  <a:alpha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19" name="Logo_WH" descr="Accenture logo in white">
            <a:extLst>
              <a:ext uri="{FF2B5EF4-FFF2-40B4-BE49-F238E27FC236}">
                <a16:creationId xmlns:a16="http://schemas.microsoft.com/office/drawing/2014/main" id="{4918DE31-78B4-0856-2A6A-DBE2858D1723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374374" y="6475768"/>
            <a:ext cx="781613" cy="205914"/>
            <a:chOff x="1561" y="187"/>
            <a:chExt cx="4536" cy="1195"/>
          </a:xfrm>
        </p:grpSpPr>
        <p:sp>
          <p:nvSpPr>
            <p:cNvPr id="26" name="Freeform 5">
              <a:extLst>
                <a:ext uri="{FF2B5EF4-FFF2-40B4-BE49-F238E27FC236}">
                  <a16:creationId xmlns:a16="http://schemas.microsoft.com/office/drawing/2014/main" id="{4F834907-71E0-83F0-6594-F3D38040438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6">
              <a:extLst>
                <a:ext uri="{FF2B5EF4-FFF2-40B4-BE49-F238E27FC236}">
                  <a16:creationId xmlns:a16="http://schemas.microsoft.com/office/drawing/2014/main" id="{03BFE8C7-B4FE-5F14-DA30-5E68AE74466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391221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DC12A70-EB69-034B-A8B3-5A8F76E5FC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1" y="2182000"/>
            <a:ext cx="3267012" cy="2699330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28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0" indent="0">
              <a:buNone/>
              <a:defRPr sz="1800"/>
            </a:lvl2pPr>
            <a:lvl3pPr marL="228600">
              <a:buFont typeface="Arial" panose="020B0604020202020204" pitchFamily="34" charset="0"/>
              <a:buChar char="•"/>
              <a:defRPr sz="1800"/>
            </a:lvl3pPr>
            <a:lvl4pPr marL="457200">
              <a:buFont typeface="System Font"/>
              <a:buChar char="–"/>
              <a:defRPr sz="1600"/>
            </a:lvl4pPr>
            <a:lvl5pPr marL="685800"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light 16pt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2" y="1371601"/>
            <a:ext cx="3267011" cy="810399"/>
          </a:xfrm>
        </p:spPr>
        <p:txBody>
          <a:bodyPr/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2800" b="1" kern="1200" dirty="0">
                <a:solidFill>
                  <a:schemeClr val="tx1"/>
                </a:solidFill>
                <a:latin typeface="Graphik Semibold" panose="020B0503030202060203" pitchFamily="34" charset="77"/>
                <a:ea typeface="+mj-ea"/>
                <a:cs typeface="+mj-cs"/>
              </a:defRPr>
            </a:lvl1pPr>
          </a:lstStyle>
          <a:p>
            <a:r>
              <a:rPr lang="en-GB"/>
              <a:t>Agenda title</a:t>
            </a:r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57C0C72-781A-F24F-B1F2-0A290409F1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66971" y="137160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57" name="Text Placeholder 17">
            <a:extLst>
              <a:ext uri="{FF2B5EF4-FFF2-40B4-BE49-F238E27FC236}">
                <a16:creationId xmlns:a16="http://schemas.microsoft.com/office/drawing/2014/main" id="{A5D4C4AC-7870-A641-AF65-6F3ECB9DA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66971" y="197647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59" name="Text Placeholder 17">
            <a:extLst>
              <a:ext uri="{FF2B5EF4-FFF2-40B4-BE49-F238E27FC236}">
                <a16:creationId xmlns:a16="http://schemas.microsoft.com/office/drawing/2014/main" id="{9F332AA7-2896-E24E-B21D-90FED54D43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66971" y="258135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1" name="Text Placeholder 17">
            <a:extLst>
              <a:ext uri="{FF2B5EF4-FFF2-40B4-BE49-F238E27FC236}">
                <a16:creationId xmlns:a16="http://schemas.microsoft.com/office/drawing/2014/main" id="{25D7BCB2-FC6B-2A46-AC11-482A4F7311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6971" y="318623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3" name="Text Placeholder 17">
            <a:extLst>
              <a:ext uri="{FF2B5EF4-FFF2-40B4-BE49-F238E27FC236}">
                <a16:creationId xmlns:a16="http://schemas.microsoft.com/office/drawing/2014/main" id="{FD74906C-72A4-CF4A-A4F6-B28AE864B9B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66971" y="379111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5" name="Text Placeholder 17">
            <a:extLst>
              <a:ext uri="{FF2B5EF4-FFF2-40B4-BE49-F238E27FC236}">
                <a16:creationId xmlns:a16="http://schemas.microsoft.com/office/drawing/2014/main" id="{F28AA3EC-0083-2742-A4D0-0B32569FD7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66971" y="439599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7" name="Text Placeholder 17">
            <a:extLst>
              <a:ext uri="{FF2B5EF4-FFF2-40B4-BE49-F238E27FC236}">
                <a16:creationId xmlns:a16="http://schemas.microsoft.com/office/drawing/2014/main" id="{D46DA866-B19E-684E-8A23-EEA2954878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66971" y="500086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9" name="Text Placeholder 17">
            <a:extLst>
              <a:ext uri="{FF2B5EF4-FFF2-40B4-BE49-F238E27FC236}">
                <a16:creationId xmlns:a16="http://schemas.microsoft.com/office/drawing/2014/main" id="{A4A135E2-DF01-5543-BA57-DFBCCC446A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66971" y="5605747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29" name="Text Placeholder 17">
            <a:extLst>
              <a:ext uri="{FF2B5EF4-FFF2-40B4-BE49-F238E27FC236}">
                <a16:creationId xmlns:a16="http://schemas.microsoft.com/office/drawing/2014/main" id="{2F4C171E-3D12-FC48-87BB-B5005B4EE33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26242" y="137160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rgbClr val="00327D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E8AE9E02-9423-4748-8AD7-2BBB3B94A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26242" y="197647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rgbClr val="00327D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7C692F47-FBF4-5842-A0CA-4B8B48DE46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26242" y="258135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rgbClr val="00327D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BDE48124-A481-074B-9AD4-22EC49D172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26242" y="318623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rgbClr val="00327D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3" name="Text Placeholder 17">
            <a:extLst>
              <a:ext uri="{FF2B5EF4-FFF2-40B4-BE49-F238E27FC236}">
                <a16:creationId xmlns:a16="http://schemas.microsoft.com/office/drawing/2014/main" id="{98E2B4B4-ED02-4945-B581-1A8D48D031A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26242" y="379111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rgbClr val="00327D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B70B7DFE-5DE8-0F42-BF3C-DA43110C0D0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26242" y="439599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rgbClr val="00327D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5" name="Text Placeholder 17">
            <a:extLst>
              <a:ext uri="{FF2B5EF4-FFF2-40B4-BE49-F238E27FC236}">
                <a16:creationId xmlns:a16="http://schemas.microsoft.com/office/drawing/2014/main" id="{D63FCDAD-F7F9-774F-8EC9-A0777820ED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26242" y="500086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rgbClr val="00327D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AE66CCF5-C5F4-5645-A851-E4A7D572FDA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26242" y="5605747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rgbClr val="00327D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6" name="Text Placeholder 17">
            <a:extLst>
              <a:ext uri="{FF2B5EF4-FFF2-40B4-BE49-F238E27FC236}">
                <a16:creationId xmlns:a16="http://schemas.microsoft.com/office/drawing/2014/main" id="{C10680BC-1106-B24D-A63E-02912A27325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857959" y="137160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87" name="Text Placeholder 17">
            <a:extLst>
              <a:ext uri="{FF2B5EF4-FFF2-40B4-BE49-F238E27FC236}">
                <a16:creationId xmlns:a16="http://schemas.microsoft.com/office/drawing/2014/main" id="{194D437D-E8B7-694E-B60A-5A3D6E8117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57959" y="197647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88" name="Text Placeholder 17">
            <a:extLst>
              <a:ext uri="{FF2B5EF4-FFF2-40B4-BE49-F238E27FC236}">
                <a16:creationId xmlns:a16="http://schemas.microsoft.com/office/drawing/2014/main" id="{D743CFF4-B173-B648-86A6-5021F5FB8C0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857959" y="258135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89" name="Text Placeholder 17">
            <a:extLst>
              <a:ext uri="{FF2B5EF4-FFF2-40B4-BE49-F238E27FC236}">
                <a16:creationId xmlns:a16="http://schemas.microsoft.com/office/drawing/2014/main" id="{67B9EDF9-023B-A84C-B540-ABBA3E3BA5C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57959" y="318623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0" name="Text Placeholder 17">
            <a:extLst>
              <a:ext uri="{FF2B5EF4-FFF2-40B4-BE49-F238E27FC236}">
                <a16:creationId xmlns:a16="http://schemas.microsoft.com/office/drawing/2014/main" id="{EA82EDEB-3F03-7A48-BC36-8C7437083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857959" y="379111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1" name="Text Placeholder 17">
            <a:extLst>
              <a:ext uri="{FF2B5EF4-FFF2-40B4-BE49-F238E27FC236}">
                <a16:creationId xmlns:a16="http://schemas.microsoft.com/office/drawing/2014/main" id="{8D7A3AD2-4413-D941-B944-D1D235AC668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857959" y="439599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2" name="Text Placeholder 17">
            <a:extLst>
              <a:ext uri="{FF2B5EF4-FFF2-40B4-BE49-F238E27FC236}">
                <a16:creationId xmlns:a16="http://schemas.microsoft.com/office/drawing/2014/main" id="{F5014509-24B5-6040-8686-31A95601E0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857959" y="500086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3" name="Text Placeholder 17">
            <a:extLst>
              <a:ext uri="{FF2B5EF4-FFF2-40B4-BE49-F238E27FC236}">
                <a16:creationId xmlns:a16="http://schemas.microsoft.com/office/drawing/2014/main" id="{02B9D5CB-DA36-724C-A996-6331344816A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857959" y="5605747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4" name="Text Placeholder 17">
            <a:extLst>
              <a:ext uri="{FF2B5EF4-FFF2-40B4-BE49-F238E27FC236}">
                <a16:creationId xmlns:a16="http://schemas.microsoft.com/office/drawing/2014/main" id="{ED51288A-4DF8-0D4F-8BBC-90AE60B661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317230" y="137160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rgbClr val="00327D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5" name="Text Placeholder 17">
            <a:extLst>
              <a:ext uri="{FF2B5EF4-FFF2-40B4-BE49-F238E27FC236}">
                <a16:creationId xmlns:a16="http://schemas.microsoft.com/office/drawing/2014/main" id="{B55123CE-2705-2A4C-88D5-5BEECF04606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317230" y="197647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rgbClr val="00327D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6" name="Text Placeholder 17">
            <a:extLst>
              <a:ext uri="{FF2B5EF4-FFF2-40B4-BE49-F238E27FC236}">
                <a16:creationId xmlns:a16="http://schemas.microsoft.com/office/drawing/2014/main" id="{95340386-A048-C64F-B858-E874FB9006D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7230" y="258135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rgbClr val="00327D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7" name="Text Placeholder 17">
            <a:extLst>
              <a:ext uri="{FF2B5EF4-FFF2-40B4-BE49-F238E27FC236}">
                <a16:creationId xmlns:a16="http://schemas.microsoft.com/office/drawing/2014/main" id="{389D3522-38D0-6A46-B023-28998ECDD0F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317230" y="318623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rgbClr val="00327D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8" name="Text Placeholder 17">
            <a:extLst>
              <a:ext uri="{FF2B5EF4-FFF2-40B4-BE49-F238E27FC236}">
                <a16:creationId xmlns:a16="http://schemas.microsoft.com/office/drawing/2014/main" id="{DFF1DA35-A5DD-8E48-B33F-D2FC79AD9A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317230" y="379111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rgbClr val="00327D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9" name="Text Placeholder 17">
            <a:extLst>
              <a:ext uri="{FF2B5EF4-FFF2-40B4-BE49-F238E27FC236}">
                <a16:creationId xmlns:a16="http://schemas.microsoft.com/office/drawing/2014/main" id="{2DD1FA43-908E-6A4A-8D78-19F781C138B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17230" y="439599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rgbClr val="00327D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00" name="Text Placeholder 17">
            <a:extLst>
              <a:ext uri="{FF2B5EF4-FFF2-40B4-BE49-F238E27FC236}">
                <a16:creationId xmlns:a16="http://schemas.microsoft.com/office/drawing/2014/main" id="{B42DF6FB-CEA5-344B-B42D-A5B8AF0712F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317230" y="500086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rgbClr val="00327D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01" name="Text Placeholder 17">
            <a:extLst>
              <a:ext uri="{FF2B5EF4-FFF2-40B4-BE49-F238E27FC236}">
                <a16:creationId xmlns:a16="http://schemas.microsoft.com/office/drawing/2014/main" id="{DD7618EA-1B4E-9D4F-BE9D-ED39BC26377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317230" y="5605747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rgbClr val="00327D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7536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Divider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F83BDE77-68A0-F9BB-D26A-2977EFCADB7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6957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906BC97-1582-A4D6-C406-CD50C7A5534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13585" y="0"/>
            <a:ext cx="6096000" cy="6875585"/>
          </a:xfrm>
          <a:prstGeom prst="rect">
            <a:avLst/>
          </a:prstGeom>
        </p:spPr>
      </p:pic>
      <p:grpSp>
        <p:nvGrpSpPr>
          <p:cNvPr id="8" name="Logo_WH" descr="Accenture logo in white">
            <a:extLst>
              <a:ext uri="{FF2B5EF4-FFF2-40B4-BE49-F238E27FC236}">
                <a16:creationId xmlns:a16="http://schemas.microsoft.com/office/drawing/2014/main" id="{B16487D9-B120-7F69-00C8-96E39811735A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381001" y="6468393"/>
            <a:ext cx="781613" cy="205914"/>
            <a:chOff x="1561" y="187"/>
            <a:chExt cx="4536" cy="1195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FB3B3D62-17AB-7852-E001-6489385668A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4807F3C2-4C07-D2C0-0B19-627E0546B6E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E43F5E-A23B-C4D8-68D1-343F748E7F6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6777" y="408723"/>
            <a:ext cx="2600968" cy="905662"/>
          </a:xfrm>
        </p:spPr>
        <p:txBody>
          <a:bodyPr tIns="0"/>
          <a:lstStyle>
            <a:lvl1pPr marL="0" indent="0" algn="l">
              <a:spcAft>
                <a:spcPts val="0"/>
              </a:spcAft>
              <a:buNone/>
              <a:defRPr sz="6000" b="1" i="0">
                <a:solidFill>
                  <a:schemeClr val="accent5">
                    <a:lumMod val="40000"/>
                    <a:lumOff val="60000"/>
                  </a:schemeClr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44FBD041-182B-84DB-FAD0-30243CB16FA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6776" y="1562408"/>
            <a:ext cx="4844452" cy="4222930"/>
          </a:xfrm>
        </p:spPr>
        <p:txBody>
          <a:bodyPr anchor="ctr"/>
          <a:lstStyle>
            <a:lvl1pPr marL="0" indent="0" algn="l">
              <a:buNone/>
              <a:defRPr sz="4000" b="0" i="0">
                <a:solidFill>
                  <a:schemeClr val="bg1"/>
                </a:solidFill>
                <a:latin typeface="Graphik Light" panose="020B0403030202060203" pitchFamily="34" charset="77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756037E-F27F-A726-00AC-B05752754AC6}"/>
              </a:ext>
            </a:extLst>
          </p:cNvPr>
          <p:cNvSpPr txBox="1"/>
          <p:nvPr userDrawn="1"/>
        </p:nvSpPr>
        <p:spPr>
          <a:xfrm>
            <a:off x="8786191" y="6524392"/>
            <a:ext cx="2643809" cy="22488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kern="1200">
                <a:solidFill>
                  <a:schemeClr val="bg1">
                    <a:alpha val="75000"/>
                  </a:schemeClr>
                </a:solidFill>
                <a:latin typeface="+mn-lt"/>
                <a:ea typeface="+mn-ea"/>
                <a:cs typeface="+mn-cs"/>
              </a:rPr>
              <a:t>Copyright © 2022 Accenture. All rights reserved.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E4944CB-BD1A-4952-48F1-BDD118FD2A90}"/>
              </a:ext>
            </a:extLst>
          </p:cNvPr>
          <p:cNvSpPr txBox="1"/>
          <p:nvPr userDrawn="1"/>
        </p:nvSpPr>
        <p:spPr>
          <a:xfrm>
            <a:off x="11491372" y="6524393"/>
            <a:ext cx="326254" cy="20116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1F90F471-3972-4120-B8B3-0237DE626C35}" type="slidenum">
              <a:rPr lang="en-US" sz="800" kern="1200" smtClean="0">
                <a:solidFill>
                  <a:schemeClr val="bg1">
                    <a:alpha val="75000"/>
                  </a:schemeClr>
                </a:solidFill>
                <a:latin typeface="+mn-lt"/>
                <a:ea typeface="+mn-ea"/>
                <a:cs typeface="+mn-cs"/>
              </a:rPr>
              <a:pPr marL="0" marR="0" lvl="0" indent="0" algn="r" defTabSz="228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GB" sz="800" kern="1200">
              <a:solidFill>
                <a:schemeClr val="bg1">
                  <a:alpha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F62780F-3624-CB71-6466-A6ED6939AA26}"/>
              </a:ext>
            </a:extLst>
          </p:cNvPr>
          <p:cNvCxnSpPr>
            <a:cxnSpLocks/>
          </p:cNvCxnSpPr>
          <p:nvPr userDrawn="1"/>
        </p:nvCxnSpPr>
        <p:spPr>
          <a:xfrm>
            <a:off x="606776" y="1437478"/>
            <a:ext cx="1239609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9F716D6-96B9-6D1B-93A2-340337A1DDB9}"/>
              </a:ext>
            </a:extLst>
          </p:cNvPr>
          <p:cNvSpPr txBox="1"/>
          <p:nvPr userDrawn="1"/>
        </p:nvSpPr>
        <p:spPr>
          <a:xfrm rot="16200000">
            <a:off x="10614578" y="4948024"/>
            <a:ext cx="2773191" cy="22488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algn="ctr" defTabSz="228600" rtl="0" eaLnBrk="1" latinLnBrk="0" hangingPunct="1">
              <a:spcAft>
                <a:spcPts val="1200"/>
              </a:spcAft>
            </a:pPr>
            <a:r>
              <a:rPr lang="en-CA" sz="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rPr>
              <a:t>Photo by </a:t>
            </a:r>
            <a:r>
              <a:rPr lang="en-CA" sz="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Alessio Lin</a:t>
            </a:r>
            <a:r>
              <a:rPr lang="en-CA" sz="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rPr>
              <a:t> on </a:t>
            </a:r>
            <a:r>
              <a:rPr lang="en-CA" sz="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Unsplash</a:t>
            </a:r>
            <a:r>
              <a:rPr lang="en-CA" sz="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rPr>
              <a:t> </a:t>
            </a:r>
            <a:endParaRPr lang="en-US" sz="800" kern="1200" noProof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844452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ong Headlin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6DB689C-7DB3-4046-A1BF-E63F8EF784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90600"/>
          </a:xfrm>
        </p:spPr>
        <p:txBody>
          <a:bodyPr/>
          <a:lstStyle>
            <a:lvl1pPr>
              <a:defRPr sz="2800"/>
            </a:lvl1pPr>
          </a:lstStyle>
          <a:p>
            <a:r>
              <a:rPr lang="en-GB"/>
              <a:t>Place headline here (28pt)</a:t>
            </a:r>
            <a:endParaRPr lang="en-US"/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87C97B1E-CB9E-4CBC-A6F1-1D4F2E4ECB3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371600"/>
            <a:ext cx="11430000" cy="4940300"/>
          </a:xfrm>
        </p:spPr>
        <p:txBody>
          <a:bodyPr/>
          <a:lstStyle>
            <a:lvl1pPr marL="228600" indent="-228600">
              <a:buFont typeface="Arial" panose="020B0604020202020204" pitchFamily="34" charset="0"/>
              <a:buChar char="•"/>
              <a:defRPr/>
            </a:lvl1pPr>
            <a:lvl2pPr marL="457200">
              <a:defRPr/>
            </a:lvl2pPr>
            <a:lvl3pPr marL="685800">
              <a:defRPr/>
            </a:lvl3pPr>
            <a:lvl4pPr marL="914400">
              <a:defRPr/>
            </a:lvl4pPr>
            <a:lvl5pPr marL="1143000">
              <a:defRPr/>
            </a:lvl5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159939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ng Headline and 1 Column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6D4EA4B-84F0-4EB3-B6B4-6EAB903D2C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6DFCE48E-1DF3-48D6-BD43-BA3B9CE95A0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371601"/>
            <a:ext cx="11430000" cy="4940300"/>
          </a:xfrm>
        </p:spPr>
        <p:txBody>
          <a:bodyPr/>
          <a:lstStyle/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67D0DF1-0258-FA46-9BC5-3EB030823E37}"/>
              </a:ext>
            </a:extLst>
          </p:cNvPr>
          <p:cNvSpPr txBox="1"/>
          <p:nvPr userDrawn="1"/>
        </p:nvSpPr>
        <p:spPr>
          <a:xfrm>
            <a:off x="8786191" y="6524392"/>
            <a:ext cx="2643809" cy="22488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kern="120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rPr>
              <a:t>Copyright © 2022 Accenture. All rights reserved.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FACE937-6A33-6C44-A111-CB9EF3DFBA50}"/>
              </a:ext>
            </a:extLst>
          </p:cNvPr>
          <p:cNvSpPr txBox="1"/>
          <p:nvPr userDrawn="1"/>
        </p:nvSpPr>
        <p:spPr>
          <a:xfrm>
            <a:off x="11491372" y="6524393"/>
            <a:ext cx="326254" cy="20116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1F90F471-3972-4120-B8B3-0237DE626C35}" type="slidenum">
              <a:rPr lang="en-US" sz="800" kern="1200" smtClean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rPr>
              <a:pPr marL="0" marR="0" lvl="0" indent="0" algn="r" defTabSz="228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GB" sz="800" kern="1200">
              <a:solidFill>
                <a:schemeClr val="tx1">
                  <a:alpha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18" name="Logo_WH" descr="Accenture logo in white">
            <a:extLst>
              <a:ext uri="{FF2B5EF4-FFF2-40B4-BE49-F238E27FC236}">
                <a16:creationId xmlns:a16="http://schemas.microsoft.com/office/drawing/2014/main" id="{E931E983-A268-7D40-B151-95E2F6336429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381001" y="6468393"/>
            <a:ext cx="781613" cy="205914"/>
            <a:chOff x="1561" y="187"/>
            <a:chExt cx="4536" cy="1195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A485CEB3-1400-9942-89EB-DFD02CBD767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6">
              <a:extLst>
                <a:ext uri="{FF2B5EF4-FFF2-40B4-BE49-F238E27FC236}">
                  <a16:creationId xmlns:a16="http://schemas.microsoft.com/office/drawing/2014/main" id="{5FB10A62-FEC1-054E-AC9F-0C7B9E476F4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379027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Team 6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2800" b="1" kern="1200" dirty="0">
                <a:solidFill>
                  <a:schemeClr val="tx1"/>
                </a:solidFill>
                <a:latin typeface="Graphik Semibold" panose="020B0503030202060203" pitchFamily="34" charset="77"/>
                <a:ea typeface="+mj-ea"/>
                <a:cs typeface="+mj-cs"/>
              </a:defRPr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B8224852-B872-0E48-9DF5-0937E260C3B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1000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lIns="91440" tIns="0"/>
          <a:lstStyle>
            <a:lvl1pPr marL="0" indent="0">
              <a:buNone/>
              <a:defRPr sz="1800" b="0"/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356104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3" name="Picture Placeholder 13">
            <a:extLst>
              <a:ext uri="{FF2B5EF4-FFF2-40B4-BE49-F238E27FC236}">
                <a16:creationId xmlns:a16="http://schemas.microsoft.com/office/drawing/2014/main" id="{4340D6FD-1887-3544-A26E-8F335B859BD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31208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4" name="Picture Placeholder 13">
            <a:extLst>
              <a:ext uri="{FF2B5EF4-FFF2-40B4-BE49-F238E27FC236}">
                <a16:creationId xmlns:a16="http://schemas.microsoft.com/office/drawing/2014/main" id="{FA080C1D-BB93-B249-9F54-C5F7A16E098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306312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5" name="Picture Placeholder 13">
            <a:extLst>
              <a:ext uri="{FF2B5EF4-FFF2-40B4-BE49-F238E27FC236}">
                <a16:creationId xmlns:a16="http://schemas.microsoft.com/office/drawing/2014/main" id="{A1C6FF20-E7DF-8F42-9AE5-920A6769DA4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56520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CA9187A3-C074-9F44-8687-E31C02BD508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81416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6BEB5A56-DED2-134F-B0DE-11936982FFF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926552"/>
            <a:ext cx="1554480" cy="1943893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 21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8" name="Text Placeholder 21">
            <a:extLst>
              <a:ext uri="{FF2B5EF4-FFF2-40B4-BE49-F238E27FC236}">
                <a16:creationId xmlns:a16="http://schemas.microsoft.com/office/drawing/2014/main" id="{923321BD-6745-7944-910F-B8C8E4AC31D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53236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 21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9" name="Text Placeholder 21">
            <a:extLst>
              <a:ext uri="{FF2B5EF4-FFF2-40B4-BE49-F238E27FC236}">
                <a16:creationId xmlns:a16="http://schemas.microsoft.com/office/drawing/2014/main" id="{2A6C4DC7-1806-A74D-B434-61FF385F82A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9057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 21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0" name="Text Placeholder 21">
            <a:extLst>
              <a:ext uri="{FF2B5EF4-FFF2-40B4-BE49-F238E27FC236}">
                <a16:creationId xmlns:a16="http://schemas.microsoft.com/office/drawing/2014/main" id="{053D7F26-6DC1-034C-B572-B4BFE718C79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04878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 21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2" name="Text Placeholder 21">
            <a:extLst>
              <a:ext uri="{FF2B5EF4-FFF2-40B4-BE49-F238E27FC236}">
                <a16:creationId xmlns:a16="http://schemas.microsoft.com/office/drawing/2014/main" id="{E075A489-B7B7-CE40-B061-D8A36AFCC81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80699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 21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5" name="Text Placeholder 21">
            <a:extLst>
              <a:ext uri="{FF2B5EF4-FFF2-40B4-BE49-F238E27FC236}">
                <a16:creationId xmlns:a16="http://schemas.microsoft.com/office/drawing/2014/main" id="{FF2BF483-5EDC-9242-AD58-57E84F538C8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56520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 21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7" name="Picture Placeholder 4">
            <a:extLst>
              <a:ext uri="{FF2B5EF4-FFF2-40B4-BE49-F238E27FC236}">
                <a16:creationId xmlns:a16="http://schemas.microsoft.com/office/drawing/2014/main" id="{9FEF6117-B6D9-4841-8EFA-DF78BCFA9C0B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377415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8" name="Picture Placeholder 4">
            <a:extLst>
              <a:ext uri="{FF2B5EF4-FFF2-40B4-BE49-F238E27FC236}">
                <a16:creationId xmlns:a16="http://schemas.microsoft.com/office/drawing/2014/main" id="{90B0A6BB-BC70-4436-B334-35CF914D1772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2356104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9" name="Picture Placeholder 4">
            <a:extLst>
              <a:ext uri="{FF2B5EF4-FFF2-40B4-BE49-F238E27FC236}">
                <a16:creationId xmlns:a16="http://schemas.microsoft.com/office/drawing/2014/main" id="{EA23CA56-3568-4982-84E5-176DE32541C2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4331208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0" name="Picture Placeholder 4">
            <a:extLst>
              <a:ext uri="{FF2B5EF4-FFF2-40B4-BE49-F238E27FC236}">
                <a16:creationId xmlns:a16="http://schemas.microsoft.com/office/drawing/2014/main" id="{7E019EA7-B58E-4B17-A663-2E8CCD701589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306312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4" name="Picture Placeholder 4">
            <a:extLst>
              <a:ext uri="{FF2B5EF4-FFF2-40B4-BE49-F238E27FC236}">
                <a16:creationId xmlns:a16="http://schemas.microsoft.com/office/drawing/2014/main" id="{9A57066F-5BF5-43F7-A9DA-1788B5511DA7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281416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5" name="Picture Placeholder 4">
            <a:extLst>
              <a:ext uri="{FF2B5EF4-FFF2-40B4-BE49-F238E27FC236}">
                <a16:creationId xmlns:a16="http://schemas.microsoft.com/office/drawing/2014/main" id="{EA5F90EC-FB85-4041-85C1-409768D3A0C0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10256520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3337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ng Headline-Team 6-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>
            <a:extLst>
              <a:ext uri="{FF2B5EF4-FFF2-40B4-BE49-F238E27FC236}">
                <a16:creationId xmlns:a16="http://schemas.microsoft.com/office/drawing/2014/main" id="{9AA030BE-0C62-7F85-908F-CAB50CCA7D1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695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0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B8224852-B872-0E48-9DF5-0937E260C3B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1000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lIns="91440"/>
          <a:lstStyle>
            <a:lvl1pPr marL="0" indent="0">
              <a:buNone/>
              <a:defRPr sz="1800" b="0">
                <a:solidFill>
                  <a:schemeClr val="bg1"/>
                </a:solidFill>
              </a:defRPr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356104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3" name="Picture Placeholder 13">
            <a:extLst>
              <a:ext uri="{FF2B5EF4-FFF2-40B4-BE49-F238E27FC236}">
                <a16:creationId xmlns:a16="http://schemas.microsoft.com/office/drawing/2014/main" id="{4340D6FD-1887-3544-A26E-8F335B859BD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31208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4" name="Picture Placeholder 13">
            <a:extLst>
              <a:ext uri="{FF2B5EF4-FFF2-40B4-BE49-F238E27FC236}">
                <a16:creationId xmlns:a16="http://schemas.microsoft.com/office/drawing/2014/main" id="{FA080C1D-BB93-B249-9F54-C5F7A16E098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306312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5" name="Picture Placeholder 13">
            <a:extLst>
              <a:ext uri="{FF2B5EF4-FFF2-40B4-BE49-F238E27FC236}">
                <a16:creationId xmlns:a16="http://schemas.microsoft.com/office/drawing/2014/main" id="{A1C6FF20-E7DF-8F42-9AE5-920A6769DA4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56520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85299B8E-3F01-2548-8001-539E1BC62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926552"/>
            <a:ext cx="1554480" cy="1943892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 21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4E426F14-FA6B-9D46-869F-A452B7018F4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53236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 21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CA9187A3-C074-9F44-8687-E31C02BD508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81416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50" name="Text Placeholder 21">
            <a:extLst>
              <a:ext uri="{FF2B5EF4-FFF2-40B4-BE49-F238E27FC236}">
                <a16:creationId xmlns:a16="http://schemas.microsoft.com/office/drawing/2014/main" id="{538B1F0C-0682-354C-9C2E-DEAF9D4D61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9057" y="3926552"/>
            <a:ext cx="1554480" cy="195196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 21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1" name="Text Placeholder 21">
            <a:extLst>
              <a:ext uri="{FF2B5EF4-FFF2-40B4-BE49-F238E27FC236}">
                <a16:creationId xmlns:a16="http://schemas.microsoft.com/office/drawing/2014/main" id="{C69C98AC-20D5-A44F-AEBD-63FEBDE614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04878" y="3926552"/>
            <a:ext cx="1554480" cy="195196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 21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2" name="Text Placeholder 21">
            <a:extLst>
              <a:ext uri="{FF2B5EF4-FFF2-40B4-BE49-F238E27FC236}">
                <a16:creationId xmlns:a16="http://schemas.microsoft.com/office/drawing/2014/main" id="{6DA3268F-5CC4-7E4D-879D-3A3F1FBF6B5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80699" y="3926552"/>
            <a:ext cx="1554480" cy="19519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 21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3" name="Text Placeholder 21">
            <a:extLst>
              <a:ext uri="{FF2B5EF4-FFF2-40B4-BE49-F238E27FC236}">
                <a16:creationId xmlns:a16="http://schemas.microsoft.com/office/drawing/2014/main" id="{855592D2-902A-1146-B433-6648BEC8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56520" y="3926552"/>
            <a:ext cx="1554480" cy="194389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 21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8" name="Picture Placeholder 4">
            <a:extLst>
              <a:ext uri="{FF2B5EF4-FFF2-40B4-BE49-F238E27FC236}">
                <a16:creationId xmlns:a16="http://schemas.microsoft.com/office/drawing/2014/main" id="{199DF3DD-2E34-4D79-8E11-12CE813E73FA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381000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5" name="Picture Placeholder 4">
            <a:extLst>
              <a:ext uri="{FF2B5EF4-FFF2-40B4-BE49-F238E27FC236}">
                <a16:creationId xmlns:a16="http://schemas.microsoft.com/office/drawing/2014/main" id="{6FCD1A94-A214-4264-842C-B5DA710C1F37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2356104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7" name="Picture Placeholder 4">
            <a:extLst>
              <a:ext uri="{FF2B5EF4-FFF2-40B4-BE49-F238E27FC236}">
                <a16:creationId xmlns:a16="http://schemas.microsoft.com/office/drawing/2014/main" id="{895C1CB4-E517-4380-8170-E8C0CA787FBA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4331208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8" name="Picture Placeholder 4">
            <a:extLst>
              <a:ext uri="{FF2B5EF4-FFF2-40B4-BE49-F238E27FC236}">
                <a16:creationId xmlns:a16="http://schemas.microsoft.com/office/drawing/2014/main" id="{6AFBE91E-BB56-4FAF-ADEB-859CA86F829F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306312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9" name="Picture Placeholder 4">
            <a:extLst>
              <a:ext uri="{FF2B5EF4-FFF2-40B4-BE49-F238E27FC236}">
                <a16:creationId xmlns:a16="http://schemas.microsoft.com/office/drawing/2014/main" id="{15D78B8A-7ECF-44EE-A95F-FBD072A68894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281416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0" name="Picture Placeholder 4">
            <a:extLst>
              <a:ext uri="{FF2B5EF4-FFF2-40B4-BE49-F238E27FC236}">
                <a16:creationId xmlns:a16="http://schemas.microsoft.com/office/drawing/2014/main" id="{F2F64C30-F694-4DC6-AAED-5ECA99ECCF51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10256520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4574842-1E72-0841-B823-98EDA80F03B2}"/>
              </a:ext>
            </a:extLst>
          </p:cNvPr>
          <p:cNvSpPr txBox="1"/>
          <p:nvPr userDrawn="1"/>
        </p:nvSpPr>
        <p:spPr>
          <a:xfrm>
            <a:off x="8786191" y="6524392"/>
            <a:ext cx="2643809" cy="22488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kern="120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rPr>
              <a:t>Copyright © 2022 Accenture. All rights reserved.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A218FCC-E8FC-834D-8653-C67331CE796D}"/>
              </a:ext>
            </a:extLst>
          </p:cNvPr>
          <p:cNvSpPr txBox="1"/>
          <p:nvPr userDrawn="1"/>
        </p:nvSpPr>
        <p:spPr>
          <a:xfrm>
            <a:off x="11491372" y="6524393"/>
            <a:ext cx="326254" cy="20116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1F90F471-3972-4120-B8B3-0237DE626C35}" type="slidenum">
              <a:rPr lang="en-US" sz="800" kern="1200" smtClean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rPr>
              <a:pPr marL="0" marR="0" lvl="0" indent="0" algn="r" defTabSz="228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GB" sz="800" kern="1200">
              <a:solidFill>
                <a:schemeClr val="tx1">
                  <a:alpha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32" name="Logo_WH" descr="Accenture logo in white">
            <a:extLst>
              <a:ext uri="{FF2B5EF4-FFF2-40B4-BE49-F238E27FC236}">
                <a16:creationId xmlns:a16="http://schemas.microsoft.com/office/drawing/2014/main" id="{54620C12-A7EC-C943-94F8-082AB9A60A77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381001" y="6468393"/>
            <a:ext cx="781613" cy="205914"/>
            <a:chOff x="1561" y="187"/>
            <a:chExt cx="4536" cy="1195"/>
          </a:xfrm>
        </p:grpSpPr>
        <p:sp>
          <p:nvSpPr>
            <p:cNvPr id="46" name="Freeform 5">
              <a:extLst>
                <a:ext uri="{FF2B5EF4-FFF2-40B4-BE49-F238E27FC236}">
                  <a16:creationId xmlns:a16="http://schemas.microsoft.com/office/drawing/2014/main" id="{64EBCA1E-6409-2445-A30E-43CB6188BBF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6">
              <a:extLst>
                <a:ext uri="{FF2B5EF4-FFF2-40B4-BE49-F238E27FC236}">
                  <a16:creationId xmlns:a16="http://schemas.microsoft.com/office/drawing/2014/main" id="{AFFDF6F2-52C4-0546-A5B6-5125315A0A3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191494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hort Headline and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AA6D93-92FF-400D-8AF3-C5AC33611540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096000" y="1"/>
            <a:ext cx="6096000" cy="6857999"/>
          </a:xfrm>
          <a:solidFill>
            <a:schemeClr val="bg1">
              <a:lumMod val="95000"/>
            </a:schemeClr>
          </a:solidFill>
        </p:spPr>
        <p:txBody>
          <a:bodyPr tIns="548640" anchor="t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Drag picture to placeholder or click icon to add, then ‘Send to Back’</a:t>
            </a:r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BB929FF-38D9-4792-A56F-C1810627FF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5334000" cy="26670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AF384B1D-1AA1-4DD2-A317-08008594FF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/>
              <a:t>Copyright © 2021 Accenture. All rights reserved.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796047A-AB81-403A-B649-52C6F7827E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1000" y="3267634"/>
            <a:ext cx="5330952" cy="3044265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lang="en-US" sz="2000" b="0" i="0" kern="1200" dirty="0" smtClean="0">
                <a:solidFill>
                  <a:schemeClr val="accent1"/>
                </a:solidFill>
                <a:latin typeface="Graphik Light" panose="020B0403030202060203" pitchFamily="34" charset="77"/>
                <a:ea typeface="+mn-ea"/>
                <a:cs typeface="+mn-cs"/>
              </a:defRPr>
            </a:lvl1pPr>
            <a:lvl2pPr marL="228600" indent="-228600">
              <a:buFont typeface="Arial" panose="020B0604020202020204" pitchFamily="34" charset="0"/>
              <a:buChar char="•"/>
              <a:defRPr sz="1800"/>
            </a:lvl2pPr>
            <a:lvl3pPr marL="457200">
              <a:buFont typeface="Arial" panose="020B0503030202060203" pitchFamily="34" charset="0"/>
              <a:buChar char="–"/>
              <a:defRPr sz="1800"/>
            </a:lvl3pPr>
            <a:lvl4pPr marL="685800">
              <a:buFont typeface="Arial" panose="020B0604020202020204" pitchFamily="34" charset="0"/>
              <a:buChar char="•"/>
              <a:defRPr sz="1600"/>
            </a:lvl4pPr>
            <a:lvl5pPr marL="914400">
              <a:buFont typeface="Arial" panose="020B0503030202060203" pitchFamily="34" charset="0"/>
              <a:buChar char="–"/>
              <a:defRPr sz="1600"/>
            </a:lvl5pPr>
          </a:lstStyle>
          <a:p>
            <a:pPr marL="0" lvl="0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light 20pt</a:t>
            </a:r>
            <a:endParaRPr lang="en-US"/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bullet 18pt</a:t>
            </a:r>
          </a:p>
          <a:p>
            <a:pPr lvl="3"/>
            <a:r>
              <a:rPr lang="en-US"/>
              <a:t>Fourth level bullet 16pt</a:t>
            </a:r>
          </a:p>
          <a:p>
            <a:pPr lvl="4"/>
            <a:r>
              <a:rPr lang="en-US"/>
              <a:t>Fifth level bullet 16pt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A2778-1AEF-4134-970E-9AB430A5206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84746" y="5883738"/>
            <a:ext cx="326254" cy="201168"/>
          </a:xfrm>
          <a:prstGeom prst="rect">
            <a:avLst/>
          </a:prstGeom>
        </p:spPr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2" name="Logo_BL" descr="Accenture logo in black and purple">
            <a:extLst>
              <a:ext uri="{FF2B5EF4-FFF2-40B4-BE49-F238E27FC236}">
                <a16:creationId xmlns:a16="http://schemas.microsoft.com/office/drawing/2014/main" id="{C2B949AF-39D8-F249-BB2C-23F05545F9B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81000" y="6467776"/>
            <a:ext cx="781597" cy="205956"/>
            <a:chOff x="2387" y="1701"/>
            <a:chExt cx="4535" cy="1195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EAB7BBCB-327D-094E-B312-FF60A5EDD50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B711241D-A3E7-BA4A-AB93-328A0A1BF8E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9862530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hort Headline and Image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3C175DBF-B214-322E-EF67-DDAA0181A08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-26194" y="6309426"/>
            <a:ext cx="12218194" cy="561600"/>
          </a:xfrm>
          <a:prstGeom prst="rect">
            <a:avLst/>
          </a:prstGeom>
        </p:spPr>
      </p:pic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-1"/>
            <a:ext cx="6096024" cy="6309361"/>
          </a:xfrm>
          <a:solidFill>
            <a:schemeClr val="tx1">
              <a:lumMod val="95000"/>
            </a:schemeClr>
          </a:solidFill>
        </p:spPr>
        <p:txBody>
          <a:bodyPr lIns="0" tIns="210312" anchor="t"/>
          <a:lstStyle>
            <a:lvl1pPr marL="0" indent="0" algn="ctr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3B30F4D9-6AB9-4693-B1C3-C7BE8D81EC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6999" y="381000"/>
            <a:ext cx="5334000" cy="26670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C42B8317-AACA-4DC7-AD68-8986DF6299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80047" y="3264586"/>
            <a:ext cx="5330952" cy="3047313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228600" indent="-228600"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2pPr>
            <a:lvl3pPr marL="457200">
              <a:buFont typeface="Arial" panose="020B0503030202060203" pitchFamily="34" charset="0"/>
              <a:buChar char="–"/>
              <a:defRPr sz="1800">
                <a:solidFill>
                  <a:schemeClr val="tx1"/>
                </a:solidFill>
              </a:defRPr>
            </a:lvl3pPr>
            <a:lvl4pPr marL="685800"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4pPr>
            <a:lvl5pPr marL="914400">
              <a:buFont typeface="Arial" panose="020B0503030202060203" pitchFamily="34" charset="0"/>
              <a:buChar char="–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GT Sectra Fine </a:t>
            </a:r>
            <a:r>
              <a:rPr lang="en-GB" err="1"/>
              <a:t>Rg</a:t>
            </a:r>
            <a:r>
              <a:rPr lang="en-GB"/>
              <a:t> 24pt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bullet 18pt</a:t>
            </a:r>
          </a:p>
          <a:p>
            <a:pPr lvl="3"/>
            <a:r>
              <a:rPr lang="en-US"/>
              <a:t>Fourth level bullet 16pt</a:t>
            </a:r>
          </a:p>
          <a:p>
            <a:pPr lvl="4"/>
            <a:r>
              <a:rPr lang="en-US"/>
              <a:t>Fifth level bullet 16pt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E47D4F0-685A-0C4E-A4FD-C14F126ED38F}"/>
              </a:ext>
            </a:extLst>
          </p:cNvPr>
          <p:cNvSpPr txBox="1"/>
          <p:nvPr userDrawn="1"/>
        </p:nvSpPr>
        <p:spPr>
          <a:xfrm>
            <a:off x="8786191" y="6524392"/>
            <a:ext cx="2643809" cy="22488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kern="120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rPr>
              <a:t>Copyright © 2022 Accenture. All rights reserved.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0D4EA8F-64B7-1E4E-B0F7-42415579543D}"/>
              </a:ext>
            </a:extLst>
          </p:cNvPr>
          <p:cNvSpPr txBox="1"/>
          <p:nvPr userDrawn="1"/>
        </p:nvSpPr>
        <p:spPr>
          <a:xfrm>
            <a:off x="11491372" y="6524393"/>
            <a:ext cx="326254" cy="20116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1F90F471-3972-4120-B8B3-0237DE626C35}" type="slidenum">
              <a:rPr lang="en-US" sz="800" kern="1200" smtClean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rPr>
              <a:pPr marL="0" marR="0" lvl="0" indent="0" algn="r" defTabSz="228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GB" sz="800" kern="1200">
              <a:solidFill>
                <a:schemeClr val="tx1">
                  <a:alpha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27" name="Logo_WH" descr="Accenture logo in white">
            <a:extLst>
              <a:ext uri="{FF2B5EF4-FFF2-40B4-BE49-F238E27FC236}">
                <a16:creationId xmlns:a16="http://schemas.microsoft.com/office/drawing/2014/main" id="{FC352633-9AA7-CA43-B55D-8D0984C8DB73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381001" y="6468393"/>
            <a:ext cx="781613" cy="205914"/>
            <a:chOff x="1561" y="187"/>
            <a:chExt cx="4536" cy="1195"/>
          </a:xfrm>
        </p:grpSpPr>
        <p:sp>
          <p:nvSpPr>
            <p:cNvPr id="29" name="Freeform 5">
              <a:extLst>
                <a:ext uri="{FF2B5EF4-FFF2-40B4-BE49-F238E27FC236}">
                  <a16:creationId xmlns:a16="http://schemas.microsoft.com/office/drawing/2014/main" id="{C8302EB6-27F4-C84F-95A5-C9391885C3C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6">
              <a:extLst>
                <a:ext uri="{FF2B5EF4-FFF2-40B4-BE49-F238E27FC236}">
                  <a16:creationId xmlns:a16="http://schemas.microsoft.com/office/drawing/2014/main" id="{12D43CD1-A278-5C47-BA3F-B824C304AC0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854535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3FBE538-190D-67F2-2EB6-44B13C735A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7062697" y="937954"/>
            <a:ext cx="4177552" cy="4976446"/>
          </a:xfrm>
          <a:prstGeom prst="rect">
            <a:avLst/>
          </a:prstGeom>
        </p:spPr>
      </p:pic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858001" y="744434"/>
            <a:ext cx="4190998" cy="4976446"/>
          </a:xfrm>
          <a:solidFill>
            <a:schemeClr val="bg1">
              <a:lumMod val="95000"/>
            </a:schemeClr>
          </a:solidFill>
          <a:effectLst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1593669"/>
            <a:ext cx="4952999" cy="3277976"/>
          </a:xfrm>
        </p:spPr>
        <p:txBody>
          <a:bodyPr anchor="ctr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quote or key message here 54pt</a:t>
            </a:r>
          </a:p>
        </p:txBody>
      </p:sp>
    </p:spTree>
    <p:extLst>
      <p:ext uri="{BB962C8B-B14F-4D97-AF65-F5344CB8AC3E}">
        <p14:creationId xmlns:p14="http://schemas.microsoft.com/office/powerpoint/2010/main" val="2654648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+ image (alternativ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858001" y="744434"/>
            <a:ext cx="4190998" cy="4976446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1593669"/>
            <a:ext cx="4952999" cy="3277976"/>
          </a:xfrm>
        </p:spPr>
        <p:txBody>
          <a:bodyPr anchor="ctr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quote or key message here 54pt</a:t>
            </a:r>
          </a:p>
        </p:txBody>
      </p:sp>
    </p:spTree>
    <p:extLst>
      <p:ext uri="{BB962C8B-B14F-4D97-AF65-F5344CB8AC3E}">
        <p14:creationId xmlns:p14="http://schemas.microsoft.com/office/powerpoint/2010/main" val="28455324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Quote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0DC781BF-2F59-382D-4E38-63C331BE1A1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0" y="3240755"/>
            <a:ext cx="5524500" cy="286957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lang="en-US" sz="1800" b="0" i="0" kern="1200" dirty="0">
                <a:solidFill>
                  <a:schemeClr val="accent1"/>
                </a:solidFill>
                <a:latin typeface="Graphik Light" panose="020B0403030202060203" pitchFamily="34" charset="77"/>
                <a:ea typeface="+mn-ea"/>
                <a:cs typeface="+mn-cs"/>
              </a:defRPr>
            </a:lvl1pPr>
            <a:lvl2pPr marL="0" indent="0">
              <a:buNone/>
              <a:defRPr sz="1800"/>
            </a:lvl2pPr>
            <a:lvl3pPr marL="228600">
              <a:buFont typeface="Arial" panose="020B0604020202020204" pitchFamily="34" charset="0"/>
              <a:buChar char="•"/>
              <a:defRPr sz="1800"/>
            </a:lvl3pPr>
            <a:lvl4pPr marL="457200">
              <a:buFont typeface="System Font"/>
              <a:buChar char="–"/>
              <a:defRPr sz="1600"/>
            </a:lvl4pPr>
            <a:lvl5pPr marL="685800">
              <a:buFont typeface="Arial" panose="020B0604020202020204" pitchFamily="34" charset="0"/>
              <a:buChar char="•"/>
              <a:defRPr sz="1600"/>
            </a:lvl5pPr>
          </a:lstStyle>
          <a:p>
            <a:pPr marL="0" lvl="0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sub-headline here in GT Sectra Fine, indent for other levels</a:t>
            </a: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3666BA3D-0ADF-0D9A-C757-64B0E6AE2F3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86499" y="1607899"/>
            <a:ext cx="5524500" cy="4502426"/>
          </a:xfrm>
        </p:spPr>
        <p:txBody>
          <a:bodyPr/>
          <a:lstStyle/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502B31A-F135-FABF-8BE2-6629B878CE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1607899"/>
            <a:ext cx="5524499" cy="1632856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82659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istics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435FA7CF-814D-F111-F732-2E9CAACBFE4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-26194" y="6309426"/>
            <a:ext cx="12218194" cy="5616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7FF1C6BE-E6FE-4BD6-8477-A09403EEE56E}"/>
              </a:ext>
            </a:extLst>
          </p:cNvPr>
          <p:cNvSpPr/>
          <p:nvPr userDrawn="1"/>
        </p:nvSpPr>
        <p:spPr bwMode="white">
          <a:xfrm>
            <a:off x="-10" y="-3"/>
            <a:ext cx="6096008" cy="63119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2" name="Text Placeholder 32">
            <a:extLst>
              <a:ext uri="{FF2B5EF4-FFF2-40B4-BE49-F238E27FC236}">
                <a16:creationId xmlns:a16="http://schemas.microsoft.com/office/drawing/2014/main" id="{AC315915-FC9E-0942-980E-6C0E99FEA8D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0986" y="1490071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 24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92" y="0"/>
            <a:ext cx="6096008" cy="6311900"/>
          </a:xfrm>
          <a:solidFill>
            <a:schemeClr val="bg1">
              <a:lumMod val="95000"/>
            </a:schemeClr>
          </a:solidFill>
        </p:spPr>
        <p:txBody>
          <a:bodyPr tIns="45720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8D7539E0-EC97-4984-8CDD-85CC949BB7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1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49C8D0A-C37D-4D9A-9703-8A0AFB18570C}"/>
              </a:ext>
            </a:extLst>
          </p:cNvPr>
          <p:cNvCxnSpPr>
            <a:cxnSpLocks/>
          </p:cNvCxnSpPr>
          <p:nvPr userDrawn="1"/>
        </p:nvCxnSpPr>
        <p:spPr>
          <a:xfrm>
            <a:off x="0" y="3155950"/>
            <a:ext cx="6096008" cy="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8992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1001" y="3536948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0" name="Text Placeholder 26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28992" y="3536948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BE5BBCC-C957-48B6-99B6-EF1F3E80F622}"/>
              </a:ext>
            </a:extLst>
          </p:cNvPr>
          <p:cNvCxnSpPr>
            <a:cxnSpLocks/>
          </p:cNvCxnSpPr>
          <p:nvPr userDrawn="1"/>
        </p:nvCxnSpPr>
        <p:spPr>
          <a:xfrm>
            <a:off x="3047998" y="-2"/>
            <a:ext cx="0" cy="6311902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 Placeholder 32">
            <a:extLst>
              <a:ext uri="{FF2B5EF4-FFF2-40B4-BE49-F238E27FC236}">
                <a16:creationId xmlns:a16="http://schemas.microsoft.com/office/drawing/2014/main" id="{15FC8104-48E6-B248-8FB6-974B5ABAE65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28992" y="1490071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 24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4" name="Text Placeholder 32">
            <a:extLst>
              <a:ext uri="{FF2B5EF4-FFF2-40B4-BE49-F238E27FC236}">
                <a16:creationId xmlns:a16="http://schemas.microsoft.com/office/drawing/2014/main" id="{27C860B3-C7A0-E840-9D83-305F7392029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0986" y="4646021"/>
            <a:ext cx="2285996" cy="1665879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 24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5" name="Text Placeholder 32">
            <a:extLst>
              <a:ext uri="{FF2B5EF4-FFF2-40B4-BE49-F238E27FC236}">
                <a16:creationId xmlns:a16="http://schemas.microsoft.com/office/drawing/2014/main" id="{0559DD1F-A98C-F14E-95DC-32EC947751E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28992" y="4646020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 24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E74E9BF-7106-AE42-A23D-92E0F90301C9}"/>
              </a:ext>
            </a:extLst>
          </p:cNvPr>
          <p:cNvSpPr txBox="1"/>
          <p:nvPr userDrawn="1"/>
        </p:nvSpPr>
        <p:spPr>
          <a:xfrm>
            <a:off x="8786191" y="6524392"/>
            <a:ext cx="2643809" cy="22488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kern="1200">
                <a:solidFill>
                  <a:schemeClr val="bg1">
                    <a:lumMod val="75000"/>
                    <a:alpha val="75000"/>
                  </a:schemeClr>
                </a:solidFill>
                <a:latin typeface="+mn-lt"/>
                <a:ea typeface="+mn-ea"/>
                <a:cs typeface="+mn-cs"/>
              </a:rPr>
              <a:t>Copyright © 2022 Accenture. All rights reserved.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FFA7DD8-19C2-FA43-A40D-6180EDD03855}"/>
              </a:ext>
            </a:extLst>
          </p:cNvPr>
          <p:cNvSpPr txBox="1"/>
          <p:nvPr userDrawn="1"/>
        </p:nvSpPr>
        <p:spPr>
          <a:xfrm>
            <a:off x="11491372" y="6524393"/>
            <a:ext cx="326254" cy="20116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1F90F471-3972-4120-B8B3-0237DE626C35}" type="slidenum">
              <a:rPr lang="en-US" sz="800" kern="1200" smtClean="0">
                <a:solidFill>
                  <a:schemeClr val="bg1">
                    <a:lumMod val="75000"/>
                    <a:alpha val="75000"/>
                  </a:schemeClr>
                </a:solidFill>
                <a:latin typeface="+mn-lt"/>
                <a:ea typeface="+mn-ea"/>
                <a:cs typeface="+mn-cs"/>
              </a:rPr>
              <a:pPr marL="0" marR="0" lvl="0" indent="0" algn="r" defTabSz="228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GB" sz="800" kern="1200">
              <a:solidFill>
                <a:schemeClr val="bg1">
                  <a:lumMod val="75000"/>
                  <a:alpha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30" name="Logo_WH" descr="Accenture logo in white">
            <a:extLst>
              <a:ext uri="{FF2B5EF4-FFF2-40B4-BE49-F238E27FC236}">
                <a16:creationId xmlns:a16="http://schemas.microsoft.com/office/drawing/2014/main" id="{8FBD53CB-D310-FD41-9E4D-2BB033782583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381001" y="6468393"/>
            <a:ext cx="781613" cy="205914"/>
            <a:chOff x="1561" y="187"/>
            <a:chExt cx="4536" cy="1195"/>
          </a:xfrm>
        </p:grpSpPr>
        <p:sp>
          <p:nvSpPr>
            <p:cNvPr id="34" name="Freeform 5">
              <a:extLst>
                <a:ext uri="{FF2B5EF4-FFF2-40B4-BE49-F238E27FC236}">
                  <a16:creationId xmlns:a16="http://schemas.microsoft.com/office/drawing/2014/main" id="{7995EAEC-FE55-A442-8381-11DD6E5FDED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6">
              <a:extLst>
                <a:ext uri="{FF2B5EF4-FFF2-40B4-BE49-F238E27FC236}">
                  <a16:creationId xmlns:a16="http://schemas.microsoft.com/office/drawing/2014/main" id="{ECAACFAE-1566-CD42-A3E5-866F7B745FA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235853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istics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CF5966A0-41BD-8D8C-C2F8-A2793720A8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-26194" y="6309426"/>
            <a:ext cx="12218194" cy="5616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5BB918B6-32FF-4857-A645-C1032AFA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5333969" cy="2393952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E53630-789F-425F-8AB1-96EFF4EA1E46}"/>
              </a:ext>
            </a:extLst>
          </p:cNvPr>
          <p:cNvSpPr/>
          <p:nvPr userDrawn="1"/>
        </p:nvSpPr>
        <p:spPr bwMode="white">
          <a:xfrm>
            <a:off x="9144056" y="3155948"/>
            <a:ext cx="3047944" cy="31559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16F949-3472-4EBC-9DC1-05EC807C9FC0}"/>
              </a:ext>
            </a:extLst>
          </p:cNvPr>
          <p:cNvSpPr/>
          <p:nvPr userDrawn="1"/>
        </p:nvSpPr>
        <p:spPr bwMode="white">
          <a:xfrm>
            <a:off x="3048000" y="3155948"/>
            <a:ext cx="3047968" cy="315595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76" y="-1"/>
            <a:ext cx="3048024" cy="3151189"/>
          </a:xfrm>
          <a:solidFill>
            <a:schemeClr val="bg1">
              <a:lumMod val="95000"/>
            </a:schemeClr>
          </a:solidFill>
        </p:spPr>
        <p:txBody>
          <a:bodyPr t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</a:t>
            </a:r>
          </a:p>
          <a:p>
            <a:r>
              <a:rPr lang="en-GB"/>
              <a:t>or click icon to add</a:t>
            </a:r>
            <a:endParaRPr lang="en-US"/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25007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7" name="Text Placeholder 32">
            <a:extLst>
              <a:ext uri="{FF2B5EF4-FFF2-40B4-BE49-F238E27FC236}">
                <a16:creationId xmlns:a16="http://schemas.microsoft.com/office/drawing/2014/main" id="{705CC01D-6D66-4B27-8D0E-E2205E002C2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525005" y="1490071"/>
            <a:ext cx="2285995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 20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28988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9" name="Text Placeholder 32">
            <a:extLst>
              <a:ext uri="{FF2B5EF4-FFF2-40B4-BE49-F238E27FC236}">
                <a16:creationId xmlns:a16="http://schemas.microsoft.com/office/drawing/2014/main" id="{D36C84D9-D180-4ECA-9C39-AB74A8A3E6B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28986" y="4647836"/>
            <a:ext cx="2285995" cy="1284879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 20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50" name="Text Placeholder 26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76996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1" name="Text Placeholder 32">
            <a:extLst>
              <a:ext uri="{FF2B5EF4-FFF2-40B4-BE49-F238E27FC236}">
                <a16:creationId xmlns:a16="http://schemas.microsoft.com/office/drawing/2014/main" id="{2ACA6616-E51D-4660-96C1-738E6693FAD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476994" y="4647835"/>
            <a:ext cx="2285995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 20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1" name="Picture Placeholder 35">
            <a:extLst>
              <a:ext uri="{FF2B5EF4-FFF2-40B4-BE49-F238E27FC236}">
                <a16:creationId xmlns:a16="http://schemas.microsoft.com/office/drawing/2014/main" id="{4CA191CE-F49B-4889-A102-DDD1279F3FB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0" y="3155942"/>
            <a:ext cx="3048000" cy="3155958"/>
          </a:xfrm>
          <a:solidFill>
            <a:schemeClr val="bg1">
              <a:lumMod val="95000"/>
            </a:schemeClr>
          </a:solidFill>
        </p:spPr>
        <p:txBody>
          <a:bodyPr vert="horz" lIns="0" tIns="274320" rIns="0" bIns="0" rtlCol="0" anchor="t">
            <a:noAutofit/>
          </a:bodyPr>
          <a:lstStyle>
            <a:lvl1pPr marL="0" indent="0" algn="ctr">
              <a:buNone/>
              <a:defRPr lang="en-US" sz="1400" dirty="0"/>
            </a:lvl1pPr>
          </a:lstStyle>
          <a:p>
            <a:pPr marL="228600" lvl="0" indent="-228600" algn="ctr"/>
            <a:r>
              <a:rPr lang="en-GB"/>
              <a:t>Drag picture to placeholder </a:t>
            </a:r>
          </a:p>
          <a:p>
            <a:pPr marL="228600" lvl="0" indent="-228600" algn="ctr"/>
            <a:r>
              <a:rPr lang="en-GB"/>
              <a:t>or click icon to add</a:t>
            </a:r>
            <a:endParaRPr lang="en-US"/>
          </a:p>
        </p:txBody>
      </p:sp>
      <p:sp>
        <p:nvSpPr>
          <p:cNvPr id="24" name="Text Placeholder 26">
            <a:extLst>
              <a:ext uri="{FF2B5EF4-FFF2-40B4-BE49-F238E27FC236}">
                <a16:creationId xmlns:a16="http://schemas.microsoft.com/office/drawing/2014/main" id="{86209476-BF69-4014-99E6-B53C87141B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25001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25" name="Text Placeholder 32">
            <a:extLst>
              <a:ext uri="{FF2B5EF4-FFF2-40B4-BE49-F238E27FC236}">
                <a16:creationId xmlns:a16="http://schemas.microsoft.com/office/drawing/2014/main" id="{07ADCD97-A8C0-487C-9E6C-6CD77C3BE05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524999" y="4647836"/>
            <a:ext cx="2285995" cy="1662794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headline20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8536CED-3AA6-DD4D-B09D-B3FD5D1D4BC1}"/>
              </a:ext>
            </a:extLst>
          </p:cNvPr>
          <p:cNvSpPr txBox="1"/>
          <p:nvPr userDrawn="1"/>
        </p:nvSpPr>
        <p:spPr>
          <a:xfrm>
            <a:off x="8786191" y="6524392"/>
            <a:ext cx="2643809" cy="22488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kern="1200">
                <a:solidFill>
                  <a:schemeClr val="bg1">
                    <a:lumMod val="75000"/>
                    <a:alpha val="75000"/>
                  </a:schemeClr>
                </a:solidFill>
                <a:latin typeface="+mn-lt"/>
                <a:ea typeface="+mn-ea"/>
                <a:cs typeface="+mn-cs"/>
              </a:rPr>
              <a:t>Copyright © 2022 Accenture. All rights reserved.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E3A4C50-E675-F347-9112-8007801F6FB0}"/>
              </a:ext>
            </a:extLst>
          </p:cNvPr>
          <p:cNvSpPr txBox="1"/>
          <p:nvPr userDrawn="1"/>
        </p:nvSpPr>
        <p:spPr>
          <a:xfrm>
            <a:off x="11491372" y="6524393"/>
            <a:ext cx="326254" cy="20116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1F90F471-3972-4120-B8B3-0237DE626C35}" type="slidenum">
              <a:rPr lang="en-US" sz="800" kern="1200" smtClean="0">
                <a:solidFill>
                  <a:schemeClr val="bg1">
                    <a:lumMod val="75000"/>
                    <a:alpha val="75000"/>
                  </a:schemeClr>
                </a:solidFill>
                <a:latin typeface="+mn-lt"/>
                <a:ea typeface="+mn-ea"/>
                <a:cs typeface="+mn-cs"/>
              </a:rPr>
              <a:pPr marL="0" marR="0" lvl="0" indent="0" algn="r" defTabSz="228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GB" sz="800" kern="1200">
              <a:solidFill>
                <a:schemeClr val="bg1">
                  <a:lumMod val="75000"/>
                  <a:alpha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30" name="Logo_WH" descr="Accenture logo in white">
            <a:extLst>
              <a:ext uri="{FF2B5EF4-FFF2-40B4-BE49-F238E27FC236}">
                <a16:creationId xmlns:a16="http://schemas.microsoft.com/office/drawing/2014/main" id="{44DF9FF2-C91D-B34F-910C-6F98E644B59C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381000" y="6472465"/>
            <a:ext cx="781613" cy="205914"/>
            <a:chOff x="1561" y="187"/>
            <a:chExt cx="4536" cy="1195"/>
          </a:xfrm>
        </p:grpSpPr>
        <p:sp>
          <p:nvSpPr>
            <p:cNvPr id="41" name="Freeform 5">
              <a:extLst>
                <a:ext uri="{FF2B5EF4-FFF2-40B4-BE49-F238E27FC236}">
                  <a16:creationId xmlns:a16="http://schemas.microsoft.com/office/drawing/2014/main" id="{3707A266-59AD-4E42-B7EA-6BA11653647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6">
              <a:extLst>
                <a:ext uri="{FF2B5EF4-FFF2-40B4-BE49-F238E27FC236}">
                  <a16:creationId xmlns:a16="http://schemas.microsoft.com/office/drawing/2014/main" id="{AE710F9E-D0BB-C540-BE45-F96738E34BD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54250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Message Gradient Dark 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E0EF86F2-9E30-665D-4653-82EEFF5AF8F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695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40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key message here 54pt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B73853D-DD67-0A4D-8304-DD477F3A536E}"/>
              </a:ext>
            </a:extLst>
          </p:cNvPr>
          <p:cNvSpPr txBox="1"/>
          <p:nvPr userDrawn="1"/>
        </p:nvSpPr>
        <p:spPr>
          <a:xfrm>
            <a:off x="8786191" y="6524392"/>
            <a:ext cx="2643809" cy="22488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kern="1200">
                <a:solidFill>
                  <a:schemeClr val="tx1">
                    <a:lumMod val="85000"/>
                    <a:alpha val="75000"/>
                  </a:schemeClr>
                </a:solidFill>
                <a:latin typeface="+mn-lt"/>
                <a:ea typeface="+mn-ea"/>
                <a:cs typeface="+mn-cs"/>
              </a:rPr>
              <a:t>Copyright © 2022 Accenture. All rights reserved.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202D6FC-4C47-1F41-8987-DAFB233933C3}"/>
              </a:ext>
            </a:extLst>
          </p:cNvPr>
          <p:cNvSpPr txBox="1"/>
          <p:nvPr userDrawn="1"/>
        </p:nvSpPr>
        <p:spPr>
          <a:xfrm>
            <a:off x="11491372" y="6524393"/>
            <a:ext cx="326254" cy="20116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1F90F471-3972-4120-B8B3-0237DE626C35}" type="slidenum">
              <a:rPr lang="en-US" sz="800" kern="1200" smtClean="0">
                <a:solidFill>
                  <a:schemeClr val="tx1">
                    <a:lumMod val="85000"/>
                    <a:alpha val="75000"/>
                  </a:schemeClr>
                </a:solidFill>
                <a:latin typeface="+mn-lt"/>
                <a:ea typeface="+mn-ea"/>
                <a:cs typeface="+mn-cs"/>
              </a:rPr>
              <a:pPr marL="0" marR="0" lvl="0" indent="0" algn="r" defTabSz="228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GB" sz="800" kern="1200">
              <a:solidFill>
                <a:schemeClr val="tx1">
                  <a:lumMod val="85000"/>
                  <a:alpha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15" name="Logo_WH" descr="Accenture logo in white">
            <a:extLst>
              <a:ext uri="{FF2B5EF4-FFF2-40B4-BE49-F238E27FC236}">
                <a16:creationId xmlns:a16="http://schemas.microsoft.com/office/drawing/2014/main" id="{8407E676-AF7A-CA44-A5B4-E06514E484A5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381001" y="6468393"/>
            <a:ext cx="781613" cy="205914"/>
            <a:chOff x="1561" y="187"/>
            <a:chExt cx="4536" cy="1195"/>
          </a:xfrm>
        </p:grpSpPr>
        <p:sp>
          <p:nvSpPr>
            <p:cNvPr id="19" name="Freeform 5">
              <a:extLst>
                <a:ext uri="{FF2B5EF4-FFF2-40B4-BE49-F238E27FC236}">
                  <a16:creationId xmlns:a16="http://schemas.microsoft.com/office/drawing/2014/main" id="{C00883E5-8D35-B441-88AA-9C204DB29BA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6">
              <a:extLst>
                <a:ext uri="{FF2B5EF4-FFF2-40B4-BE49-F238E27FC236}">
                  <a16:creationId xmlns:a16="http://schemas.microsoft.com/office/drawing/2014/main" id="{CBBA508A-0B57-9849-A9FA-74CA13C976E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940917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Image">
    <p:bg>
      <p:bgPr>
        <a:solidFill>
          <a:schemeClr val="bg1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5AD31DD4-2506-4E03-897C-F4C8C020F0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39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headline here 54pt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A849979-1CE5-8448-888E-74AC4988A2D6}"/>
              </a:ext>
            </a:extLst>
          </p:cNvPr>
          <p:cNvSpPr txBox="1"/>
          <p:nvPr userDrawn="1"/>
        </p:nvSpPr>
        <p:spPr>
          <a:xfrm>
            <a:off x="8786191" y="6524392"/>
            <a:ext cx="2643809" cy="22488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kern="1200">
                <a:solidFill>
                  <a:schemeClr val="tx1">
                    <a:lumMod val="85000"/>
                    <a:alpha val="75000"/>
                  </a:schemeClr>
                </a:solidFill>
                <a:latin typeface="+mn-lt"/>
                <a:ea typeface="+mn-ea"/>
                <a:cs typeface="+mn-cs"/>
              </a:rPr>
              <a:t>Copyright © 2022 Accenture. All rights reserved.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F37378D-28E6-C545-A253-BB41CA71934C}"/>
              </a:ext>
            </a:extLst>
          </p:cNvPr>
          <p:cNvSpPr txBox="1"/>
          <p:nvPr userDrawn="1"/>
        </p:nvSpPr>
        <p:spPr>
          <a:xfrm>
            <a:off x="11491372" y="6524393"/>
            <a:ext cx="326254" cy="20116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1F90F471-3972-4120-B8B3-0237DE626C35}" type="slidenum">
              <a:rPr lang="en-US" sz="800" kern="1200" smtClean="0">
                <a:solidFill>
                  <a:schemeClr val="tx1">
                    <a:lumMod val="85000"/>
                    <a:alpha val="75000"/>
                  </a:schemeClr>
                </a:solidFill>
                <a:latin typeface="+mn-lt"/>
                <a:ea typeface="+mn-ea"/>
                <a:cs typeface="+mn-cs"/>
              </a:rPr>
              <a:pPr marL="0" marR="0" lvl="0" indent="0" algn="r" defTabSz="228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GB" sz="800" kern="1200">
              <a:solidFill>
                <a:schemeClr val="tx1">
                  <a:lumMod val="85000"/>
                  <a:alpha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24" name="Logo_WH" descr="Accenture logo in white">
            <a:extLst>
              <a:ext uri="{FF2B5EF4-FFF2-40B4-BE49-F238E27FC236}">
                <a16:creationId xmlns:a16="http://schemas.microsoft.com/office/drawing/2014/main" id="{0BEC22B2-3A94-A64C-B18F-7149C4B854AC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374374" y="6475768"/>
            <a:ext cx="781613" cy="205914"/>
            <a:chOff x="1561" y="187"/>
            <a:chExt cx="4536" cy="1195"/>
          </a:xfrm>
        </p:grpSpPr>
        <p:sp>
          <p:nvSpPr>
            <p:cNvPr id="26" name="Freeform 5">
              <a:extLst>
                <a:ext uri="{FF2B5EF4-FFF2-40B4-BE49-F238E27FC236}">
                  <a16:creationId xmlns:a16="http://schemas.microsoft.com/office/drawing/2014/main" id="{CCD3C947-AF43-6D46-9D27-89F48047E72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6">
              <a:extLst>
                <a:ext uri="{FF2B5EF4-FFF2-40B4-BE49-F238E27FC236}">
                  <a16:creationId xmlns:a16="http://schemas.microsoft.com/office/drawing/2014/main" id="{F8C8BBAB-83C7-5E49-BDBD-633CE656CCD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322038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8546ADE-103C-4652-A344-9C0C8C49EC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2800" b="1" kern="1200" dirty="0">
                <a:solidFill>
                  <a:schemeClr val="tx1"/>
                </a:solidFill>
                <a:latin typeface="Graphik Semibold" panose="020B0503030202060203" pitchFamily="34" charset="77"/>
                <a:ea typeface="+mj-ea"/>
                <a:cs typeface="+mj-cs"/>
              </a:defRPr>
            </a:lvl1pPr>
          </a:lstStyle>
          <a:p>
            <a:r>
              <a:rPr lang="en-GB"/>
              <a:t>Place headline here (28pt)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2432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4">
          <p15:clr>
            <a:srgbClr val="FBAE4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2800" b="1" kern="1200" dirty="0">
                <a:solidFill>
                  <a:schemeClr val="tx1"/>
                </a:solidFill>
                <a:latin typeface="Graphik Semibold" panose="020B0503030202060203" pitchFamily="34" charset="77"/>
                <a:ea typeface="+mj-ea"/>
                <a:cs typeface="+mj-cs"/>
              </a:defRPr>
            </a:lvl1pPr>
          </a:lstStyle>
          <a:p>
            <a:r>
              <a:rPr lang="en-GB"/>
              <a:t>Place headline here (28pt)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385C65-6BFC-4F61-A214-71B69537BB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803716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lang="en-US" sz="1600" b="0" i="0" kern="1200" dirty="0">
                <a:solidFill>
                  <a:schemeClr val="accent1"/>
                </a:solidFill>
                <a:latin typeface="Graphik Light" panose="020B0403030202060203" pitchFamily="34" charset="77"/>
                <a:ea typeface="+mn-ea"/>
                <a:cs typeface="+mn-cs"/>
              </a:defRPr>
            </a:lvl1pPr>
          </a:lstStyle>
          <a:p>
            <a:pPr marL="0" lvl="0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light 16pt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6719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>
          <p15:clr>
            <a:srgbClr val="547EBF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ong Headline-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2800" b="1" kern="1200" dirty="0">
                <a:solidFill>
                  <a:schemeClr val="tx1"/>
                </a:solidFill>
                <a:latin typeface="Graphik Semibold" panose="020B0503030202060203" pitchFamily="34" charset="77"/>
                <a:ea typeface="+mj-ea"/>
                <a:cs typeface="+mj-cs"/>
              </a:defRPr>
            </a:lvl1pPr>
          </a:lstStyle>
          <a:p>
            <a:r>
              <a:rPr lang="en-GB"/>
              <a:t>Place headline here (28pt)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385C65-6BFC-4F61-A214-71B69537BB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lang="en-US" sz="1600" b="0" i="0" kern="1200" dirty="0">
                <a:solidFill>
                  <a:schemeClr val="accent1"/>
                </a:solidFill>
                <a:latin typeface="Graphik Light" panose="020B0403030202060203" pitchFamily="34" charset="77"/>
                <a:ea typeface="+mn-ea"/>
                <a:cs typeface="+mn-cs"/>
              </a:defRPr>
            </a:lvl1pPr>
          </a:lstStyle>
          <a:p>
            <a:pPr marL="0" lvl="0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light 16pt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3396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>
          <p15:clr>
            <a:srgbClr val="547EBF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3157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81D9134-7DFA-5052-9A88-2DFD4ACFFAE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A person holding a steering wheel&#10;&#10;Description automatically generated with medium confidence">
            <a:extLst>
              <a:ext uri="{FF2B5EF4-FFF2-40B4-BE49-F238E27FC236}">
                <a16:creationId xmlns:a16="http://schemas.microsoft.com/office/drawing/2014/main" id="{9D755549-C0A2-5BF4-520B-7AA73418F49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" r="-1"/>
          <a:stretch/>
        </p:blipFill>
        <p:spPr>
          <a:xfrm>
            <a:off x="6528175" y="0"/>
            <a:ext cx="5663825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C1F145E-0E92-4C19-4510-5E742A3D694A}"/>
              </a:ext>
            </a:extLst>
          </p:cNvPr>
          <p:cNvSpPr txBox="1"/>
          <p:nvPr userDrawn="1"/>
        </p:nvSpPr>
        <p:spPr>
          <a:xfrm>
            <a:off x="8786191" y="6524392"/>
            <a:ext cx="2643809" cy="22488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kern="1200">
                <a:solidFill>
                  <a:schemeClr val="bg1">
                    <a:lumMod val="75000"/>
                    <a:alpha val="75000"/>
                  </a:schemeClr>
                </a:solidFill>
                <a:latin typeface="+mn-lt"/>
                <a:ea typeface="+mn-ea"/>
                <a:cs typeface="+mn-cs"/>
              </a:rPr>
              <a:t>Copyright © 2022 Accenture. All rights reserved.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A1D161-034C-0DA3-2451-EDD7AD138A16}"/>
              </a:ext>
            </a:extLst>
          </p:cNvPr>
          <p:cNvSpPr txBox="1"/>
          <p:nvPr userDrawn="1"/>
        </p:nvSpPr>
        <p:spPr>
          <a:xfrm>
            <a:off x="11491372" y="6524393"/>
            <a:ext cx="326254" cy="20116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1F90F471-3972-4120-B8B3-0237DE626C35}" type="slidenum">
              <a:rPr lang="en-US" sz="800" kern="1200" smtClean="0">
                <a:solidFill>
                  <a:schemeClr val="bg1">
                    <a:lumMod val="75000"/>
                    <a:alpha val="75000"/>
                  </a:schemeClr>
                </a:solidFill>
                <a:latin typeface="+mn-lt"/>
                <a:ea typeface="+mn-ea"/>
                <a:cs typeface="+mn-cs"/>
              </a:rPr>
              <a:pPr marL="0" marR="0" lvl="0" indent="0" algn="r" defTabSz="228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GB" sz="800" kern="1200">
              <a:solidFill>
                <a:schemeClr val="bg1">
                  <a:lumMod val="75000"/>
                  <a:alpha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771D79-B3F1-934D-A322-11FFA2E48CD3}"/>
              </a:ext>
            </a:extLst>
          </p:cNvPr>
          <p:cNvSpPr txBox="1"/>
          <p:nvPr userDrawn="1"/>
        </p:nvSpPr>
        <p:spPr>
          <a:xfrm rot="16200000">
            <a:off x="10608166" y="1590460"/>
            <a:ext cx="2643809" cy="22488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 defTabSz="228600">
              <a:spcAft>
                <a:spcPts val="1200"/>
              </a:spcAft>
              <a:defRPr/>
            </a:pPr>
            <a:r>
              <a:rPr lang="en-CA" sz="800">
                <a:solidFill>
                  <a:schemeClr val="bg1">
                    <a:lumMod val="75000"/>
                    <a:alpha val="75000"/>
                  </a:schemeClr>
                </a:solidFill>
              </a:rPr>
              <a:t>Photo by </a:t>
            </a:r>
            <a:r>
              <a:rPr lang="en-CA" sz="800">
                <a:solidFill>
                  <a:schemeClr val="bg1">
                    <a:lumMod val="75000"/>
                    <a:alpha val="75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Adam Mills</a:t>
            </a:r>
            <a:r>
              <a:rPr lang="en-CA" sz="800">
                <a:solidFill>
                  <a:schemeClr val="bg1">
                    <a:lumMod val="75000"/>
                    <a:alpha val="75000"/>
                  </a:schemeClr>
                </a:solidFill>
              </a:rPr>
              <a:t> on </a:t>
            </a:r>
            <a:r>
              <a:rPr lang="en-CA" sz="800">
                <a:solidFill>
                  <a:schemeClr val="bg1">
                    <a:lumMod val="75000"/>
                    <a:alpha val="75000"/>
                  </a:schemeClr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Unsplash</a:t>
            </a:r>
            <a:r>
              <a:rPr lang="en-CA" sz="800">
                <a:solidFill>
                  <a:schemeClr val="bg1">
                    <a:lumMod val="75000"/>
                    <a:alpha val="75000"/>
                  </a:schemeClr>
                </a:solidFill>
              </a:rPr>
              <a:t> </a:t>
            </a:r>
            <a:endParaRPr lang="en-GB" sz="800">
              <a:solidFill>
                <a:schemeClr val="bg1">
                  <a:lumMod val="75000"/>
                  <a:alpha val="75000"/>
                </a:schemeClr>
              </a:solidFill>
            </a:endParaRPr>
          </a:p>
        </p:txBody>
      </p:sp>
      <p:grpSp>
        <p:nvGrpSpPr>
          <p:cNvPr id="8" name="Logo_WH" descr="Accenture logo in white">
            <a:extLst>
              <a:ext uri="{FF2B5EF4-FFF2-40B4-BE49-F238E27FC236}">
                <a16:creationId xmlns:a16="http://schemas.microsoft.com/office/drawing/2014/main" id="{EF81315C-EC94-631E-366D-3BD588FE89A9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381001" y="6468393"/>
            <a:ext cx="781613" cy="205914"/>
            <a:chOff x="1561" y="187"/>
            <a:chExt cx="4536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2BDE1EB6-3169-40E0-0173-85F47E17F24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6A484B0C-9152-1AF5-A167-650D82ECA9B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BA5B4494-82E4-A919-21D6-EEFB948B44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600" y="381600"/>
            <a:ext cx="5843032" cy="483814"/>
          </a:xfrm>
        </p:spPr>
        <p:txBody>
          <a:bodyPr anchor="t"/>
          <a:lstStyle>
            <a:lvl1pPr algn="l"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Place headline here 28pt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BF1E080B-A858-6BB0-10C7-25C9E575BDF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404257"/>
            <a:ext cx="5843632" cy="4880287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lang="en-US" sz="1600" b="0" i="0" kern="1200" dirty="0">
                <a:solidFill>
                  <a:schemeClr val="bg1"/>
                </a:solidFill>
                <a:latin typeface="Graphik Light" panose="020B0403030202060203" pitchFamily="34" charset="77"/>
                <a:ea typeface="+mn-ea"/>
                <a:cs typeface="+mn-cs"/>
              </a:defRPr>
            </a:lvl1pPr>
          </a:lstStyle>
          <a:p>
            <a:pPr marL="0" lvl="0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light 16pt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5890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2D9FB57-A3E8-E75A-3D6B-4AED75589CC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6957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C1F5EAD-10FC-A065-22C3-86D0669E0FB4}"/>
              </a:ext>
            </a:extLst>
          </p:cNvPr>
          <p:cNvSpPr/>
          <p:nvPr userDrawn="1"/>
        </p:nvSpPr>
        <p:spPr>
          <a:xfrm>
            <a:off x="174098" y="172720"/>
            <a:ext cx="11843804" cy="65125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40C87B8-4D87-6476-625D-1B37809FBB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2800" b="1" kern="1200" dirty="0">
                <a:solidFill>
                  <a:schemeClr val="tx1"/>
                </a:solidFill>
                <a:latin typeface="Graphik Semibold" panose="020B0503030202060203" pitchFamily="34" charset="77"/>
                <a:ea typeface="+mj-ea"/>
                <a:cs typeface="+mj-cs"/>
              </a:defRPr>
            </a:lvl1pPr>
          </a:lstStyle>
          <a:p>
            <a:r>
              <a:rPr lang="en-GB"/>
              <a:t>Place headline here (28pt)</a:t>
            </a:r>
            <a:endParaRPr lang="en-US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D5A8A7A9-2DDA-6F56-F114-042D47EB27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803716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lang="en-US" sz="1600" b="0" i="0" kern="1200" dirty="0">
                <a:solidFill>
                  <a:schemeClr val="accent1"/>
                </a:solidFill>
                <a:latin typeface="Graphik Light" panose="020B0403030202060203" pitchFamily="34" charset="77"/>
                <a:ea typeface="+mn-ea"/>
                <a:cs typeface="+mn-cs"/>
              </a:defRPr>
            </a:lvl1pPr>
          </a:lstStyle>
          <a:p>
            <a:pPr marL="0" lvl="0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light 16pt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F6A034-0BBD-8FA0-5DDA-05E66B9A1C45}"/>
              </a:ext>
            </a:extLst>
          </p:cNvPr>
          <p:cNvSpPr txBox="1"/>
          <p:nvPr userDrawn="1"/>
        </p:nvSpPr>
        <p:spPr>
          <a:xfrm>
            <a:off x="8786191" y="6375104"/>
            <a:ext cx="2643809" cy="22488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kern="120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rPr>
              <a:t>Copyright © 2022 Accenture. All rights reserved.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121256-F0EF-C342-6F59-FAE4FD38A1F4}"/>
              </a:ext>
            </a:extLst>
          </p:cNvPr>
          <p:cNvSpPr txBox="1"/>
          <p:nvPr userDrawn="1"/>
        </p:nvSpPr>
        <p:spPr>
          <a:xfrm>
            <a:off x="11491372" y="6375105"/>
            <a:ext cx="326254" cy="20116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1F90F471-3972-4120-B8B3-0237DE626C35}" type="slidenum">
              <a:rPr lang="en-US" sz="800" kern="1200" smtClean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rPr>
              <a:pPr marL="0" marR="0" lvl="0" indent="0" algn="r" defTabSz="228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GB" sz="800" kern="1200">
              <a:solidFill>
                <a:schemeClr val="tx1">
                  <a:alpha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12" name="Logo_BL" descr="Accenture logo in black and purple">
            <a:extLst>
              <a:ext uri="{FF2B5EF4-FFF2-40B4-BE49-F238E27FC236}">
                <a16:creationId xmlns:a16="http://schemas.microsoft.com/office/drawing/2014/main" id="{7D1A0FF4-F7D4-6FE6-8664-E2F08C532020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81000" y="6318488"/>
            <a:ext cx="781597" cy="205956"/>
            <a:chOff x="2387" y="1701"/>
            <a:chExt cx="4535" cy="1195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DAC1370E-5ECA-058C-7616-859131B7AC1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DC63A06C-4A00-0026-F7DE-C18CDBBF326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990593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3D2F50-2EC3-4C06-8FCC-EACB471BCBA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391392"/>
            <a:ext cx="11430000" cy="29440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sz="2800" cap="all" baseline="0">
                <a:solidFill>
                  <a:schemeClr val="tx1"/>
                </a:solidFill>
                <a:latin typeface="+mj-lt"/>
              </a:defRPr>
            </a:lvl1pPr>
            <a:lvl2pPr marL="457198" indent="0">
              <a:buNone/>
              <a:defRPr/>
            </a:lvl2pPr>
            <a:lvl3pPr marL="914396" indent="0">
              <a:buNone/>
              <a:defRPr/>
            </a:lvl3pPr>
            <a:lvl4pPr marL="1371595" indent="0">
              <a:buNone/>
              <a:defRPr/>
            </a:lvl4pPr>
            <a:lvl5pPr marL="182879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3F86C72-21E6-4A0B-8948-741563AAD3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81000" y="727364"/>
            <a:ext cx="11430000" cy="17664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  <a:lvl2pPr marL="457198" indent="0">
              <a:buNone/>
              <a:defRPr sz="1400"/>
            </a:lvl2pPr>
            <a:lvl3pPr marL="914396" indent="0">
              <a:buNone/>
              <a:defRPr sz="1400"/>
            </a:lvl3pPr>
            <a:lvl4pPr marL="1371595" indent="0">
              <a:buNone/>
              <a:defRPr sz="1400"/>
            </a:lvl4pPr>
            <a:lvl5pPr marL="1828793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426763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20">
          <p15:clr>
            <a:srgbClr val="FBAE40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5" imgH="426" progId="TCLayout.ActiveDocument.1">
                  <p:embed/>
                </p:oleObj>
              </mc:Choice>
              <mc:Fallback>
                <p:oleObj name="think-cell Slide" r:id="rId4" imgW="425" imgH="426" progId="TCLayout.ActiveDocument.1">
                  <p:embed/>
                  <p:pic>
                    <p:nvPicPr>
                      <p:cNvPr id="3" name="Objek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hteck 7" hidden="1">
            <a:extLst>
              <a:ext uri="{FF2B5EF4-FFF2-40B4-BE49-F238E27FC236}">
                <a16:creationId xmlns:a16="http://schemas.microsoft.com/office/drawing/2014/main" id="{14579F65-F731-404A-9178-440262CF6003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70000"/>
              </a:lnSpc>
              <a:spcBef>
                <a:spcPct val="0"/>
              </a:spcBef>
              <a:spcAft>
                <a:spcPct val="0"/>
              </a:spcAft>
            </a:pPr>
            <a:endParaRPr lang="en-US" sz="3200" b="0" i="0" baseline="0">
              <a:latin typeface="Arial Black" panose="020B0A04020102020204" pitchFamily="34" charset="0"/>
              <a:ea typeface="+mj-ea"/>
              <a:cs typeface="+mj-cs"/>
              <a:sym typeface="Arial Black" panose="020B0A040201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58541-60C9-42A2-8392-FF12533A6B7A}" type="slidenum">
              <a:rPr lang="en-US" smtClean="0">
                <a:solidFill>
                  <a:srgbClr val="919191"/>
                </a:solidFill>
              </a:rPr>
              <a:pPr/>
              <a:t>‹#›</a:t>
            </a:fld>
            <a:endParaRPr lang="en-US">
              <a:solidFill>
                <a:srgbClr val="919191"/>
              </a:solidFill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1808163"/>
            <a:ext cx="11430000" cy="4357687"/>
          </a:xfrm>
        </p:spPr>
        <p:txBody>
          <a:bodyPr vert="horz" lIns="0" tIns="0" rIns="0" bIns="0" rtlCol="0">
            <a:noAutofit/>
          </a:bodyPr>
          <a:lstStyle>
            <a:lvl1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Graphik Regular" panose="020B0604020202020204" pitchFamily="34" charset="0"/>
              <a:buNone/>
              <a:tabLst/>
              <a:defRPr lang="en-US" sz="1600" cap="none" baseline="0">
                <a:solidFill>
                  <a:schemeClr val="tx1"/>
                </a:solidFill>
                <a:latin typeface="+mn-lt"/>
              </a:defRPr>
            </a:lvl1pPr>
            <a:lvl2pPr marL="180000" indent="-180000">
              <a:defRPr lang="en-US" sz="1600" dirty="0" smtClean="0"/>
            </a:lvl2pPr>
            <a:lvl3pPr marL="360000">
              <a:defRPr lang="en-US" sz="1600" dirty="0" smtClean="0"/>
            </a:lvl3pPr>
            <a:lvl4pPr>
              <a:defRPr lang="en-US" sz="1600" dirty="0" smtClean="0"/>
            </a:lvl4pPr>
            <a:lvl5pPr>
              <a:defRPr lang="en-US" sz="1600" dirty="0"/>
            </a:lvl5pPr>
          </a:lstStyle>
          <a:p>
            <a:pPr marL="108625" marR="0" lvl="0" indent="-28575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err="1"/>
              <a:t>Erste</a:t>
            </a:r>
            <a:r>
              <a:rPr lang="en-US"/>
              <a:t> </a:t>
            </a:r>
            <a:r>
              <a:rPr lang="en-US" err="1"/>
              <a:t>Ebene</a:t>
            </a:r>
            <a:endParaRPr lang="en-US"/>
          </a:p>
          <a:p>
            <a:pPr lvl="1"/>
            <a:r>
              <a:rPr lang="en-US" err="1"/>
              <a:t>Zweite</a:t>
            </a:r>
            <a:r>
              <a:rPr lang="en-US"/>
              <a:t> </a:t>
            </a:r>
            <a:r>
              <a:rPr lang="en-US" err="1"/>
              <a:t>Ebene</a:t>
            </a:r>
            <a:endParaRPr lang="en-US"/>
          </a:p>
          <a:p>
            <a:pPr lvl="2"/>
            <a:r>
              <a:rPr lang="en-US" err="1"/>
              <a:t>Dritte</a:t>
            </a:r>
            <a:r>
              <a:rPr lang="en-US"/>
              <a:t> </a:t>
            </a:r>
            <a:r>
              <a:rPr lang="en-US" err="1"/>
              <a:t>Ebene</a:t>
            </a:r>
            <a:endParaRPr lang="en-US"/>
          </a:p>
          <a:p>
            <a:pPr lvl="3"/>
            <a:r>
              <a:rPr lang="en-US" err="1"/>
              <a:t>Vierte</a:t>
            </a:r>
            <a:r>
              <a:rPr lang="en-US"/>
              <a:t> </a:t>
            </a:r>
            <a:r>
              <a:rPr lang="en-US" err="1"/>
              <a:t>Ebene</a:t>
            </a:r>
            <a:endParaRPr lang="en-US"/>
          </a:p>
          <a:p>
            <a:pPr lvl="4"/>
            <a:r>
              <a:rPr lang="en-US" err="1"/>
              <a:t>Fünfte</a:t>
            </a:r>
            <a:r>
              <a:rPr lang="en-US"/>
              <a:t> </a:t>
            </a:r>
            <a:r>
              <a:rPr lang="en-US" err="1"/>
              <a:t>Ebene</a:t>
            </a:r>
            <a:endParaRPr lang="en-US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DE836B03-E516-480B-8794-60D6D5A081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err="1"/>
              <a:t>Mastertitelformat</a:t>
            </a:r>
            <a:r>
              <a:rPr lang="en-US"/>
              <a:t> </a:t>
            </a:r>
            <a:r>
              <a:rPr lang="en-US" err="1"/>
              <a:t>bearbeiten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151C0F5B-7299-4A89-95CD-4BF9F634CEB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0" y="830104"/>
            <a:ext cx="11430000" cy="564646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lang="en-US" sz="2000" cap="all" baseline="0" dirty="0" smtClean="0">
                <a:solidFill>
                  <a:schemeClr val="accent2"/>
                </a:solidFill>
                <a:latin typeface="+mj-lt"/>
              </a:defRPr>
            </a:lvl1pPr>
            <a:lvl2pPr marL="182875">
              <a:defRPr lang="en-US" sz="1600" dirty="0" smtClean="0"/>
            </a:lvl2pPr>
            <a:lvl3pPr marL="365751">
              <a:defRPr lang="en-US" sz="1600" dirty="0" smtClean="0"/>
            </a:lvl3pPr>
            <a:lvl4pPr>
              <a:defRPr lang="en-US" sz="1600" dirty="0" smtClean="0"/>
            </a:lvl4pPr>
            <a:lvl5pPr>
              <a:defRPr lang="en-US" sz="1600" dirty="0"/>
            </a:lvl5pPr>
          </a:lstStyle>
          <a:p>
            <a:pPr lvl="0"/>
            <a:r>
              <a:rPr lang="en-US" err="1"/>
              <a:t>Mastertextformat</a:t>
            </a:r>
            <a:endParaRPr lang="en-US"/>
          </a:p>
          <a:p>
            <a:pPr lvl="0"/>
            <a:r>
              <a:rPr lang="en-US" err="1"/>
              <a:t>bearbeiten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533808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2E527-2808-4A0F-8AF1-F844046640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0999"/>
            <a:ext cx="11430000" cy="364601"/>
          </a:xfrm>
          <a:prstGeom prst="rect">
            <a:avLst/>
          </a:prstGeom>
        </p:spPr>
        <p:txBody>
          <a:bodyPr lIns="0" tIns="0" bIns="0"/>
          <a:lstStyle>
            <a:lvl1pPr>
              <a:lnSpc>
                <a:spcPct val="100000"/>
              </a:lnSpc>
              <a:defRPr sz="28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72651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reveal dir="r"/>
      </p:transition>
    </mc:Choice>
    <mc:Fallback xmlns="">
      <p:transition spd="slow">
        <p:fade/>
      </p:transition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Long Headline-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385C65-6BFC-4F61-A214-71B69537BB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058905"/>
            <a:ext cx="11430000" cy="288541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/>
              <a:t>subtitle here</a:t>
            </a: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459F6E9D-8074-4949-B526-C0807251AC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0999"/>
            <a:ext cx="11430000" cy="66099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562603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>
          <p15:clr>
            <a:srgbClr val="547EBF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A49B96C-8E74-4C8B-BDE4-9B82801CA0E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371601"/>
            <a:ext cx="11430000" cy="4940300"/>
          </a:xfrm>
        </p:spPr>
        <p:txBody>
          <a:bodyPr/>
          <a:lstStyle/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25898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4">
          <p15:clr>
            <a:srgbClr val="5ACBF0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and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A49B96C-8E74-4C8B-BDE4-9B82801CA0E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87375" y="884939"/>
            <a:ext cx="11223626" cy="215444"/>
          </a:xfrm>
        </p:spPr>
        <p:txBody>
          <a:bodyPr>
            <a:spAutoFit/>
          </a:bodyPr>
          <a:lstStyle/>
          <a:p>
            <a:pPr lvl="0"/>
            <a:r>
              <a:rPr lang="en-US"/>
              <a:t>Place text here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C04B3CE-BA9E-47D2-B136-F288E869A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622916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ub_Title Only w/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38B1EC-FA17-45DA-8517-D23A942161D3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/>
          <a:lstStyle/>
          <a:p>
            <a:fld id="{876872E1-3CB8-45EA-A826-1429BD5BE353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83B901D4-4AB4-4317-8E8C-C33E0BDFA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800099"/>
            <a:ext cx="11430000" cy="99060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7750D682-3F2F-4D5B-AC31-E03F13B25BE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63600" y="1697100"/>
            <a:ext cx="11437371" cy="422405"/>
          </a:xfrm>
          <a:prstGeom prst="rect">
            <a:avLst/>
          </a:prstGeom>
        </p:spPr>
        <p:txBody>
          <a:bodyPr wrap="square" lIns="0" tIns="144000" rIns="0" bIns="0">
            <a:spAutoFit/>
          </a:bodyPr>
          <a:lstStyle>
            <a:lvl1pPr marL="0" marR="0" indent="0" algn="l" defTabSz="17346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pPr marL="0" marR="0" lvl="0" indent="0" algn="l" defTabSz="17346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/>
              <a:t>Insert subtitle here at 18pt, align to the baseline of the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F71014-54FA-4A9D-8197-E40E0C47599F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81000" y="328612"/>
            <a:ext cx="4752975" cy="471488"/>
          </a:xfrm>
        </p:spPr>
        <p:txBody>
          <a:bodyPr tIns="0"/>
          <a:lstStyle>
            <a:lvl1pPr>
              <a:defRPr sz="2400">
                <a:solidFill>
                  <a:schemeClr val="accent2"/>
                </a:solidFill>
                <a:latin typeface="Graphik Semibold" panose="020B0703030202060203" pitchFamily="34" charset="0"/>
              </a:defRPr>
            </a:lvl1pPr>
            <a:lvl2pPr marL="0" indent="0">
              <a:buNone/>
              <a:defRPr sz="2400">
                <a:solidFill>
                  <a:schemeClr val="accent2"/>
                </a:solidFill>
                <a:latin typeface="Graphik Semibold" panose="020B0703030202060203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578411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lutation-GTS centere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75624" y="2318273"/>
            <a:ext cx="7040753" cy="2221454"/>
          </a:xfrm>
        </p:spPr>
        <p:txBody>
          <a:bodyPr anchor="ctr"/>
          <a:lstStyle>
            <a:lvl1pPr algn="ctr">
              <a:defRPr sz="8800">
                <a:solidFill>
                  <a:schemeClr val="tx1"/>
                </a:solidFill>
              </a:defRPr>
            </a:lvl1pPr>
          </a:lstStyle>
          <a:p>
            <a:r>
              <a:rPr lang="en-GB"/>
              <a:t>Insert Salutation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F21F7E-CEFA-4A8F-862E-8631C40CEA2C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lvl="0"/>
            <a:r>
              <a:rPr lang="en-GB" noProof="0"/>
              <a:t>Format Background… &gt; Picture or texture fill &gt; Set to one of the dark or mid gradient options</a:t>
            </a:r>
            <a:endParaRPr lang="en-US" noProof="0"/>
          </a:p>
        </p:txBody>
      </p:sp>
      <p:sp>
        <p:nvSpPr>
          <p:cNvPr id="10" name="GTS_WH" descr="Accenture Greater Than symbol in white">
            <a:extLst>
              <a:ext uri="{FF2B5EF4-FFF2-40B4-BE49-F238E27FC236}">
                <a16:creationId xmlns:a16="http://schemas.microsoft.com/office/drawing/2014/main" id="{494AA491-F1F8-4D38-B722-DB2F38B198B8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779386" y="5382386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5071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C35EA4"/>
          </p15:clr>
        </p15:guide>
        <p15:guide id="2" pos="3840">
          <p15:clr>
            <a:srgbClr val="C35EA4"/>
          </p15:clr>
        </p15:guide>
        <p15:guide id="3" orient="horz" pos="3608">
          <p15:clr>
            <a:srgbClr val="C35EA4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lutation-Logo centere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75624" y="2318273"/>
            <a:ext cx="7040753" cy="2221454"/>
          </a:xfrm>
        </p:spPr>
        <p:txBody>
          <a:bodyPr anchor="ctr"/>
          <a:lstStyle>
            <a:lvl1pPr algn="ctr">
              <a:defRPr sz="8800">
                <a:solidFill>
                  <a:schemeClr val="tx1"/>
                </a:solidFill>
              </a:defRPr>
            </a:lvl1pPr>
          </a:lstStyle>
          <a:p>
            <a:r>
              <a:rPr lang="en-GB"/>
              <a:t>Insert Salutation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104FBB-E799-42A8-A4FA-483DC489523D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lvl="0"/>
            <a:r>
              <a:rPr lang="en-GB" noProof="0"/>
              <a:t>Format Background… &gt; Picture or texture fill &gt; Set to one of the dark or mid gradient options</a:t>
            </a:r>
            <a:endParaRPr lang="en-US" noProof="0"/>
          </a:p>
        </p:txBody>
      </p:sp>
      <p:grpSp>
        <p:nvGrpSpPr>
          <p:cNvPr id="12" name="Logo_WH" descr="Accenture logo in white">
            <a:extLst>
              <a:ext uri="{FF2B5EF4-FFF2-40B4-BE49-F238E27FC236}">
                <a16:creationId xmlns:a16="http://schemas.microsoft.com/office/drawing/2014/main" id="{0D82E30B-4E95-4B73-9014-71990AE21DBE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5154167" y="5374201"/>
            <a:ext cx="1883664" cy="496247"/>
            <a:chOff x="1561" y="187"/>
            <a:chExt cx="4536" cy="1195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008CD909-AC78-4980-BB04-8608F18CDC2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8B5D8E88-5919-40A0-A4A4-2E6587AD687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511645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698">
          <p15:clr>
            <a:srgbClr val="C35EA4"/>
          </p15:clr>
        </p15:guide>
        <p15:guide id="2" pos="3840">
          <p15:clr>
            <a:srgbClr val="C35EA4"/>
          </p15:clr>
        </p15:guide>
        <p15:guide id="3" orient="horz" pos="2160">
          <p15:clr>
            <a:srgbClr val="C35EA4"/>
          </p15:clr>
        </p15:guide>
      </p15:sldGuideLst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lutation-GTS Keylin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C7882D0-879F-974F-B35F-EE91948B7FE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invGray"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2DF26BFD-3D15-48EA-A458-43E2274B938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black"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/>
              <a:t>Insert Salutation 72pt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 userDrawn="1"/>
        </p:nvSpPr>
        <p:spPr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0857746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C35EA4"/>
          </p15:clr>
        </p15:guide>
      </p15:sldGuideLst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lutation-GTS left-image bkgnd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3E7551B-7F86-46D2-A90B-DF5CC30BDF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/>
              <a:t>Insert Salutation 72pt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 userDrawn="1"/>
        </p:nvSpPr>
        <p:spPr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  <p:sp>
        <p:nvSpPr>
          <p:cNvPr id="6" name="GTS_WH" descr="Accenture Greater Than symbol in white">
            <a:extLst>
              <a:ext uri="{FF2B5EF4-FFF2-40B4-BE49-F238E27FC236}">
                <a16:creationId xmlns:a16="http://schemas.microsoft.com/office/drawing/2014/main" id="{5820492B-C4D2-42F2-B2B8-CB1CE70F894B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0999" y="5607812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6080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C35EA4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Black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67CB869-86C7-4B5D-B21D-C7104400ECFC}"/>
              </a:ext>
            </a:extLst>
          </p:cNvPr>
          <p:cNvSpPr/>
          <p:nvPr userDrawn="1"/>
        </p:nvSpPr>
        <p:spPr bwMode="blackGray"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55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7101C55-360F-4A30-88C9-2A386C411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5282245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5527522"/>
            <a:ext cx="3102015" cy="784378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0772B66-01D8-4BE7-AE8E-C64CA1CF266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1" y="1429154"/>
            <a:ext cx="5152292" cy="225571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BC9F1450-A172-44DF-9DE8-E648764972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1" y="3871190"/>
            <a:ext cx="5152292" cy="1092846"/>
          </a:xfrm>
        </p:spPr>
        <p:txBody>
          <a:bodyPr vert="horz" lIns="0" tIns="0" rIns="0" bIns="0" rtlCol="0">
            <a:noAutofit/>
          </a:bodyPr>
          <a:lstStyle>
            <a:lvl1pPr marL="0" indent="0" algn="l">
              <a:lnSpc>
                <a:spcPct val="90000"/>
              </a:lnSpc>
              <a:buNone/>
              <a:defRPr lang="en-US" sz="2400" b="0" i="0" kern="1200" spc="0" dirty="0">
                <a:solidFill>
                  <a:schemeClr val="tx1"/>
                </a:solidFill>
                <a:latin typeface="GT Sectra Fine Rg" panose="00000500000000000000" pitchFamily="50" charset="0"/>
                <a:ea typeface="+mn-ea"/>
                <a:cs typeface="+mn-cs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GT Sectra Fine Rg" panose="00000500000000000000" pitchFamily="50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Place subtitle here in GT Sectra Fine </a:t>
            </a:r>
            <a:r>
              <a:rPr lang="en-US" err="1"/>
              <a:t>Rg</a:t>
            </a:r>
            <a:r>
              <a:rPr lang="en-US"/>
              <a:t> 24pt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1D1C16-1E67-46BA-A7F0-31738E52069F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2617272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Black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A764EB37-3299-4AEF-9398-9D9C84AB73F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21878" y="1336294"/>
            <a:ext cx="7948244" cy="2255710"/>
          </a:xfrm>
        </p:spPr>
        <p:txBody>
          <a:bodyPr anchor="b"/>
          <a:lstStyle>
            <a:lvl1pPr algn="ctr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15" name="Date Placeholder 10">
            <a:extLst>
              <a:ext uri="{FF2B5EF4-FFF2-40B4-BE49-F238E27FC236}">
                <a16:creationId xmlns:a16="http://schemas.microsoft.com/office/drawing/2014/main" id="{C1D8BA10-E028-4E4B-A19C-12B864B010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44992" y="4501939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ctr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09D55F2-CAE5-4C0F-8D54-A28CECDB93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44992" y="4747217"/>
            <a:ext cx="3102015" cy="245276"/>
          </a:xfrm>
        </p:spPr>
        <p:txBody>
          <a:bodyPr/>
          <a:lstStyle>
            <a:lvl1pPr marL="0" indent="0" algn="ctr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AA97401-81EE-4280-A94C-955E96B0059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21879" y="3866920"/>
            <a:ext cx="7948244" cy="633734"/>
          </a:xfrm>
        </p:spPr>
        <p:txBody>
          <a:bodyPr vert="horz" lIns="0" tIns="0" rIns="0" bIns="0" rtlCol="0"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sz="2400" i="0" spc="0" dirty="0" smtClean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GT Sectra Fine Rg" panose="00000500000000000000" pitchFamily="50" charset="0"/>
              </a:defRPr>
            </a:lvl5pPr>
          </a:lstStyle>
          <a:p>
            <a:pPr marL="228600" lvl="0" indent="-228600" defTabSz="914400">
              <a:spcAft>
                <a:spcPts val="0"/>
              </a:spcAft>
            </a:pPr>
            <a:r>
              <a:rPr lang="en-US"/>
              <a:t>Place subtitle here in GT Sectra Fine </a:t>
            </a:r>
            <a:r>
              <a:rPr lang="en-US" err="1"/>
              <a:t>Rg</a:t>
            </a:r>
            <a:r>
              <a:rPr lang="en-US"/>
              <a:t> 24pt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DC0C86-80A9-481C-A2D5-6F509B89192B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8" name="GTS_WH" descr="Accenture Greater Than symbol in white">
            <a:extLst>
              <a:ext uri="{FF2B5EF4-FFF2-40B4-BE49-F238E27FC236}">
                <a16:creationId xmlns:a16="http://schemas.microsoft.com/office/drawing/2014/main" id="{C703F910-26EC-4B07-B522-B28DEB82C3EA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779386" y="5382386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4339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605">
          <p15:clr>
            <a:srgbClr val="C35EA4"/>
          </p15:clr>
        </p15:guide>
        <p15:guide id="2" pos="3840">
          <p15:clr>
            <a:srgbClr val="C35EA4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Black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E55EA4F-E473-41EF-9E00-3D69D5F1AE6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21878" y="1336294"/>
            <a:ext cx="7948244" cy="2255710"/>
          </a:xfrm>
        </p:spPr>
        <p:txBody>
          <a:bodyPr anchor="b"/>
          <a:lstStyle>
            <a:lvl1pPr algn="ctr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6" name="Date Placeholder 10">
            <a:extLst>
              <a:ext uri="{FF2B5EF4-FFF2-40B4-BE49-F238E27FC236}">
                <a16:creationId xmlns:a16="http://schemas.microsoft.com/office/drawing/2014/main" id="{0AF5D71E-5FA3-4080-B28F-B3110AB34D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44992" y="4501939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ctr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51481AAC-1471-4278-A104-D559B82B52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44992" y="4747217"/>
            <a:ext cx="3102015" cy="245276"/>
          </a:xfrm>
        </p:spPr>
        <p:txBody>
          <a:bodyPr/>
          <a:lstStyle>
            <a:lvl1pPr marL="0" indent="0" algn="ctr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BEB3B30-172A-47BC-8F00-43F601E1F8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21879" y="3866920"/>
            <a:ext cx="7948244" cy="633734"/>
          </a:xfrm>
        </p:spPr>
        <p:txBody>
          <a:bodyPr vert="horz" lIns="0" tIns="0" rIns="0" bIns="0" rtlCol="0"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sz="2400" i="0" spc="0" dirty="0" smtClean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GT Sectra Fine Rg" panose="00000500000000000000" pitchFamily="50" charset="0"/>
              </a:defRPr>
            </a:lvl5pPr>
          </a:lstStyle>
          <a:p>
            <a:pPr marL="228600" lvl="0" indent="-228600" defTabSz="914400">
              <a:spcAft>
                <a:spcPts val="0"/>
              </a:spcAft>
            </a:pPr>
            <a:r>
              <a:rPr lang="en-US"/>
              <a:t>Place subtitle here in GT Sectra Fine </a:t>
            </a:r>
            <a:r>
              <a:rPr lang="en-US" err="1"/>
              <a:t>Rg</a:t>
            </a:r>
            <a:r>
              <a:rPr lang="en-US"/>
              <a:t> 24pt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481612-058D-4A52-B93E-53E75F305C81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grpSp>
        <p:nvGrpSpPr>
          <p:cNvPr id="8" name="Logo_WH" descr="Accenture logo in white">
            <a:extLst>
              <a:ext uri="{FF2B5EF4-FFF2-40B4-BE49-F238E27FC236}">
                <a16:creationId xmlns:a16="http://schemas.microsoft.com/office/drawing/2014/main" id="{C6212C50-BB96-4C0C-BC89-2B3C8082149D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5154167" y="5374201"/>
            <a:ext cx="1883664" cy="496247"/>
            <a:chOff x="1561" y="187"/>
            <a:chExt cx="4536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5A65B91D-87CB-4DC8-B4B1-CE82A8E5C6F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E102C68A-98DA-4EBB-AAFF-D0C6E56ADE1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745785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696">
          <p15:clr>
            <a:srgbClr val="C35EA4"/>
          </p15:clr>
        </p15:guide>
        <p15:guide id="2" pos="3840">
          <p15:clr>
            <a:srgbClr val="C35EA4"/>
          </p15:clr>
        </p15:guide>
      </p15:sldGuideLst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Black4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rgbClr val="E6DCFF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Place subtitle here in GT Sectra Fine </a:t>
            </a:r>
            <a:r>
              <a:rPr lang="en-US" err="1"/>
              <a:t>Rg</a:t>
            </a:r>
            <a:r>
              <a:rPr lang="en-US"/>
              <a:t>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4"/>
            <a:ext cx="4114799" cy="959315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DFBD97-7A23-4453-9DFC-F825350AF9B9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grpSp>
        <p:nvGrpSpPr>
          <p:cNvPr id="8" name="Logo_WH" descr="Accenture logo in white">
            <a:extLst>
              <a:ext uri="{FF2B5EF4-FFF2-40B4-BE49-F238E27FC236}">
                <a16:creationId xmlns:a16="http://schemas.microsoft.com/office/drawing/2014/main" id="{1A7501AC-E717-4CB3-89D9-DEE7B06E1876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9153213" y="5815652"/>
            <a:ext cx="1883664" cy="496247"/>
            <a:chOff x="1561" y="187"/>
            <a:chExt cx="4536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E84F1646-52FE-4716-AED1-FE252A8E05E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15FBA828-A6EE-4CDC-A2F1-52C5DC0E3C3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456248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Black5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0449E654-6B6A-44E6-852C-967C3EDDCA2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381001" y="381001"/>
            <a:ext cx="5715000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Place subtitle here in GT Sectra Fine </a:t>
            </a:r>
            <a:r>
              <a:rPr lang="en-US" err="1"/>
              <a:t>Rg</a:t>
            </a:r>
            <a:r>
              <a:rPr lang="en-US"/>
              <a:t> 24pt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381001" y="4435945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1E34DA31-8586-4EF2-9474-E9CBCF31314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white">
          <a:xfrm>
            <a:off x="381001" y="4190668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FDB83-09AD-4E52-93C8-E24DAC9705FB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9" name="GTS_WH" descr="Accenture Greater Than symbol in white">
            <a:extLst>
              <a:ext uri="{FF2B5EF4-FFF2-40B4-BE49-F238E27FC236}">
                <a16:creationId xmlns:a16="http://schemas.microsoft.com/office/drawing/2014/main" id="{08C622A3-6AC3-418E-A8AE-75B117754CFC}"/>
              </a:ext>
            </a:extLst>
          </p:cNvPr>
          <p:cNvSpPr>
            <a:spLocks noChangeAspect="1"/>
          </p:cNvSpPr>
          <p:nvPr userDrawn="1"/>
        </p:nvSpPr>
        <p:spPr bwMode="white">
          <a:xfrm>
            <a:off x="381001" y="5607811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1555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Black6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12688DA9-25EC-4AC3-AD0E-0CC139E1167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1" y="381001"/>
            <a:ext cx="5715000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1" y="4197142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1" y="4435945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9279EB0A-2DCA-4410-A834-F9A425FF96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Place subtitle here in GT Sectra Fine </a:t>
            </a:r>
            <a:r>
              <a:rPr lang="en-US" err="1"/>
              <a:t>Rg</a:t>
            </a:r>
            <a:r>
              <a:rPr lang="en-US"/>
              <a:t> 24pt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464481-354D-44BF-B8B2-E0AFA2830FDC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grpSp>
        <p:nvGrpSpPr>
          <p:cNvPr id="9" name="Logo_WH" descr="Accenture logo in white">
            <a:extLst>
              <a:ext uri="{FF2B5EF4-FFF2-40B4-BE49-F238E27FC236}">
                <a16:creationId xmlns:a16="http://schemas.microsoft.com/office/drawing/2014/main" id="{BA79480B-BE6F-49EC-829D-D8AF858ABFD8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381001" y="5815652"/>
            <a:ext cx="1883664" cy="496247"/>
            <a:chOff x="1561" y="187"/>
            <a:chExt cx="4536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80D6DAB6-FE72-4647-9B94-83468BA6B4A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46961114-35B1-4F8E-96CC-0CA3D18133F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287607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Black7 Acquisition+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A84A5767-82AC-46A2-88DD-C31D51E1CB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1322687"/>
            <a:ext cx="5715000" cy="176972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33273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Place subtitle here in GT Sectra Fine </a:t>
            </a:r>
            <a:r>
              <a:rPr lang="en-US" err="1"/>
              <a:t>Rg</a:t>
            </a:r>
            <a:r>
              <a:rPr lang="en-US"/>
              <a:t> 24pt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670852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1E34DA31-8586-4EF2-9474-E9CBCF31314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42557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FDB83-09AD-4E52-93C8-E24DAC9705FB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13" name="Picture Placeholder 11" descr="Image placeholder for client logo">
            <a:extLst>
              <a:ext uri="{FF2B5EF4-FFF2-40B4-BE49-F238E27FC236}">
                <a16:creationId xmlns:a16="http://schemas.microsoft.com/office/drawing/2014/main" id="{9B6BF12D-A981-4F4E-B8F1-FF12DC840F2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81001" y="5326815"/>
            <a:ext cx="1884233" cy="985085"/>
          </a:xfrm>
        </p:spPr>
        <p:txBody>
          <a:bodyPr anchor="ctr"/>
          <a:lstStyle>
            <a:lvl1pPr algn="ctr">
              <a:buFont typeface="Graphik" panose="020B0604020202020204" pitchFamily="34" charset="0"/>
              <a:buNone/>
              <a:defRPr sz="1400"/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sp>
        <p:nvSpPr>
          <p:cNvPr id="10" name="GTS_WH" descr="Accenture Greater Than symbol in white">
            <a:extLst>
              <a:ext uri="{FF2B5EF4-FFF2-40B4-BE49-F238E27FC236}">
                <a16:creationId xmlns:a16="http://schemas.microsoft.com/office/drawing/2014/main" id="{659D61A8-47A5-47C2-A85A-BCCCBE83C91F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381001" y="381001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5043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White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Place subtitle here in GT Sectra Fine </a:t>
            </a:r>
            <a:r>
              <a:rPr lang="en-US" err="1"/>
              <a:t>Rg</a:t>
            </a:r>
            <a:r>
              <a:rPr lang="en-US"/>
              <a:t>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4"/>
            <a:ext cx="4114799" cy="959315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818ECE-32D7-4F71-A6CA-1144DA38ED6C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grpSp>
        <p:nvGrpSpPr>
          <p:cNvPr id="8" name="Logo_BL" descr="Accenture logo in black and purple">
            <a:extLst>
              <a:ext uri="{FF2B5EF4-FFF2-40B4-BE49-F238E27FC236}">
                <a16:creationId xmlns:a16="http://schemas.microsoft.com/office/drawing/2014/main" id="{35D3F8C8-B2E5-431B-9639-9F05530860E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147183" y="5815542"/>
            <a:ext cx="1883664" cy="496357"/>
            <a:chOff x="2387" y="1701"/>
            <a:chExt cx="4535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9AD7BAC9-11D9-4846-95CD-5C2B8271475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1CAEDE4E-DAF3-4FBC-BAEB-E0C26C20EB9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473990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White2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0449E654-6B6A-44E6-852C-967C3EDDCA2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381001" y="381001"/>
            <a:ext cx="5715000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bg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Place subtitle here in GT Sectra Fine </a:t>
            </a:r>
            <a:r>
              <a:rPr lang="en-US" err="1"/>
              <a:t>Rg</a:t>
            </a:r>
            <a:r>
              <a:rPr lang="en-US"/>
              <a:t> 24pt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381001" y="4435945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1E34DA31-8586-4EF2-9474-E9CBCF31314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white">
          <a:xfrm>
            <a:off x="381001" y="4190668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FDB83-09AD-4E52-93C8-E24DAC9705FB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pic>
        <p:nvPicPr>
          <p:cNvPr id="10" name="Graphic 9" descr="Accenture Greater Than symbol in purple">
            <a:extLst>
              <a:ext uri="{FF2B5EF4-FFF2-40B4-BE49-F238E27FC236}">
                <a16:creationId xmlns:a16="http://schemas.microsoft.com/office/drawing/2014/main" id="{299A6723-3F53-4981-840E-D1D62874F69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2636" y="5607811"/>
            <a:ext cx="641502" cy="704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4439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White3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38B557E5-FD3E-49D7-8F2D-F2CFBA8CA18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7161CB-9748-47B4-8746-547E8A915299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384048"/>
            <a:ext cx="5715000" cy="2478024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Place subtitle here in GT Sectra Fine </a:t>
            </a:r>
            <a:r>
              <a:rPr lang="en-US" err="1"/>
              <a:t>Rg</a:t>
            </a:r>
            <a:r>
              <a:rPr lang="en-US"/>
              <a:t> 24pt</a:t>
            </a:r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434840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197142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grpSp>
        <p:nvGrpSpPr>
          <p:cNvPr id="10" name="Logo_BL" descr="Accenture logo in black and purple">
            <a:extLst>
              <a:ext uri="{FF2B5EF4-FFF2-40B4-BE49-F238E27FC236}">
                <a16:creationId xmlns:a16="http://schemas.microsoft.com/office/drawing/2014/main" id="{854C139D-5D17-4D1A-87BD-07B345E2E51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81001" y="5815543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6073E091-2A74-4D4D-8C42-D39E8FD65A0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4DB984E3-DACF-4D7C-B5E4-08F21BF1386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684905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White4 Acquisi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Place subtitle here in GT Sectra Fine </a:t>
            </a:r>
            <a:r>
              <a:rPr lang="en-US" err="1"/>
              <a:t>Rg</a:t>
            </a:r>
            <a:r>
              <a:rPr lang="en-US"/>
              <a:t>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4"/>
            <a:ext cx="4114799" cy="959315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631B51-29F3-4C51-AE6C-41E7796F9933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12" name="Picture Placeholder 11" descr="Image placeholder for client logo">
            <a:extLst>
              <a:ext uri="{FF2B5EF4-FFF2-40B4-BE49-F238E27FC236}">
                <a16:creationId xmlns:a16="http://schemas.microsoft.com/office/drawing/2014/main" id="{75547ED6-CAEB-47AC-A74D-49C552BD6F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158417" y="771526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grpSp>
        <p:nvGrpSpPr>
          <p:cNvPr id="9" name="Logo_BL" descr="Accenture logo in black and purple">
            <a:extLst>
              <a:ext uri="{FF2B5EF4-FFF2-40B4-BE49-F238E27FC236}">
                <a16:creationId xmlns:a16="http://schemas.microsoft.com/office/drawing/2014/main" id="{1C5BF709-3623-4620-9FF0-B8F8076A8BE3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147183" y="5815542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C7B64CB8-485B-4A84-AF6D-C9EF2955140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74AE1E9A-205A-4C25-A6CD-8452DDD2990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528132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White5 Acquisi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733891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Place subtitle here in GT Sectra Fine </a:t>
            </a:r>
            <a:r>
              <a:rPr lang="en-US" err="1"/>
              <a:t>Rg</a:t>
            </a:r>
            <a:r>
              <a:rPr lang="en-US"/>
              <a:t>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4734391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4979668"/>
            <a:ext cx="4114799" cy="548640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631B51-29F3-4C51-AE6C-41E7796F9933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12" name="Picture Placeholder 11" descr="Image placeholder for client logo">
            <a:extLst>
              <a:ext uri="{FF2B5EF4-FFF2-40B4-BE49-F238E27FC236}">
                <a16:creationId xmlns:a16="http://schemas.microsoft.com/office/drawing/2014/main" id="{75547ED6-CAEB-47AC-A74D-49C552BD6F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158417" y="5326815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grpSp>
        <p:nvGrpSpPr>
          <p:cNvPr id="9" name="Logo_BL" descr="Accenture logo in black and purple">
            <a:extLst>
              <a:ext uri="{FF2B5EF4-FFF2-40B4-BE49-F238E27FC236}">
                <a16:creationId xmlns:a16="http://schemas.microsoft.com/office/drawing/2014/main" id="{8D3E8DD1-C700-46AC-AA94-9072B0F31752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49093" y="5815543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799A1684-BC33-4579-B840-616EB6D11E8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A5AD5E73-6E1C-44F8-9F73-9F3D4F6DF76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557750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White6 Acquisition+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38B557E5-FD3E-49D7-8F2D-F2CFBA8CA18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7161CB-9748-47B4-8746-547E8A915299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384048"/>
            <a:ext cx="5715000" cy="2478024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Place subtitle here in GT Sectra Fine </a:t>
            </a:r>
            <a:r>
              <a:rPr lang="en-US" err="1"/>
              <a:t>Rg</a:t>
            </a:r>
            <a:r>
              <a:rPr lang="en-US"/>
              <a:t> 24pt</a:t>
            </a:r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434840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206240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1" name="Picture Placeholder 11" descr="Image placeholder for client logo">
            <a:extLst>
              <a:ext uri="{FF2B5EF4-FFF2-40B4-BE49-F238E27FC236}">
                <a16:creationId xmlns:a16="http://schemas.microsoft.com/office/drawing/2014/main" id="{FFB79963-9269-41F8-B968-34FCB68C87F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926766" y="5326815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grpSp>
        <p:nvGrpSpPr>
          <p:cNvPr id="10" name="Logo_BL" descr="Accenture logo in black and purple">
            <a:extLst>
              <a:ext uri="{FF2B5EF4-FFF2-40B4-BE49-F238E27FC236}">
                <a16:creationId xmlns:a16="http://schemas.microsoft.com/office/drawing/2014/main" id="{854C139D-5D17-4D1A-87BD-07B345E2E51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81001" y="5815543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6073E091-2A74-4D4D-8C42-D39E8FD65A0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4DB984E3-DACF-4D7C-B5E4-08F21BF1386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167303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White7 Acquisition+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A715308A-2B7A-4485-A51C-F3F23FC4264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7161CB-9748-47B4-8746-547E8A915299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1322687"/>
            <a:ext cx="5715000" cy="176972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33273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Place subtitle here in GT Sectra Fine </a:t>
            </a:r>
            <a:r>
              <a:rPr lang="en-US" err="1"/>
              <a:t>Rg</a:t>
            </a:r>
            <a:r>
              <a:rPr lang="en-US"/>
              <a:t> 24pt</a:t>
            </a:r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670852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42557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pic>
        <p:nvPicPr>
          <p:cNvPr id="5" name="Graphic 4" descr="Accenture Greater Than symbol in purple">
            <a:extLst>
              <a:ext uri="{FF2B5EF4-FFF2-40B4-BE49-F238E27FC236}">
                <a16:creationId xmlns:a16="http://schemas.microsoft.com/office/drawing/2014/main" id="{8DD1DFCC-5489-470C-84F4-93032F0960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2636" y="382725"/>
            <a:ext cx="641502" cy="704088"/>
          </a:xfrm>
          <a:prstGeom prst="rect">
            <a:avLst/>
          </a:prstGeom>
        </p:spPr>
      </p:pic>
      <p:sp>
        <p:nvSpPr>
          <p:cNvPr id="13" name="Picture Placeholder 11" descr="Image placeholder for client logo">
            <a:extLst>
              <a:ext uri="{FF2B5EF4-FFF2-40B4-BE49-F238E27FC236}">
                <a16:creationId xmlns:a16="http://schemas.microsoft.com/office/drawing/2014/main" id="{05B9195C-3F7A-4A18-80FA-FB81E2ECDE0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81001" y="5326815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/>
              <a:t>Add client logo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1315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with Image - Gradient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ccenture Gradient Dark">
            <a:extLst>
              <a:ext uri="{FF2B5EF4-FFF2-40B4-BE49-F238E27FC236}">
                <a16:creationId xmlns:a16="http://schemas.microsoft.com/office/drawing/2014/main" id="{86F62995-A1F7-47A0-AD35-CBADA972398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8"/>
          <a:stretch/>
        </p:blipFill>
        <p:spPr bwMode="invGray">
          <a:xfrm>
            <a:off x="1185" y="0"/>
            <a:ext cx="12189630" cy="68580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961CA96-71E3-F941-B41E-52928AB9110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3000" y="4610099"/>
            <a:ext cx="4953000" cy="1474215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5pPr>
          </a:lstStyle>
          <a:p>
            <a:pPr lvl="0"/>
            <a:r>
              <a:rPr lang="en-GB"/>
              <a:t>Place subtitle here in GT </a:t>
            </a:r>
            <a:r>
              <a:rPr lang="en-GB" err="1"/>
              <a:t>Sectra</a:t>
            </a:r>
            <a:r>
              <a:rPr lang="en-GB"/>
              <a:t> Fine </a:t>
            </a:r>
            <a:r>
              <a:rPr lang="en-GB" err="1"/>
              <a:t>Rg</a:t>
            </a:r>
            <a:r>
              <a:rPr lang="en-GB"/>
              <a:t> 24pt</a:t>
            </a:r>
            <a:endParaRPr lang="en-US"/>
          </a:p>
        </p:txBody>
      </p:sp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58000" y="381000"/>
            <a:ext cx="4953000" cy="5703315"/>
          </a:xfrm>
          <a:noFill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1" y="381000"/>
            <a:ext cx="4952999" cy="3915092"/>
          </a:xfrm>
        </p:spPr>
        <p:txBody>
          <a:bodyPr anchor="b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10" name="GTS_WH" descr="Accenture Greater Than symbol in white">
            <a:extLst>
              <a:ext uri="{FF2B5EF4-FFF2-40B4-BE49-F238E27FC236}">
                <a16:creationId xmlns:a16="http://schemas.microsoft.com/office/drawing/2014/main" id="{4B2379EA-B598-42DD-B03E-5C4FC1D468F3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B0387B-1E9C-4EB7-9BA3-83AB796E35C7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GB"/>
              <a:t>Copyright © 2021 Accenture. All rights reserved.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BB825C-3912-400B-A9ED-F17A355964B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3724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with Image - Gradient Co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ccenture Gradient Mid&#10;">
            <a:extLst>
              <a:ext uri="{FF2B5EF4-FFF2-40B4-BE49-F238E27FC236}">
                <a16:creationId xmlns:a16="http://schemas.microsoft.com/office/drawing/2014/main" id="{D34847E9-71CB-4177-8BB3-C4EDB8A3E2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58000" y="381000"/>
            <a:ext cx="4953000" cy="5703315"/>
          </a:xfrm>
          <a:noFill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1" y="381000"/>
            <a:ext cx="4952999" cy="3915092"/>
          </a:xfrm>
        </p:spPr>
        <p:txBody>
          <a:bodyPr anchor="b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D88312-3597-964E-9B24-8371E2C8567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3000" y="4610099"/>
            <a:ext cx="4953000" cy="1701801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5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  <a:endParaRPr lang="en-US"/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EC3F0890-0DED-4AD1-9A02-BD56F8554B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/>
              <a:t>Copyright © 2021 Accenture. All rights reserved.</a:t>
            </a:r>
          </a:p>
        </p:txBody>
      </p:sp>
      <p:sp>
        <p:nvSpPr>
          <p:cNvPr id="14" name="GTS_WH" descr="Accenture Greater Than symbol in white">
            <a:extLst>
              <a:ext uri="{FF2B5EF4-FFF2-40B4-BE49-F238E27FC236}">
                <a16:creationId xmlns:a16="http://schemas.microsoft.com/office/drawing/2014/main" id="{3FC0722F-C643-4988-96E8-F00519CB3A00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969A96-ECEE-46C8-AC65-A99027BA920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0880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- Numbered, Gradient Mid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ccenture Gradient Mid">
            <a:extLst>
              <a:ext uri="{FF2B5EF4-FFF2-40B4-BE49-F238E27FC236}">
                <a16:creationId xmlns:a16="http://schemas.microsoft.com/office/drawing/2014/main" id="{CB16898D-3DD4-439C-B43F-558C1FDD364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0" y="0"/>
            <a:ext cx="12192000" cy="342899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4015D5F-F315-4E58-856E-56BC8490AECE}"/>
              </a:ext>
            </a:extLst>
          </p:cNvPr>
          <p:cNvSpPr/>
          <p:nvPr userDrawn="1"/>
        </p:nvSpPr>
        <p:spPr bwMode="white">
          <a:xfrm>
            <a:off x="0" y="3428999"/>
            <a:ext cx="12192000" cy="3429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3889828"/>
            <a:ext cx="6186713" cy="2422072"/>
          </a:xfrm>
        </p:spPr>
        <p:txBody>
          <a:bodyPr anchor="t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3E56B88-63DE-42F5-AE08-5F9069ED6835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143001" y="835805"/>
            <a:ext cx="6186712" cy="2194487"/>
          </a:xfrm>
        </p:spPr>
        <p:txBody>
          <a:bodyPr anchor="ctr"/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None/>
              <a:defRPr lang="en-US" sz="16600" b="1" kern="1200" dirty="0">
                <a:ln w="38100">
                  <a:noFill/>
                </a:ln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#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4CC28DDD-91C9-FB49-B057-796687C8B0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55427" y="3889827"/>
            <a:ext cx="2993573" cy="2422071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5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  <a:endParaRPr lang="en-US"/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C230B8D6-1525-4D29-A117-F22A9C16F0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/>
              <a:t>Copyright © 2021 Accenture. All rights reserved.</a:t>
            </a:r>
          </a:p>
        </p:txBody>
      </p:sp>
      <p:sp>
        <p:nvSpPr>
          <p:cNvPr id="16" name="GTS_WH" descr="Accenture Greater Than symbol in white">
            <a:extLst>
              <a:ext uri="{FF2B5EF4-FFF2-40B4-BE49-F238E27FC236}">
                <a16:creationId xmlns:a16="http://schemas.microsoft.com/office/drawing/2014/main" id="{C5173724-68B6-47CD-B850-71B1407EEAA1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04ADF7-CE17-4A46-8A63-A366F9BB14A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0207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DC12A70-EB69-034B-A8B3-5A8F76E5FC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1" y="2182000"/>
            <a:ext cx="3267012" cy="269933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0" indent="0">
              <a:buNone/>
              <a:defRPr sz="1800"/>
            </a:lvl2pPr>
            <a:lvl3pPr marL="228600">
              <a:buFont typeface="Graphik" panose="020B0604020202020204" pitchFamily="34" charset="0"/>
              <a:buChar char="•"/>
              <a:defRPr sz="1800"/>
            </a:lvl3pPr>
            <a:lvl4pPr marL="457200">
              <a:buFont typeface="System Font"/>
              <a:buChar char="–"/>
              <a:defRPr sz="1600"/>
            </a:lvl4pPr>
            <a:lvl5pPr marL="685800">
              <a:buFont typeface="Graphik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/>
              <a:t>Place agenda summary here in GT Sectra Fine </a:t>
            </a:r>
            <a:r>
              <a:rPr lang="en-US" err="1"/>
              <a:t>Rg</a:t>
            </a:r>
            <a:r>
              <a:rPr lang="en-US"/>
              <a:t> 24pt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2" y="1371601"/>
            <a:ext cx="3267011" cy="810399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Agenda title</a:t>
            </a:r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57C0C72-781A-F24F-B1F2-0A290409F1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66971" y="137160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57" name="Text Placeholder 17">
            <a:extLst>
              <a:ext uri="{FF2B5EF4-FFF2-40B4-BE49-F238E27FC236}">
                <a16:creationId xmlns:a16="http://schemas.microsoft.com/office/drawing/2014/main" id="{A5D4C4AC-7870-A641-AF65-6F3ECB9DA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66971" y="197647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59" name="Text Placeholder 17">
            <a:extLst>
              <a:ext uri="{FF2B5EF4-FFF2-40B4-BE49-F238E27FC236}">
                <a16:creationId xmlns:a16="http://schemas.microsoft.com/office/drawing/2014/main" id="{9F332AA7-2896-E24E-B21D-90FED54D43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66971" y="258135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1" name="Text Placeholder 17">
            <a:extLst>
              <a:ext uri="{FF2B5EF4-FFF2-40B4-BE49-F238E27FC236}">
                <a16:creationId xmlns:a16="http://schemas.microsoft.com/office/drawing/2014/main" id="{25D7BCB2-FC6B-2A46-AC11-482A4F7311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6971" y="318623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3" name="Text Placeholder 17">
            <a:extLst>
              <a:ext uri="{FF2B5EF4-FFF2-40B4-BE49-F238E27FC236}">
                <a16:creationId xmlns:a16="http://schemas.microsoft.com/office/drawing/2014/main" id="{FD74906C-72A4-CF4A-A4F6-B28AE864B9B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66971" y="379111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5" name="Text Placeholder 17">
            <a:extLst>
              <a:ext uri="{FF2B5EF4-FFF2-40B4-BE49-F238E27FC236}">
                <a16:creationId xmlns:a16="http://schemas.microsoft.com/office/drawing/2014/main" id="{F28AA3EC-0083-2742-A4D0-0B32569FD7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66971" y="439599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7" name="Text Placeholder 17">
            <a:extLst>
              <a:ext uri="{FF2B5EF4-FFF2-40B4-BE49-F238E27FC236}">
                <a16:creationId xmlns:a16="http://schemas.microsoft.com/office/drawing/2014/main" id="{D46DA866-B19E-684E-8A23-EEA2954878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66971" y="500086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9" name="Text Placeholder 17">
            <a:extLst>
              <a:ext uri="{FF2B5EF4-FFF2-40B4-BE49-F238E27FC236}">
                <a16:creationId xmlns:a16="http://schemas.microsoft.com/office/drawing/2014/main" id="{A4A135E2-DF01-5543-BA57-DFBCCC446A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66971" y="5605747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29" name="Text Placeholder 17">
            <a:extLst>
              <a:ext uri="{FF2B5EF4-FFF2-40B4-BE49-F238E27FC236}">
                <a16:creationId xmlns:a16="http://schemas.microsoft.com/office/drawing/2014/main" id="{2F4C171E-3D12-FC48-87BB-B5005B4EE33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26242" y="137160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E8AE9E02-9423-4748-8AD7-2BBB3B94A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26242" y="197647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7C692F47-FBF4-5842-A0CA-4B8B48DE46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26242" y="258135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BDE48124-A481-074B-9AD4-22EC49D172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26242" y="318623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3" name="Text Placeholder 17">
            <a:extLst>
              <a:ext uri="{FF2B5EF4-FFF2-40B4-BE49-F238E27FC236}">
                <a16:creationId xmlns:a16="http://schemas.microsoft.com/office/drawing/2014/main" id="{98E2B4B4-ED02-4945-B581-1A8D48D031A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26242" y="379111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B70B7DFE-5DE8-0F42-BF3C-DA43110C0D0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26242" y="439599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5" name="Text Placeholder 17">
            <a:extLst>
              <a:ext uri="{FF2B5EF4-FFF2-40B4-BE49-F238E27FC236}">
                <a16:creationId xmlns:a16="http://schemas.microsoft.com/office/drawing/2014/main" id="{D63FCDAD-F7F9-774F-8EC9-A0777820ED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26242" y="500086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AE66CCF5-C5F4-5645-A851-E4A7D572FDA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26242" y="5605747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72EABDE-2DC7-B441-8D65-EC926DD10B85}"/>
              </a:ext>
            </a:extLst>
          </p:cNvPr>
          <p:cNvCxnSpPr/>
          <p:nvPr userDrawn="1"/>
        </p:nvCxnSpPr>
        <p:spPr>
          <a:xfrm>
            <a:off x="4045241" y="1371600"/>
            <a:ext cx="0" cy="4719487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 Placeholder 17">
            <a:extLst>
              <a:ext uri="{FF2B5EF4-FFF2-40B4-BE49-F238E27FC236}">
                <a16:creationId xmlns:a16="http://schemas.microsoft.com/office/drawing/2014/main" id="{C10680BC-1106-B24D-A63E-02912A27325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857959" y="137160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87" name="Text Placeholder 17">
            <a:extLst>
              <a:ext uri="{FF2B5EF4-FFF2-40B4-BE49-F238E27FC236}">
                <a16:creationId xmlns:a16="http://schemas.microsoft.com/office/drawing/2014/main" id="{194D437D-E8B7-694E-B60A-5A3D6E8117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57959" y="197647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88" name="Text Placeholder 17">
            <a:extLst>
              <a:ext uri="{FF2B5EF4-FFF2-40B4-BE49-F238E27FC236}">
                <a16:creationId xmlns:a16="http://schemas.microsoft.com/office/drawing/2014/main" id="{D743CFF4-B173-B648-86A6-5021F5FB8C0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857959" y="258135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89" name="Text Placeholder 17">
            <a:extLst>
              <a:ext uri="{FF2B5EF4-FFF2-40B4-BE49-F238E27FC236}">
                <a16:creationId xmlns:a16="http://schemas.microsoft.com/office/drawing/2014/main" id="{67B9EDF9-023B-A84C-B540-ABBA3E3BA5C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57959" y="318623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0" name="Text Placeholder 17">
            <a:extLst>
              <a:ext uri="{FF2B5EF4-FFF2-40B4-BE49-F238E27FC236}">
                <a16:creationId xmlns:a16="http://schemas.microsoft.com/office/drawing/2014/main" id="{EA82EDEB-3F03-7A48-BC36-8C7437083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857959" y="379111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1" name="Text Placeholder 17">
            <a:extLst>
              <a:ext uri="{FF2B5EF4-FFF2-40B4-BE49-F238E27FC236}">
                <a16:creationId xmlns:a16="http://schemas.microsoft.com/office/drawing/2014/main" id="{8D7A3AD2-4413-D941-B944-D1D235AC668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857959" y="439599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2" name="Text Placeholder 17">
            <a:extLst>
              <a:ext uri="{FF2B5EF4-FFF2-40B4-BE49-F238E27FC236}">
                <a16:creationId xmlns:a16="http://schemas.microsoft.com/office/drawing/2014/main" id="{F5014509-24B5-6040-8686-31A95601E0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857959" y="500086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3" name="Text Placeholder 17">
            <a:extLst>
              <a:ext uri="{FF2B5EF4-FFF2-40B4-BE49-F238E27FC236}">
                <a16:creationId xmlns:a16="http://schemas.microsoft.com/office/drawing/2014/main" id="{02B9D5CB-DA36-724C-A996-6331344816A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857959" y="5605747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4" name="Text Placeholder 17">
            <a:extLst>
              <a:ext uri="{FF2B5EF4-FFF2-40B4-BE49-F238E27FC236}">
                <a16:creationId xmlns:a16="http://schemas.microsoft.com/office/drawing/2014/main" id="{ED51288A-4DF8-0D4F-8BBC-90AE60B661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317230" y="137160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5" name="Text Placeholder 17">
            <a:extLst>
              <a:ext uri="{FF2B5EF4-FFF2-40B4-BE49-F238E27FC236}">
                <a16:creationId xmlns:a16="http://schemas.microsoft.com/office/drawing/2014/main" id="{B55123CE-2705-2A4C-88D5-5BEECF04606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317230" y="197647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6" name="Text Placeholder 17">
            <a:extLst>
              <a:ext uri="{FF2B5EF4-FFF2-40B4-BE49-F238E27FC236}">
                <a16:creationId xmlns:a16="http://schemas.microsoft.com/office/drawing/2014/main" id="{95340386-A048-C64F-B858-E874FB9006D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7230" y="258135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7" name="Text Placeholder 17">
            <a:extLst>
              <a:ext uri="{FF2B5EF4-FFF2-40B4-BE49-F238E27FC236}">
                <a16:creationId xmlns:a16="http://schemas.microsoft.com/office/drawing/2014/main" id="{389D3522-38D0-6A46-B023-28998ECDD0F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317230" y="318623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8" name="Text Placeholder 17">
            <a:extLst>
              <a:ext uri="{FF2B5EF4-FFF2-40B4-BE49-F238E27FC236}">
                <a16:creationId xmlns:a16="http://schemas.microsoft.com/office/drawing/2014/main" id="{DFF1DA35-A5DD-8E48-B33F-D2FC79AD9A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317230" y="379111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9" name="Text Placeholder 17">
            <a:extLst>
              <a:ext uri="{FF2B5EF4-FFF2-40B4-BE49-F238E27FC236}">
                <a16:creationId xmlns:a16="http://schemas.microsoft.com/office/drawing/2014/main" id="{2DD1FA43-908E-6A4A-8D78-19F781C138B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17230" y="439599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00" name="Text Placeholder 17">
            <a:extLst>
              <a:ext uri="{FF2B5EF4-FFF2-40B4-BE49-F238E27FC236}">
                <a16:creationId xmlns:a16="http://schemas.microsoft.com/office/drawing/2014/main" id="{B42DF6FB-CEA5-344B-B42D-A5B8AF0712F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317230" y="500086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01" name="Text Placeholder 17">
            <a:extLst>
              <a:ext uri="{FF2B5EF4-FFF2-40B4-BE49-F238E27FC236}">
                <a16:creationId xmlns:a16="http://schemas.microsoft.com/office/drawing/2014/main" id="{DD7618EA-1B4E-9D4F-BE9D-ED39BC26377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317230" y="5605747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C1BE3C-F523-44EE-B6D4-7175CE08E157}"/>
              </a:ext>
            </a:extLst>
          </p:cNvPr>
          <p:cNvSpPr>
            <a:spLocks noGrp="1"/>
          </p:cNvSpPr>
          <p:nvPr>
            <p:ph type="ftr" sz="quarter" idx="56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GB"/>
              <a:t>Copyright © 2021 Accenture. All rights reserved.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796CD18-ADDA-4A64-BDD0-F5A8D01FDD49}"/>
              </a:ext>
            </a:extLst>
          </p:cNvPr>
          <p:cNvSpPr>
            <a:spLocks noGrp="1"/>
          </p:cNvSpPr>
          <p:nvPr>
            <p:ph type="sldNum" sz="quarter" idx="57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9353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6DB689C-7DB3-4046-A1BF-E63F8EF784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87C97B1E-CB9E-4CBC-A6F1-1D4F2E4ECB3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371600"/>
            <a:ext cx="11430000" cy="4940300"/>
          </a:xfrm>
        </p:spPr>
        <p:txBody>
          <a:bodyPr/>
          <a:lstStyle>
            <a:lvl1pPr marL="228600" indent="-228600">
              <a:buFont typeface="Graphik" panose="020B0604020202020204" pitchFamily="34" charset="0"/>
              <a:buChar char="•"/>
              <a:defRPr/>
            </a:lvl1pPr>
            <a:lvl2pPr marL="457200">
              <a:defRPr/>
            </a:lvl2pPr>
            <a:lvl3pPr marL="685800">
              <a:defRPr/>
            </a:lvl3pPr>
            <a:lvl4pPr marL="914400">
              <a:defRPr/>
            </a:lvl4pPr>
            <a:lvl5pPr marL="1143000">
              <a:defRPr/>
            </a:lvl5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E4E1CDE7-C850-4F14-8D26-8BD1EE3D6D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/>
              <a:t>Copyright © 2021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BEF25E-6F09-4B47-806E-462D7622D10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9252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ng Headline and 1 Column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6D4EA4B-84F0-4EB3-B6B4-6EAB903D2C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6DFCE48E-1DF3-48D6-BD43-BA3B9CE95A0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371601"/>
            <a:ext cx="11430000" cy="4940300"/>
          </a:xfrm>
        </p:spPr>
        <p:txBody>
          <a:bodyPr/>
          <a:lstStyle/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3646097A-7916-4EBE-A526-09FCBD84F6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/>
              <a:t>Copyright © 2021 Accenture. All rights reserved.</a:t>
            </a:r>
          </a:p>
        </p:txBody>
      </p:sp>
      <p:sp>
        <p:nvSpPr>
          <p:cNvPr id="11" name="GTS_WH" descr="Accenture Greater Than symbol in white">
            <a:extLst>
              <a:ext uri="{FF2B5EF4-FFF2-40B4-BE49-F238E27FC236}">
                <a16:creationId xmlns:a16="http://schemas.microsoft.com/office/drawing/2014/main" id="{5EFDEB3F-4743-43EA-A121-ED3CB6054C7F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E8CB08-3B2A-44E5-8975-B69F3969CD4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5869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A49B96C-8E74-4C8B-BDE4-9B82801CA0E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949194"/>
            <a:ext cx="11430000" cy="4362706"/>
          </a:xfrm>
        </p:spPr>
        <p:txBody>
          <a:bodyPr/>
          <a:lstStyle/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385C65-6BFC-4F61-A214-71B69537BB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US"/>
              <a:t>Place subtitle here 20pt</a:t>
            </a:r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06E1154F-E5DD-468F-85D1-17FC4F4386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/>
              <a:t>Copyright © 2021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5699EEA-1839-42AE-A096-1905CABA2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6645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1">
          <p15:clr>
            <a:srgbClr val="547EBF"/>
          </p15:clr>
        </p15:guide>
      </p15:sldGuideLst>
    </p:ext>
  </p:extLs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s 2 - Headline + GT Sect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DC12A70-EB69-034B-A8B3-5A8F76E5FC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0" y="3004457"/>
            <a:ext cx="5524500" cy="2865991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228600" indent="-228600">
              <a:buFont typeface="Graphik" panose="020B0604020202020204" pitchFamily="34" charset="0"/>
              <a:buChar char="•"/>
              <a:defRPr sz="1800"/>
            </a:lvl2pPr>
            <a:lvl3pPr marL="457200">
              <a:buFont typeface="Graphik" panose="020B0503030202060203" pitchFamily="34" charset="0"/>
              <a:buChar char="–"/>
              <a:defRPr sz="1800"/>
            </a:lvl3pPr>
            <a:lvl4pPr marL="685800">
              <a:buFont typeface="Graphik" panose="020B0604020202020204" pitchFamily="34" charset="0"/>
              <a:buChar char="•"/>
              <a:defRPr sz="1600"/>
            </a:lvl4pPr>
            <a:lvl5pPr marL="914400">
              <a:buFont typeface="Graphik" panose="020B0503030202060203" pitchFamily="34" charset="0"/>
              <a:buChar char="–"/>
              <a:defRPr sz="1600"/>
            </a:lvl5pPr>
          </a:lstStyle>
          <a:p>
            <a:pPr lvl="0"/>
            <a:r>
              <a:rPr lang="en-US"/>
              <a:t>Place sub-headline here in GT Sectra Fine </a:t>
            </a:r>
            <a:r>
              <a:rPr lang="en-US" err="1"/>
              <a:t>Rg</a:t>
            </a:r>
            <a:r>
              <a:rPr lang="en-US"/>
              <a:t>, indent for other levels 24pt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bullet 18pt</a:t>
            </a:r>
          </a:p>
          <a:p>
            <a:pPr lvl="3"/>
            <a:r>
              <a:rPr lang="en-US"/>
              <a:t>Fourth level bullet 16pt</a:t>
            </a:r>
          </a:p>
          <a:p>
            <a:pPr lvl="4"/>
            <a:r>
              <a:rPr lang="en-US"/>
              <a:t>Fifth level bullet 16pt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CC1513EB-EC9B-9B42-BA12-BC659505A76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86499" y="1371601"/>
            <a:ext cx="5524500" cy="450242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Place text here 20pt</a:t>
            </a:r>
          </a:p>
          <a:p>
            <a:pPr lvl="1"/>
            <a:r>
              <a:rPr lang="en-US"/>
              <a:t>Second level 20pt</a:t>
            </a:r>
          </a:p>
          <a:p>
            <a:pPr lvl="2"/>
            <a:r>
              <a:rPr lang="en-US"/>
              <a:t>Third level 20pt</a:t>
            </a:r>
          </a:p>
          <a:p>
            <a:pPr lvl="3"/>
            <a:r>
              <a:rPr lang="en-US"/>
              <a:t>Fourth level 18pt</a:t>
            </a:r>
          </a:p>
          <a:p>
            <a:pPr lvl="4"/>
            <a:r>
              <a:rPr lang="en-US"/>
              <a:t>Fifth level 18pt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1371601"/>
            <a:ext cx="5524499" cy="1632856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0A51E00B-3AD2-4131-A1AF-2681835517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/>
              <a:t>Copyright © 2021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B5BAA4F-3169-4083-866F-71669DE395C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468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20">
          <p15:clr>
            <a:srgbClr val="C35EA4"/>
          </p15:clr>
        </p15:guide>
      </p15:sldGuideLst>
    </p:ext>
  </p:extLs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987552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1371600"/>
            <a:ext cx="5524499" cy="493776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1371600"/>
            <a:ext cx="5524499" cy="493776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DF77ADC1-6931-47B6-AF28-D1C74D5BB4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/>
              <a:t>Copyright © 2021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9BB8772-B000-40EC-8AE7-3AA41499E64B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6254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8830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1947672"/>
            <a:ext cx="5524499" cy="43616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1947672"/>
            <a:ext cx="5524499" cy="43616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DF77ADC1-6931-47B6-AF28-D1C74D5BB4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/>
              <a:t>Copyright © 2021 Accenture. All rights reserved.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A356218-065E-4505-9831-1D03292456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US"/>
              <a:t>Place subtitle here 20pt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363034-F9EC-4A95-91E0-2E801974931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0862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>
          <p15:clr>
            <a:srgbClr val="547EBF"/>
          </p15:clr>
        </p15:guide>
      </p15:sldGuideLst>
    </p:ext>
  </p:extLst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 and 2 Headings/Co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8830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1949194"/>
            <a:ext cx="55245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EDE1E44A-D007-46D2-9E20-283025607FF2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286499" y="1949194"/>
            <a:ext cx="55245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2772154"/>
            <a:ext cx="5524499" cy="3101872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2772154"/>
            <a:ext cx="5524499" cy="3101872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DF77ADC1-6931-47B6-AF28-D1C74D5BB4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/>
              <a:t>Copyright © 2021 Accenture. All rights reserved.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A356218-065E-4505-9831-1D03292456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US"/>
              <a:t>Place subtitle here 20pt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A5F1A8-92F0-48CE-B27D-E2B7EE762F1A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1940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8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3837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BA4C27-1C65-4465-A8B1-ACE92701B4D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1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1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318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DB26F5FE-8482-4C00-99C1-3FC3BEEE82C8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4318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marL="11113" lvl="5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/>
              <a:t>Sixth level 12pt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4318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8255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CBA38EFA-DE92-462D-AAF3-DE465A478568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8255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marL="11113" lvl="5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/>
              <a:t>Sixth level 12pt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255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E974BDB1-DA1D-43EC-81BC-66135DB7B8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US"/>
              <a:t>Place subtitle here 20pt</a:t>
            </a:r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FE860E3B-7BAE-4917-8F29-26AFBD0E72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/>
              <a:t>Copyright © 2021 Accenture. All rights reserved.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7D7C41-6360-43FF-A192-982014655EFE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0911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2286000"/>
            <a:ext cx="2571749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1000" y="1828800"/>
            <a:ext cx="2571749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333375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333375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628650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28650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973701C-90E3-449B-A44A-0C66B0945601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923925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D6CB018D-34A3-4417-AE76-9BB3793F0332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923925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3BDC2B1A-D3A0-C04B-AEDB-0389C637EF1A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381000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40F6CE73-9C88-264F-A7F2-A3D2B2D1938B}"/>
              </a:ext>
            </a:extLst>
          </p:cNvPr>
          <p:cNvSpPr>
            <a:spLocks noGrp="1"/>
          </p:cNvSpPr>
          <p:nvPr>
            <p:ph sz="half" idx="29" hasCustomPrompt="1"/>
          </p:nvPr>
        </p:nvSpPr>
        <p:spPr>
          <a:xfrm>
            <a:off x="3333751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5F289FE6-F2A2-784D-9D31-047C10F04CDF}"/>
              </a:ext>
            </a:extLst>
          </p:cNvPr>
          <p:cNvSpPr>
            <a:spLocks noGrp="1"/>
          </p:cNvSpPr>
          <p:nvPr>
            <p:ph sz="half" idx="30" hasCustomPrompt="1"/>
          </p:nvPr>
        </p:nvSpPr>
        <p:spPr>
          <a:xfrm>
            <a:off x="6286500" y="3145138"/>
            <a:ext cx="2571749" cy="272531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29" name="Content Placeholder 3">
            <a:extLst>
              <a:ext uri="{FF2B5EF4-FFF2-40B4-BE49-F238E27FC236}">
                <a16:creationId xmlns:a16="http://schemas.microsoft.com/office/drawing/2014/main" id="{A079B5C1-1D0F-8F40-A376-4AE3B49D1B5A}"/>
              </a:ext>
            </a:extLst>
          </p:cNvPr>
          <p:cNvSpPr>
            <a:spLocks noGrp="1"/>
          </p:cNvSpPr>
          <p:nvPr>
            <p:ph sz="half" idx="31" hasCustomPrompt="1"/>
          </p:nvPr>
        </p:nvSpPr>
        <p:spPr>
          <a:xfrm>
            <a:off x="9239251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23" name="Footer Placeholder 3">
            <a:extLst>
              <a:ext uri="{FF2B5EF4-FFF2-40B4-BE49-F238E27FC236}">
                <a16:creationId xmlns:a16="http://schemas.microsoft.com/office/drawing/2014/main" id="{83000718-AD47-4F1E-8F71-56356C9406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/>
              <a:t>Copyright © 2021 Accenture. All rights reserved.</a:t>
            </a: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01BF3E00-F066-4583-A5B1-87DD196667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3837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5650FA89-A64B-4802-B6DF-D1844A8430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US"/>
              <a:t>Place subtitle here 20pt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D5B1DD8-C71C-4D65-A58A-0A9A86DCED84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9053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98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5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798829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BD757F29-5B8C-430C-B53D-FA44B1887B4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1377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4C854DFB-B17D-45CF-98C3-3882DBE2C32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898899"/>
            <a:ext cx="1985504" cy="1971541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16" name="Text Placeholder 21">
            <a:extLst>
              <a:ext uri="{FF2B5EF4-FFF2-40B4-BE49-F238E27FC236}">
                <a16:creationId xmlns:a16="http://schemas.microsoft.com/office/drawing/2014/main" id="{C5D125FD-0D25-4E65-82F5-4E18FE84E47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3943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1" name="Text Placeholder 21">
            <a:extLst>
              <a:ext uri="{FF2B5EF4-FFF2-40B4-BE49-F238E27FC236}">
                <a16:creationId xmlns:a16="http://schemas.microsoft.com/office/drawing/2014/main" id="{5B124AA5-6419-4552-97B5-242DA08BE73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0145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A378CD97-B880-4BCB-AD71-A7C1C1C848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6347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2CB6C29-05E0-4B43-A2EB-22FEB969E56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825496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13EDE11-CE40-4943-AE63-A3B14CB3C037}"/>
              </a:ext>
            </a:extLst>
          </p:cNvPr>
          <p:cNvCxnSpPr>
            <a:cxnSpLocks/>
          </p:cNvCxnSpPr>
          <p:nvPr userDrawn="1"/>
        </p:nvCxnSpPr>
        <p:spPr>
          <a:xfrm>
            <a:off x="114156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67ED40C-58DA-45F1-8E80-6A74976C6E1E}"/>
              </a:ext>
            </a:extLst>
          </p:cNvPr>
          <p:cNvCxnSpPr/>
          <p:nvPr userDrawn="1"/>
        </p:nvCxnSpPr>
        <p:spPr>
          <a:xfrm>
            <a:off x="350358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91A22B2-C08A-41DA-ACB1-5B59B4CDA8DE}"/>
              </a:ext>
            </a:extLst>
          </p:cNvPr>
          <p:cNvCxnSpPr/>
          <p:nvPr userDrawn="1"/>
        </p:nvCxnSpPr>
        <p:spPr>
          <a:xfrm>
            <a:off x="586560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7D3E374-86AB-4A80-81AD-B09F07C51B80}"/>
              </a:ext>
            </a:extLst>
          </p:cNvPr>
          <p:cNvCxnSpPr/>
          <p:nvPr userDrawn="1"/>
        </p:nvCxnSpPr>
        <p:spPr>
          <a:xfrm>
            <a:off x="822762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3A5244A-D0CA-43CB-A0DB-296A219EDC9D}"/>
              </a:ext>
            </a:extLst>
          </p:cNvPr>
          <p:cNvCxnSpPr>
            <a:cxnSpLocks/>
          </p:cNvCxnSpPr>
          <p:nvPr userDrawn="1"/>
        </p:nvCxnSpPr>
        <p:spPr>
          <a:xfrm>
            <a:off x="10589648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Picture Placeholder 13">
            <a:extLst>
              <a:ext uri="{FF2B5EF4-FFF2-40B4-BE49-F238E27FC236}">
                <a16:creationId xmlns:a16="http://schemas.microsoft.com/office/drawing/2014/main" id="{EABD27E6-4547-45B3-9AC5-1EF508AE88ED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307579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0" name="Picture Placeholder 13">
            <a:extLst>
              <a:ext uri="{FF2B5EF4-FFF2-40B4-BE49-F238E27FC236}">
                <a16:creationId xmlns:a16="http://schemas.microsoft.com/office/drawing/2014/main" id="{31C34651-25FA-45DD-86DF-BB58EBE9AA84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43781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B32375EE-E449-4B59-B987-5D6EBFBDF31C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79983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id="{EE1692D5-4CE6-4990-8769-B146983B9477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0161852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3" name="Footer Placeholder 3">
            <a:extLst>
              <a:ext uri="{FF2B5EF4-FFF2-40B4-BE49-F238E27FC236}">
                <a16:creationId xmlns:a16="http://schemas.microsoft.com/office/drawing/2014/main" id="{57676F53-2AF5-4F44-9119-3C3347D1DA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/>
              <a:t>Copyright © 2021 Accenture. All rights reserved.</a:t>
            </a: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B8D97977-AAE6-4533-93CA-ADE704E9F4A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US"/>
              <a:t>Place subtitle here 20pt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5D3E087-C0E5-4045-83EC-D0F38053E0B8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5967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Team 4-Box Shad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4655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Font typeface="Graphik" panose="020B0604020202020204" pitchFamily="34" charset="0"/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6" name="Picture Placeholder 13">
            <a:extLst>
              <a:ext uri="{FF2B5EF4-FFF2-40B4-BE49-F238E27FC236}">
                <a16:creationId xmlns:a16="http://schemas.microsoft.com/office/drawing/2014/main" id="{25DB0B2A-9775-46B0-9A40-F75EBFA4B45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817351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7" name="Picture Placeholder 13">
            <a:extLst>
              <a:ext uri="{FF2B5EF4-FFF2-40B4-BE49-F238E27FC236}">
                <a16:creationId xmlns:a16="http://schemas.microsoft.com/office/drawing/2014/main" id="{F83F6B5F-EAE7-44DA-BD77-6D66865CEB92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480047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8" name="Picture Placeholder 13">
            <a:extLst>
              <a:ext uri="{FF2B5EF4-FFF2-40B4-BE49-F238E27FC236}">
                <a16:creationId xmlns:a16="http://schemas.microsoft.com/office/drawing/2014/main" id="{AD8EF41C-E978-4139-80A4-73605C41EA35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9142743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85299B8E-3F01-2548-8001-539E1BC62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54653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solidFill>
                  <a:schemeClr val="accent2"/>
                </a:solidFill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</a:t>
            </a:r>
            <a:br>
              <a:rPr lang="en-US"/>
            </a:br>
            <a:r>
              <a:rPr lang="en-US"/>
              <a:t>Last name 21pt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4E426F14-FA6B-9D46-869F-A452B7018F4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817350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GT Sectra Fine Rg" panose="00000500000000000000" pitchFamily="50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</a:t>
            </a:r>
            <a:br>
              <a:rPr lang="en-US"/>
            </a:br>
            <a:r>
              <a:rPr lang="en-US"/>
              <a:t>Last name 21pt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0" name="Text Placeholder 21">
            <a:extLst>
              <a:ext uri="{FF2B5EF4-FFF2-40B4-BE49-F238E27FC236}">
                <a16:creationId xmlns:a16="http://schemas.microsoft.com/office/drawing/2014/main" id="{538B1F0C-0682-354C-9C2E-DEAF9D4D61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80047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GT Sectra Fine Rg" panose="00000500000000000000" pitchFamily="50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</a:t>
            </a:r>
            <a:br>
              <a:rPr lang="en-US"/>
            </a:br>
            <a:r>
              <a:rPr lang="en-US"/>
              <a:t>Last name 21pt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1" name="Text Placeholder 21">
            <a:extLst>
              <a:ext uri="{FF2B5EF4-FFF2-40B4-BE49-F238E27FC236}">
                <a16:creationId xmlns:a16="http://schemas.microsoft.com/office/drawing/2014/main" id="{C69C98AC-20D5-A44F-AEBD-63FEBDE614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142742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GT Sectra Fine Rg" panose="00000500000000000000" pitchFamily="50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</a:t>
            </a:r>
            <a:br>
              <a:rPr lang="en-US"/>
            </a:br>
            <a:r>
              <a:rPr lang="en-US"/>
              <a:t>Last name 21pt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9310CF55-0D9B-41F8-8D1E-8BA74BC232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/>
              <a:t>Copyright © 2021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4481D5-3713-4165-990F-CD2E7B955A03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84820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Team 6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B8224852-B872-0E48-9DF5-0937E260C3B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1000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lIns="91440" tIns="0"/>
          <a:lstStyle>
            <a:lvl1pPr marL="0" indent="0">
              <a:buNone/>
              <a:defRPr sz="1800" b="0"/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356104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3" name="Picture Placeholder 13">
            <a:extLst>
              <a:ext uri="{FF2B5EF4-FFF2-40B4-BE49-F238E27FC236}">
                <a16:creationId xmlns:a16="http://schemas.microsoft.com/office/drawing/2014/main" id="{4340D6FD-1887-3544-A26E-8F335B859BD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31208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4" name="Picture Placeholder 13">
            <a:extLst>
              <a:ext uri="{FF2B5EF4-FFF2-40B4-BE49-F238E27FC236}">
                <a16:creationId xmlns:a16="http://schemas.microsoft.com/office/drawing/2014/main" id="{FA080C1D-BB93-B249-9F54-C5F7A16E098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306312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5" name="Picture Placeholder 13">
            <a:extLst>
              <a:ext uri="{FF2B5EF4-FFF2-40B4-BE49-F238E27FC236}">
                <a16:creationId xmlns:a16="http://schemas.microsoft.com/office/drawing/2014/main" id="{A1C6FF20-E7DF-8F42-9AE5-920A6769DA4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56520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CA9187A3-C074-9F44-8687-E31C02BD508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81416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6BEB5A56-DED2-134F-B0DE-11936982FFF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926552"/>
            <a:ext cx="1554480" cy="1943893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8" name="Text Placeholder 21">
            <a:extLst>
              <a:ext uri="{FF2B5EF4-FFF2-40B4-BE49-F238E27FC236}">
                <a16:creationId xmlns:a16="http://schemas.microsoft.com/office/drawing/2014/main" id="{923321BD-6745-7944-910F-B8C8E4AC31D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53236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9" name="Text Placeholder 21">
            <a:extLst>
              <a:ext uri="{FF2B5EF4-FFF2-40B4-BE49-F238E27FC236}">
                <a16:creationId xmlns:a16="http://schemas.microsoft.com/office/drawing/2014/main" id="{2A6C4DC7-1806-A74D-B434-61FF385F82A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9057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0" name="Text Placeholder 21">
            <a:extLst>
              <a:ext uri="{FF2B5EF4-FFF2-40B4-BE49-F238E27FC236}">
                <a16:creationId xmlns:a16="http://schemas.microsoft.com/office/drawing/2014/main" id="{053D7F26-6DC1-034C-B572-B4BFE718C79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04878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2" name="Text Placeholder 21">
            <a:extLst>
              <a:ext uri="{FF2B5EF4-FFF2-40B4-BE49-F238E27FC236}">
                <a16:creationId xmlns:a16="http://schemas.microsoft.com/office/drawing/2014/main" id="{E075A489-B7B7-CE40-B061-D8A36AFCC81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80699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5" name="Text Placeholder 21">
            <a:extLst>
              <a:ext uri="{FF2B5EF4-FFF2-40B4-BE49-F238E27FC236}">
                <a16:creationId xmlns:a16="http://schemas.microsoft.com/office/drawing/2014/main" id="{FF2BF483-5EDC-9242-AD58-57E84F538C8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56520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D665DCA-734C-4077-92CB-D7A9FCD67D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/>
              <a:t>Copyright © 2021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3D474A-8A06-4078-BEBB-EBDCDD30231B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7" name="Picture Placeholder 4">
            <a:extLst>
              <a:ext uri="{FF2B5EF4-FFF2-40B4-BE49-F238E27FC236}">
                <a16:creationId xmlns:a16="http://schemas.microsoft.com/office/drawing/2014/main" id="{9FEF6117-B6D9-4841-8EFA-DF78BCFA9C0B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377415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8" name="Picture Placeholder 4">
            <a:extLst>
              <a:ext uri="{FF2B5EF4-FFF2-40B4-BE49-F238E27FC236}">
                <a16:creationId xmlns:a16="http://schemas.microsoft.com/office/drawing/2014/main" id="{90B0A6BB-BC70-4436-B334-35CF914D1772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2356104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9" name="Picture Placeholder 4">
            <a:extLst>
              <a:ext uri="{FF2B5EF4-FFF2-40B4-BE49-F238E27FC236}">
                <a16:creationId xmlns:a16="http://schemas.microsoft.com/office/drawing/2014/main" id="{EA23CA56-3568-4982-84E5-176DE32541C2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4331208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0" name="Picture Placeholder 4">
            <a:extLst>
              <a:ext uri="{FF2B5EF4-FFF2-40B4-BE49-F238E27FC236}">
                <a16:creationId xmlns:a16="http://schemas.microsoft.com/office/drawing/2014/main" id="{7E019EA7-B58E-4B17-A663-2E8CCD701589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306312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4" name="Picture Placeholder 4">
            <a:extLst>
              <a:ext uri="{FF2B5EF4-FFF2-40B4-BE49-F238E27FC236}">
                <a16:creationId xmlns:a16="http://schemas.microsoft.com/office/drawing/2014/main" id="{9A57066F-5BF5-43F7-A9DA-1788B5511DA7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281416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5" name="Picture Placeholder 4">
            <a:extLst>
              <a:ext uri="{FF2B5EF4-FFF2-40B4-BE49-F238E27FC236}">
                <a16:creationId xmlns:a16="http://schemas.microsoft.com/office/drawing/2014/main" id="{EA5F90EC-FB85-4041-85C1-409768D3A0C0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10256520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7995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</p15:sldGuideLst>
    </p:ext>
  </p:extLst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ng Headline-Team 6-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B8224852-B872-0E48-9DF5-0937E260C3B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1000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lIns="91440"/>
          <a:lstStyle>
            <a:lvl1pPr marL="0" indent="0">
              <a:buNone/>
              <a:defRPr sz="1800" b="0">
                <a:solidFill>
                  <a:schemeClr val="bg1"/>
                </a:solidFill>
              </a:defRPr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356104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3" name="Picture Placeholder 13">
            <a:extLst>
              <a:ext uri="{FF2B5EF4-FFF2-40B4-BE49-F238E27FC236}">
                <a16:creationId xmlns:a16="http://schemas.microsoft.com/office/drawing/2014/main" id="{4340D6FD-1887-3544-A26E-8F335B859BD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31208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4" name="Picture Placeholder 13">
            <a:extLst>
              <a:ext uri="{FF2B5EF4-FFF2-40B4-BE49-F238E27FC236}">
                <a16:creationId xmlns:a16="http://schemas.microsoft.com/office/drawing/2014/main" id="{FA080C1D-BB93-B249-9F54-C5F7A16E098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306312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5" name="Picture Placeholder 13">
            <a:extLst>
              <a:ext uri="{FF2B5EF4-FFF2-40B4-BE49-F238E27FC236}">
                <a16:creationId xmlns:a16="http://schemas.microsoft.com/office/drawing/2014/main" id="{A1C6FF20-E7DF-8F42-9AE5-920A6769DA4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56520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85299B8E-3F01-2548-8001-539E1BC62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926552"/>
            <a:ext cx="1554480" cy="1943892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4E426F14-FA6B-9D46-869F-A452B7018F4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53236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CA9187A3-C074-9F44-8687-E31C02BD508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81416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50" name="Text Placeholder 21">
            <a:extLst>
              <a:ext uri="{FF2B5EF4-FFF2-40B4-BE49-F238E27FC236}">
                <a16:creationId xmlns:a16="http://schemas.microsoft.com/office/drawing/2014/main" id="{538B1F0C-0682-354C-9C2E-DEAF9D4D61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9057" y="3926552"/>
            <a:ext cx="1554480" cy="195196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1" name="Text Placeholder 21">
            <a:extLst>
              <a:ext uri="{FF2B5EF4-FFF2-40B4-BE49-F238E27FC236}">
                <a16:creationId xmlns:a16="http://schemas.microsoft.com/office/drawing/2014/main" id="{C69C98AC-20D5-A44F-AEBD-63FEBDE614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04878" y="3926552"/>
            <a:ext cx="1554480" cy="195196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2" name="Text Placeholder 21">
            <a:extLst>
              <a:ext uri="{FF2B5EF4-FFF2-40B4-BE49-F238E27FC236}">
                <a16:creationId xmlns:a16="http://schemas.microsoft.com/office/drawing/2014/main" id="{6DA3268F-5CC4-7E4D-879D-3A3F1FBF6B5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80699" y="3926552"/>
            <a:ext cx="1554480" cy="19519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3" name="Text Placeholder 21">
            <a:extLst>
              <a:ext uri="{FF2B5EF4-FFF2-40B4-BE49-F238E27FC236}">
                <a16:creationId xmlns:a16="http://schemas.microsoft.com/office/drawing/2014/main" id="{855592D2-902A-1146-B433-6648BEC8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56520" y="3926552"/>
            <a:ext cx="1554480" cy="194389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9" name="Footer Placeholder 3">
            <a:extLst>
              <a:ext uri="{FF2B5EF4-FFF2-40B4-BE49-F238E27FC236}">
                <a16:creationId xmlns:a16="http://schemas.microsoft.com/office/drawing/2014/main" id="{F748F9AD-5F56-42EC-9922-780EBA4436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/>
              <a:t>Copyright © 2021 Accenture. All rights reserved.</a:t>
            </a:r>
          </a:p>
        </p:txBody>
      </p:sp>
      <p:sp>
        <p:nvSpPr>
          <p:cNvPr id="32" name="GTS_WH" descr="Accenture Greater Than symbol in white">
            <a:extLst>
              <a:ext uri="{FF2B5EF4-FFF2-40B4-BE49-F238E27FC236}">
                <a16:creationId xmlns:a16="http://schemas.microsoft.com/office/drawing/2014/main" id="{B49891DC-D80E-4D1B-961E-1B567E0E4535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8FB076-B311-496F-8C11-2C54B06FBB3D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Picture Placeholder 4">
            <a:extLst>
              <a:ext uri="{FF2B5EF4-FFF2-40B4-BE49-F238E27FC236}">
                <a16:creationId xmlns:a16="http://schemas.microsoft.com/office/drawing/2014/main" id="{199DF3DD-2E34-4D79-8E11-12CE813E73FA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381000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5" name="Picture Placeholder 4">
            <a:extLst>
              <a:ext uri="{FF2B5EF4-FFF2-40B4-BE49-F238E27FC236}">
                <a16:creationId xmlns:a16="http://schemas.microsoft.com/office/drawing/2014/main" id="{6FCD1A94-A214-4264-842C-B5DA710C1F37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2356104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7" name="Picture Placeholder 4">
            <a:extLst>
              <a:ext uri="{FF2B5EF4-FFF2-40B4-BE49-F238E27FC236}">
                <a16:creationId xmlns:a16="http://schemas.microsoft.com/office/drawing/2014/main" id="{895C1CB4-E517-4380-8170-E8C0CA787FBA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4331208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8" name="Picture Placeholder 4">
            <a:extLst>
              <a:ext uri="{FF2B5EF4-FFF2-40B4-BE49-F238E27FC236}">
                <a16:creationId xmlns:a16="http://schemas.microsoft.com/office/drawing/2014/main" id="{6AFBE91E-BB56-4FAF-ADEB-859CA86F829F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306312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9" name="Picture Placeholder 4">
            <a:extLst>
              <a:ext uri="{FF2B5EF4-FFF2-40B4-BE49-F238E27FC236}">
                <a16:creationId xmlns:a16="http://schemas.microsoft.com/office/drawing/2014/main" id="{15D78B8A-7ECF-44EE-A95F-FBD072A68894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281416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0" name="Picture Placeholder 4">
            <a:extLst>
              <a:ext uri="{FF2B5EF4-FFF2-40B4-BE49-F238E27FC236}">
                <a16:creationId xmlns:a16="http://schemas.microsoft.com/office/drawing/2014/main" id="{F2F64C30-F694-4DC6-AAED-5ECA99ECCF51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10256520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7559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</p15:sldGuideLst>
    </p:ext>
  </p:extLst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Team 8-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371931-42F0-694A-9918-74F36725749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81000" y="1295233"/>
            <a:ext cx="3540355" cy="501666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Place text here, use indent to access other levels 20pt</a:t>
            </a:r>
          </a:p>
          <a:p>
            <a:pPr lvl="1"/>
            <a:r>
              <a:rPr lang="en-GB"/>
              <a:t>Second level 20pt</a:t>
            </a:r>
          </a:p>
          <a:p>
            <a:pPr lvl="2"/>
            <a:r>
              <a:rPr lang="en-GB"/>
              <a:t>Third level 20pt</a:t>
            </a:r>
          </a:p>
          <a:p>
            <a:pPr lvl="3"/>
            <a:r>
              <a:rPr lang="en-GB"/>
              <a:t>Fourth level 18pt</a:t>
            </a:r>
          </a:p>
          <a:p>
            <a:pPr lvl="4"/>
            <a:r>
              <a:rPr lang="en-GB"/>
              <a:t>Fifth level 18pt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45" name="Picture Placeholder 13">
            <a:extLst>
              <a:ext uri="{FF2B5EF4-FFF2-40B4-BE49-F238E27FC236}">
                <a16:creationId xmlns:a16="http://schemas.microsoft.com/office/drawing/2014/main" id="{CD7EAAF9-7102-4351-9F35-C40B3F3819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25820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6" name="Picture Placeholder 13">
            <a:extLst>
              <a:ext uri="{FF2B5EF4-FFF2-40B4-BE49-F238E27FC236}">
                <a16:creationId xmlns:a16="http://schemas.microsoft.com/office/drawing/2014/main" id="{CC40CB3D-DFEA-4056-B2DA-887E7C86324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298231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7" name="Picture Placeholder 13">
            <a:extLst>
              <a:ext uri="{FF2B5EF4-FFF2-40B4-BE49-F238E27FC236}">
                <a16:creationId xmlns:a16="http://schemas.microsoft.com/office/drawing/2014/main" id="{F8BABECB-6F2D-4068-AEE6-A603DAA72EF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43053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8" name="Picture Placeholder 13">
            <a:extLst>
              <a:ext uri="{FF2B5EF4-FFF2-40B4-BE49-F238E27FC236}">
                <a16:creationId xmlns:a16="http://schemas.microsoft.com/office/drawing/2014/main" id="{914A31DD-59CB-48C9-9C28-954E6B85C62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70642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57" name="Text Placeholder 21">
            <a:extLst>
              <a:ext uri="{FF2B5EF4-FFF2-40B4-BE49-F238E27FC236}">
                <a16:creationId xmlns:a16="http://schemas.microsoft.com/office/drawing/2014/main" id="{224BCF40-5B7A-4471-B077-3EEE956ADC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5822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58" name="Text Placeholder 21">
            <a:extLst>
              <a:ext uri="{FF2B5EF4-FFF2-40B4-BE49-F238E27FC236}">
                <a16:creationId xmlns:a16="http://schemas.microsoft.com/office/drawing/2014/main" id="{68E899C2-D12C-4214-88A5-B7A6E1BCDCE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98233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59" name="Text Placeholder 21">
            <a:extLst>
              <a:ext uri="{FF2B5EF4-FFF2-40B4-BE49-F238E27FC236}">
                <a16:creationId xmlns:a16="http://schemas.microsoft.com/office/drawing/2014/main" id="{66A0D763-27FE-421C-A5D9-19A08FC2D8D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70644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78" name="Text Placeholder 21">
            <a:extLst>
              <a:ext uri="{FF2B5EF4-FFF2-40B4-BE49-F238E27FC236}">
                <a16:creationId xmlns:a16="http://schemas.microsoft.com/office/drawing/2014/main" id="{43E52046-A5DE-47E3-A9A3-ADD4F6DB823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43055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id="{BA696AEF-3D6B-2E4A-853E-8A8760E58D09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4325822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3" name="Picture Placeholder 13">
            <a:extLst>
              <a:ext uri="{FF2B5EF4-FFF2-40B4-BE49-F238E27FC236}">
                <a16:creationId xmlns:a16="http://schemas.microsoft.com/office/drawing/2014/main" id="{05B98E7F-7333-A04B-94D4-281325401EF4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6298233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4" name="Picture Placeholder 13">
            <a:extLst>
              <a:ext uri="{FF2B5EF4-FFF2-40B4-BE49-F238E27FC236}">
                <a16:creationId xmlns:a16="http://schemas.microsoft.com/office/drawing/2014/main" id="{B99C455B-37CC-4E44-8046-56AF81C16361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10243053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5" name="Picture Placeholder 13">
            <a:extLst>
              <a:ext uri="{FF2B5EF4-FFF2-40B4-BE49-F238E27FC236}">
                <a16:creationId xmlns:a16="http://schemas.microsoft.com/office/drawing/2014/main" id="{AAA6B0A5-6A50-1640-8F39-F8AC766655FE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8270644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0" name="Text Placeholder 21">
            <a:extLst>
              <a:ext uri="{FF2B5EF4-FFF2-40B4-BE49-F238E27FC236}">
                <a16:creationId xmlns:a16="http://schemas.microsoft.com/office/drawing/2014/main" id="{CDFBCAAC-9CA0-5A4E-8684-A49AAB0BA650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325822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41" name="Text Placeholder 21">
            <a:extLst>
              <a:ext uri="{FF2B5EF4-FFF2-40B4-BE49-F238E27FC236}">
                <a16:creationId xmlns:a16="http://schemas.microsoft.com/office/drawing/2014/main" id="{0C025F6B-BD75-0A4C-87E1-147D69F7C5B9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298233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42" name="Text Placeholder 21">
            <a:extLst>
              <a:ext uri="{FF2B5EF4-FFF2-40B4-BE49-F238E27FC236}">
                <a16:creationId xmlns:a16="http://schemas.microsoft.com/office/drawing/2014/main" id="{A9CB5A73-2496-3841-A61A-1965B0A6AD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270644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43" name="Text Placeholder 21">
            <a:extLst>
              <a:ext uri="{FF2B5EF4-FFF2-40B4-BE49-F238E27FC236}">
                <a16:creationId xmlns:a16="http://schemas.microsoft.com/office/drawing/2014/main" id="{886F547A-67CA-C749-B9EA-AA1142C31543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0243055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50" name="Footer Placeholder 3">
            <a:extLst>
              <a:ext uri="{FF2B5EF4-FFF2-40B4-BE49-F238E27FC236}">
                <a16:creationId xmlns:a16="http://schemas.microsoft.com/office/drawing/2014/main" id="{A671D4FB-2F86-4AF3-89D0-D61D543789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/>
              <a:t>Copyright © 2021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B1014D8-C563-4003-8EBC-A9F6EE68BA63}"/>
              </a:ext>
            </a:extLst>
          </p:cNvPr>
          <p:cNvSpPr>
            <a:spLocks noGrp="1"/>
          </p:cNvSpPr>
          <p:nvPr>
            <p:ph type="sldNum" sz="quarter" idx="5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1" name="Picture Placeholder 4">
            <a:extLst>
              <a:ext uri="{FF2B5EF4-FFF2-40B4-BE49-F238E27FC236}">
                <a16:creationId xmlns:a16="http://schemas.microsoft.com/office/drawing/2014/main" id="{1559D4A6-A7D1-4EAE-87E5-EB8A4B73E546}"/>
              </a:ext>
            </a:extLst>
          </p:cNvPr>
          <p:cNvSpPr>
            <a:spLocks noGrp="1"/>
          </p:cNvSpPr>
          <p:nvPr>
            <p:ph type="pic" sz="quarter" idx="52" hasCustomPrompt="1"/>
          </p:nvPr>
        </p:nvSpPr>
        <p:spPr>
          <a:xfrm>
            <a:off x="4325822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4" name="Picture Placeholder 4">
            <a:extLst>
              <a:ext uri="{FF2B5EF4-FFF2-40B4-BE49-F238E27FC236}">
                <a16:creationId xmlns:a16="http://schemas.microsoft.com/office/drawing/2014/main" id="{564E037C-8888-4DE6-88C4-A629CBF5F3A9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6298233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51" name="Picture Placeholder 4">
            <a:extLst>
              <a:ext uri="{FF2B5EF4-FFF2-40B4-BE49-F238E27FC236}">
                <a16:creationId xmlns:a16="http://schemas.microsoft.com/office/drawing/2014/main" id="{1DD1D133-7281-4297-B58B-4683B9743A55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>
          <a:xfrm>
            <a:off x="8270644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52" name="Picture Placeholder 4">
            <a:extLst>
              <a:ext uri="{FF2B5EF4-FFF2-40B4-BE49-F238E27FC236}">
                <a16:creationId xmlns:a16="http://schemas.microsoft.com/office/drawing/2014/main" id="{4D49677A-CABE-49CD-A2EE-9EC21E15DF23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10243055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53" name="Picture Placeholder 4">
            <a:extLst>
              <a:ext uri="{FF2B5EF4-FFF2-40B4-BE49-F238E27FC236}">
                <a16:creationId xmlns:a16="http://schemas.microsoft.com/office/drawing/2014/main" id="{E46B730A-2104-4381-A7F8-6A08201D7F97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4325822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60" name="Picture Placeholder 4">
            <a:extLst>
              <a:ext uri="{FF2B5EF4-FFF2-40B4-BE49-F238E27FC236}">
                <a16:creationId xmlns:a16="http://schemas.microsoft.com/office/drawing/2014/main" id="{15BD8921-64C2-47AC-9DE2-E4DFFCBF7C64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6298233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61" name="Picture Placeholder 4">
            <a:extLst>
              <a:ext uri="{FF2B5EF4-FFF2-40B4-BE49-F238E27FC236}">
                <a16:creationId xmlns:a16="http://schemas.microsoft.com/office/drawing/2014/main" id="{3EF9A07C-1758-4B3E-A1CD-67412E56BBFE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8270644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62" name="Picture Placeholder 4">
            <a:extLst>
              <a:ext uri="{FF2B5EF4-FFF2-40B4-BE49-F238E27FC236}">
                <a16:creationId xmlns:a16="http://schemas.microsoft.com/office/drawing/2014/main" id="{25D8A2F3-A845-4271-8B71-45408EF9F6C1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10243053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8150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hort Headline and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AA6D93-92FF-400D-8AF3-C5AC33611540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096000" y="1"/>
            <a:ext cx="6096000" cy="6857999"/>
          </a:xfrm>
          <a:solidFill>
            <a:schemeClr val="bg1">
              <a:lumMod val="95000"/>
            </a:schemeClr>
          </a:solidFill>
        </p:spPr>
        <p:txBody>
          <a:bodyPr tIns="548640" anchor="t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Graphik" panose="020B0604020202020204" pitchFamily="34" charset="0"/>
              <a:buNone/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Drag picture to placeholder or click icon to add, then ‘Send to Back’</a:t>
            </a:r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BB929FF-38D9-4792-A56F-C1810627FF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5334000" cy="26670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96067A3-9F0D-44FB-B267-D94DE708562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3010"/>
            <a:ext cx="191087" cy="201340"/>
          </a:xfrm>
          <a:prstGeom prst="rect">
            <a:avLst/>
          </a:prstGeom>
        </p:spPr>
      </p:pic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AF384B1D-1AA1-4DD2-A317-08008594FF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/>
              <a:t>Copyright © 2021 Accenture. All rights reserved.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796047A-AB81-403A-B649-52C6F7827E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1000" y="3267634"/>
            <a:ext cx="5330952" cy="3044265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228600" indent="-228600">
              <a:buFont typeface="Graphik" panose="020B0604020202020204" pitchFamily="34" charset="0"/>
              <a:buChar char="•"/>
              <a:defRPr sz="1800"/>
            </a:lvl2pPr>
            <a:lvl3pPr marL="457200">
              <a:buFont typeface="Graphik" panose="020B0503030202060203" pitchFamily="34" charset="0"/>
              <a:buChar char="–"/>
              <a:defRPr sz="1800"/>
            </a:lvl3pPr>
            <a:lvl4pPr marL="685800">
              <a:buFont typeface="Graphik" panose="020B0604020202020204" pitchFamily="34" charset="0"/>
              <a:buChar char="•"/>
              <a:defRPr sz="1600"/>
            </a:lvl4pPr>
            <a:lvl5pPr marL="914400">
              <a:buFont typeface="Graphik" panose="020B0503030202060203" pitchFamily="34" charset="0"/>
              <a:buChar char="–"/>
              <a:defRPr sz="1600"/>
            </a:lvl5pPr>
          </a:lstStyle>
          <a:p>
            <a:pPr lvl="0"/>
            <a:r>
              <a:rPr lang="en-US"/>
              <a:t>Place sub-headline here in GT Sectra Fine </a:t>
            </a:r>
            <a:r>
              <a:rPr lang="en-US" err="1"/>
              <a:t>Rg</a:t>
            </a:r>
            <a:r>
              <a:rPr lang="en-US"/>
              <a:t>, indent for other levels 24pt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bullet 18pt</a:t>
            </a:r>
          </a:p>
          <a:p>
            <a:pPr lvl="3"/>
            <a:r>
              <a:rPr lang="en-US"/>
              <a:t>Fourth level bullet 16pt</a:t>
            </a:r>
          </a:p>
          <a:p>
            <a:pPr lvl="4"/>
            <a:r>
              <a:rPr lang="en-US"/>
              <a:t>Fifth level bullet 16pt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A2778-1AEF-4134-970E-9AB430A5206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3383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hort Headline and Image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-1"/>
            <a:ext cx="6096024" cy="6309361"/>
          </a:xfrm>
          <a:solidFill>
            <a:schemeClr val="tx1">
              <a:lumMod val="95000"/>
            </a:schemeClr>
          </a:solidFill>
        </p:spPr>
        <p:txBody>
          <a:bodyPr lIns="0" tIns="210312" anchor="t"/>
          <a:lstStyle>
            <a:lvl1pPr marL="0" indent="0" algn="ctr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8DBAF1-DC97-4CAB-B174-0AAA55CCB2E8}"/>
              </a:ext>
            </a:extLst>
          </p:cNvPr>
          <p:cNvSpPr/>
          <p:nvPr userDrawn="1"/>
        </p:nvSpPr>
        <p:spPr bwMode="white">
          <a:xfrm>
            <a:off x="0" y="6309360"/>
            <a:ext cx="12192000" cy="5486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3B30F4D9-6AB9-4693-B1C3-C7BE8D81EC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6999" y="381000"/>
            <a:ext cx="5334000" cy="26670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E567C369-8A33-4851-8646-E53D6E8D8C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/>
              <a:t>Copyright © 2021 Accenture. All rights reserved.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C42B8317-AACA-4DC7-AD68-8986DF6299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80047" y="3264586"/>
            <a:ext cx="5330952" cy="3047313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228600" indent="-228600">
              <a:buFont typeface="Graphik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2pPr>
            <a:lvl3pPr marL="457200">
              <a:buFont typeface="Graphik" panose="020B0503030202060203" pitchFamily="34" charset="0"/>
              <a:buChar char="–"/>
              <a:defRPr sz="1800">
                <a:solidFill>
                  <a:schemeClr val="tx1"/>
                </a:solidFill>
              </a:defRPr>
            </a:lvl3pPr>
            <a:lvl4pPr marL="685800">
              <a:buFont typeface="Graphik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4pPr>
            <a:lvl5pPr marL="914400">
              <a:buFont typeface="Graphik" panose="020B0503030202060203" pitchFamily="34" charset="0"/>
              <a:buChar char="–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Place sub-headline here in GT Sectra Fine </a:t>
            </a:r>
            <a:r>
              <a:rPr lang="en-US" err="1"/>
              <a:t>Rg</a:t>
            </a:r>
            <a:r>
              <a:rPr lang="en-US"/>
              <a:t>, indent for other levels 24pt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bullet 18pt</a:t>
            </a:r>
          </a:p>
          <a:p>
            <a:pPr lvl="3"/>
            <a:r>
              <a:rPr lang="en-US"/>
              <a:t>Fourth level bullet 16pt</a:t>
            </a:r>
          </a:p>
          <a:p>
            <a:pPr lvl="4"/>
            <a:r>
              <a:rPr lang="en-US"/>
              <a:t>Fifth level bullet 16pt</a:t>
            </a:r>
          </a:p>
        </p:txBody>
      </p:sp>
      <p:sp>
        <p:nvSpPr>
          <p:cNvPr id="12" name="GTS_WH" descr="Accenture Greater Than symbol in white">
            <a:extLst>
              <a:ext uri="{FF2B5EF4-FFF2-40B4-BE49-F238E27FC236}">
                <a16:creationId xmlns:a16="http://schemas.microsoft.com/office/drawing/2014/main" id="{9742AFA2-2F86-4FC9-AB33-FE5A8DC3B4C5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F1D8E5-ED70-409D-A4B1-635A02DFE5A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58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19">
            <a:extLst>
              <a:ext uri="{FF2B5EF4-FFF2-40B4-BE49-F238E27FC236}">
                <a16:creationId xmlns:a16="http://schemas.microsoft.com/office/drawing/2014/main" id="{9128CE8F-D41A-47B9-921B-C6C1790F8F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26839" y="943234"/>
            <a:ext cx="4191000" cy="497681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</p:pic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858001" y="744434"/>
            <a:ext cx="4190998" cy="4976446"/>
          </a:xfrm>
          <a:solidFill>
            <a:schemeClr val="bg1">
              <a:lumMod val="95000"/>
            </a:schemeClr>
          </a:solidFill>
          <a:effectLst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1593669"/>
            <a:ext cx="4952999" cy="3277976"/>
          </a:xfrm>
        </p:spPr>
        <p:txBody>
          <a:bodyPr anchor="ctr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quote or key message here 54pt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2D868995-C37B-451B-AE1C-89DE71F213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/>
              <a:t>Copyright © 2021 Accenture. All rights reserved.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A06E6C-6576-4BA5-948F-BD9FE24FA05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0408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+ image (alternativ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858001" y="744434"/>
            <a:ext cx="4190998" cy="4976446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1593669"/>
            <a:ext cx="4952999" cy="3277976"/>
          </a:xfrm>
        </p:spPr>
        <p:txBody>
          <a:bodyPr anchor="ctr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quote or key message here 54pt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2D868995-C37B-451B-AE1C-89DE71F213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/>
              <a:t>Copyright © 2021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D217B10-543D-46E3-A5E7-CA1C578F6F6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9776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istics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FF1C6BE-E6FE-4BD6-8477-A09403EEE56E}"/>
              </a:ext>
            </a:extLst>
          </p:cNvPr>
          <p:cNvSpPr/>
          <p:nvPr userDrawn="1"/>
        </p:nvSpPr>
        <p:spPr bwMode="white">
          <a:xfrm>
            <a:off x="-10" y="-3"/>
            <a:ext cx="6096008" cy="63119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2" name="Text Placeholder 32">
            <a:extLst>
              <a:ext uri="{FF2B5EF4-FFF2-40B4-BE49-F238E27FC236}">
                <a16:creationId xmlns:a16="http://schemas.microsoft.com/office/drawing/2014/main" id="{AC315915-FC9E-0942-980E-6C0E99FEA8D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0986" y="1490071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92" y="0"/>
            <a:ext cx="6096008" cy="6311900"/>
          </a:xfrm>
          <a:solidFill>
            <a:schemeClr val="bg1">
              <a:lumMod val="95000"/>
            </a:schemeClr>
          </a:solidFill>
        </p:spPr>
        <p:txBody>
          <a:bodyPr tIns="45720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8D7539E0-EC97-4984-8CDD-85CC949BB7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1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49C8D0A-C37D-4D9A-9703-8A0AFB18570C}"/>
              </a:ext>
            </a:extLst>
          </p:cNvPr>
          <p:cNvCxnSpPr>
            <a:cxnSpLocks/>
          </p:cNvCxnSpPr>
          <p:nvPr userDrawn="1"/>
        </p:nvCxnSpPr>
        <p:spPr>
          <a:xfrm>
            <a:off x="0" y="3155950"/>
            <a:ext cx="6096008" cy="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8992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1001" y="3536948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0" name="Text Placeholder 26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28992" y="3536948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BE5BBCC-C957-48B6-99B6-EF1F3E80F622}"/>
              </a:ext>
            </a:extLst>
          </p:cNvPr>
          <p:cNvCxnSpPr>
            <a:cxnSpLocks/>
          </p:cNvCxnSpPr>
          <p:nvPr userDrawn="1"/>
        </p:nvCxnSpPr>
        <p:spPr>
          <a:xfrm>
            <a:off x="3047998" y="-2"/>
            <a:ext cx="0" cy="6311902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394EF33C-E010-4503-AC38-BB48E62572E9}"/>
              </a:ext>
            </a:extLst>
          </p:cNvPr>
          <p:cNvSpPr/>
          <p:nvPr userDrawn="1"/>
        </p:nvSpPr>
        <p:spPr bwMode="white">
          <a:xfrm>
            <a:off x="0" y="6311900"/>
            <a:ext cx="12192000" cy="546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 Placeholder 32">
            <a:extLst>
              <a:ext uri="{FF2B5EF4-FFF2-40B4-BE49-F238E27FC236}">
                <a16:creationId xmlns:a16="http://schemas.microsoft.com/office/drawing/2014/main" id="{15FC8104-48E6-B248-8FB6-974B5ABAE65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28992" y="1490071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4" name="Text Placeholder 32">
            <a:extLst>
              <a:ext uri="{FF2B5EF4-FFF2-40B4-BE49-F238E27FC236}">
                <a16:creationId xmlns:a16="http://schemas.microsoft.com/office/drawing/2014/main" id="{27C860B3-C7A0-E840-9D83-305F7392029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0986" y="4646021"/>
            <a:ext cx="2285996" cy="1665879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5" name="Text Placeholder 32">
            <a:extLst>
              <a:ext uri="{FF2B5EF4-FFF2-40B4-BE49-F238E27FC236}">
                <a16:creationId xmlns:a16="http://schemas.microsoft.com/office/drawing/2014/main" id="{0559DD1F-A98C-F14E-95DC-32EC947751E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28992" y="4646020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1" name="Footer Placeholder 3">
            <a:extLst>
              <a:ext uri="{FF2B5EF4-FFF2-40B4-BE49-F238E27FC236}">
                <a16:creationId xmlns:a16="http://schemas.microsoft.com/office/drawing/2014/main" id="{3B3ABE64-A2B2-4267-83DE-C2D349057B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bg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defTabSz="228600">
              <a:spcAft>
                <a:spcPts val="1200"/>
              </a:spcAft>
              <a:defRPr/>
            </a:pPr>
            <a:r>
              <a:rPr lang="en-GB"/>
              <a:t>Copyright © 2021 Accenture. All rights reserved.</a:t>
            </a:r>
          </a:p>
        </p:txBody>
      </p:sp>
      <p:pic>
        <p:nvPicPr>
          <p:cNvPr id="19" name="Picture 18" descr="Accenture Greater Than symbol in white">
            <a:extLst>
              <a:ext uri="{FF2B5EF4-FFF2-40B4-BE49-F238E27FC236}">
                <a16:creationId xmlns:a16="http://schemas.microsoft.com/office/drawing/2014/main" id="{E8781F80-F3D9-42F9-B6EE-F6DC303E05F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black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2A306F6-3D4B-4153-AFB5-695424B80AC9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1707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istics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F8DBAF1-DC97-4CAB-B174-0AAA55CCB2E8}"/>
              </a:ext>
            </a:extLst>
          </p:cNvPr>
          <p:cNvSpPr/>
          <p:nvPr userDrawn="1"/>
        </p:nvSpPr>
        <p:spPr bwMode="white">
          <a:xfrm>
            <a:off x="0" y="6311900"/>
            <a:ext cx="12192000" cy="546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E53630-789F-425F-8AB1-96EFF4EA1E46}"/>
              </a:ext>
            </a:extLst>
          </p:cNvPr>
          <p:cNvSpPr/>
          <p:nvPr userDrawn="1"/>
        </p:nvSpPr>
        <p:spPr bwMode="white">
          <a:xfrm>
            <a:off x="9144056" y="3155948"/>
            <a:ext cx="3047944" cy="31559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16F949-3472-4EBC-9DC1-05EC807C9FC0}"/>
              </a:ext>
            </a:extLst>
          </p:cNvPr>
          <p:cNvSpPr/>
          <p:nvPr userDrawn="1"/>
        </p:nvSpPr>
        <p:spPr bwMode="white">
          <a:xfrm>
            <a:off x="3048000" y="3155948"/>
            <a:ext cx="3047968" cy="315595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76" y="-1"/>
            <a:ext cx="3048024" cy="3151189"/>
          </a:xfrm>
          <a:solidFill>
            <a:schemeClr val="bg1">
              <a:lumMod val="95000"/>
            </a:schemeClr>
          </a:solidFill>
        </p:spPr>
        <p:txBody>
          <a:bodyPr t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</a:t>
            </a:r>
          </a:p>
          <a:p>
            <a:r>
              <a:rPr lang="en-GB"/>
              <a:t>or click icon to add</a:t>
            </a:r>
            <a:endParaRPr lang="en-US"/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25007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7" name="Text Placeholder 32">
            <a:extLst>
              <a:ext uri="{FF2B5EF4-FFF2-40B4-BE49-F238E27FC236}">
                <a16:creationId xmlns:a16="http://schemas.microsoft.com/office/drawing/2014/main" id="{705CC01D-6D66-4B27-8D0E-E2205E002C2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525005" y="1490071"/>
            <a:ext cx="2285995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28988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9" name="Text Placeholder 32">
            <a:extLst>
              <a:ext uri="{FF2B5EF4-FFF2-40B4-BE49-F238E27FC236}">
                <a16:creationId xmlns:a16="http://schemas.microsoft.com/office/drawing/2014/main" id="{D36C84D9-D180-4ECA-9C39-AB74A8A3E6B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28986" y="4647836"/>
            <a:ext cx="2285995" cy="1284879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50" name="Text Placeholder 26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76996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1" name="Text Placeholder 32">
            <a:extLst>
              <a:ext uri="{FF2B5EF4-FFF2-40B4-BE49-F238E27FC236}">
                <a16:creationId xmlns:a16="http://schemas.microsoft.com/office/drawing/2014/main" id="{2ACA6616-E51D-4660-96C1-738E6693FAD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476994" y="4647835"/>
            <a:ext cx="2285995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1" name="Picture Placeholder 35">
            <a:extLst>
              <a:ext uri="{FF2B5EF4-FFF2-40B4-BE49-F238E27FC236}">
                <a16:creationId xmlns:a16="http://schemas.microsoft.com/office/drawing/2014/main" id="{4CA191CE-F49B-4889-A102-DDD1279F3FB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0" y="3155942"/>
            <a:ext cx="3048000" cy="3155958"/>
          </a:xfrm>
          <a:solidFill>
            <a:schemeClr val="bg1">
              <a:lumMod val="95000"/>
            </a:schemeClr>
          </a:solidFill>
        </p:spPr>
        <p:txBody>
          <a:bodyPr vert="horz" lIns="0" tIns="274320" rIns="0" bIns="0" rtlCol="0" anchor="t">
            <a:noAutofit/>
          </a:bodyPr>
          <a:lstStyle>
            <a:lvl1pPr marL="0" indent="0" algn="ctr">
              <a:buNone/>
              <a:defRPr lang="en-US" sz="1400" dirty="0"/>
            </a:lvl1pPr>
          </a:lstStyle>
          <a:p>
            <a:pPr marL="228600" lvl="0" indent="-228600" algn="ctr"/>
            <a:r>
              <a:rPr lang="en-GB"/>
              <a:t>Drag picture to placeholder </a:t>
            </a:r>
          </a:p>
          <a:p>
            <a:pPr marL="228600" lvl="0" indent="-228600" algn="ctr"/>
            <a:r>
              <a:rPr lang="en-GB"/>
              <a:t>or click icon to add</a:t>
            </a:r>
            <a:endParaRPr lang="en-US"/>
          </a:p>
        </p:txBody>
      </p:sp>
      <p:sp>
        <p:nvSpPr>
          <p:cNvPr id="24" name="Text Placeholder 26">
            <a:extLst>
              <a:ext uri="{FF2B5EF4-FFF2-40B4-BE49-F238E27FC236}">
                <a16:creationId xmlns:a16="http://schemas.microsoft.com/office/drawing/2014/main" id="{86209476-BF69-4014-99E6-B53C87141B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25001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25" name="Text Placeholder 32">
            <a:extLst>
              <a:ext uri="{FF2B5EF4-FFF2-40B4-BE49-F238E27FC236}">
                <a16:creationId xmlns:a16="http://schemas.microsoft.com/office/drawing/2014/main" id="{07ADCD97-A8C0-487C-9E6C-6CD77C3BE05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524999" y="4647836"/>
            <a:ext cx="2285995" cy="1662794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35" name="Text Placeholder 26">
            <a:extLst>
              <a:ext uri="{FF2B5EF4-FFF2-40B4-BE49-F238E27FC236}">
                <a16:creationId xmlns:a16="http://schemas.microsoft.com/office/drawing/2014/main" id="{9BC0904C-6BDA-4032-94C2-6417F59042D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80997" y="380999"/>
            <a:ext cx="5333972" cy="2393952"/>
          </a:xfrm>
        </p:spPr>
        <p:txBody>
          <a:bodyPr anchor="ctr"/>
          <a:lstStyle>
            <a:lvl1pPr marL="0" indent="0">
              <a:buNone/>
              <a:defRPr kumimoji="0" lang="en-US" sz="3600" b="1" i="0" u="none" strike="noStrike" kern="120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j-ea"/>
                <a:cs typeface="+mj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j-ea"/>
                <a:cs typeface="+mj-cs"/>
              </a:rPr>
              <a:t>P</a:t>
            </a:r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j-ea"/>
                <a:cs typeface="+mj-cs"/>
              </a:rPr>
              <a:t>lace headline here 36pt, min 30pt)</a:t>
            </a:r>
          </a:p>
        </p:txBody>
      </p:sp>
      <p:sp>
        <p:nvSpPr>
          <p:cNvPr id="22" name="Footer Placeholder 3">
            <a:extLst>
              <a:ext uri="{FF2B5EF4-FFF2-40B4-BE49-F238E27FC236}">
                <a16:creationId xmlns:a16="http://schemas.microsoft.com/office/drawing/2014/main" id="{272DDB3A-459D-40AA-A5E7-DDCDD2DEA3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bg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defTabSz="228600">
              <a:spcAft>
                <a:spcPts val="1200"/>
              </a:spcAft>
              <a:defRPr/>
            </a:pPr>
            <a:r>
              <a:rPr lang="en-GB"/>
              <a:t>Copyright © 2021 Accenture. All rights reserved.</a:t>
            </a:r>
          </a:p>
        </p:txBody>
      </p:sp>
      <p:pic>
        <p:nvPicPr>
          <p:cNvPr id="23" name="Picture 22" descr="Accenture Greater Than symbol in white">
            <a:extLst>
              <a:ext uri="{FF2B5EF4-FFF2-40B4-BE49-F238E27FC236}">
                <a16:creationId xmlns:a16="http://schemas.microsoft.com/office/drawing/2014/main" id="{78774BCE-242F-4FF9-9C01-D01B97743A9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black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1B33BA-8B14-4BE4-8987-4DD490763486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99227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Message Gradient Dark 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ccenture Gradient Dark">
            <a:extLst>
              <a:ext uri="{FF2B5EF4-FFF2-40B4-BE49-F238E27FC236}">
                <a16:creationId xmlns:a16="http://schemas.microsoft.com/office/drawing/2014/main" id="{AB47B586-CFEE-4C32-8227-001B5A89C37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inv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40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key message here 54pt</a:t>
            </a:r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9310B6FD-F7E2-4120-A2CE-22852AAA9F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/>
              <a:t>Copyright © 2021 Accenture. All rights reserved.</a:t>
            </a:r>
          </a:p>
        </p:txBody>
      </p:sp>
      <p:sp>
        <p:nvSpPr>
          <p:cNvPr id="11" name="GTS_WH" descr="Accenture Greater Than symbol in white">
            <a:extLst>
              <a:ext uri="{FF2B5EF4-FFF2-40B4-BE49-F238E27FC236}">
                <a16:creationId xmlns:a16="http://schemas.microsoft.com/office/drawing/2014/main" id="{2FF57A0A-C5DD-42B6-8DD3-E5EA041C72D5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31A683-09B8-4B7C-917B-D192D06BBAE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401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Message Mid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40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key message here 54pt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CECBE8-C9DE-46DF-9582-7DB75BEDF4F9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Format Background… &gt; Solid fill &gt; Change to Dark Purple (Accent 3), Mid Purple (Accent 2) or Core Purple (Accent 1)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8D9D8DCD-E7C3-4F1A-8A48-31319650AC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/>
              <a:t>Copyright © 2021 Accenture. All rights reserved.</a:t>
            </a:r>
          </a:p>
        </p:txBody>
      </p:sp>
      <p:sp>
        <p:nvSpPr>
          <p:cNvPr id="11" name="GTS_WH" descr="Accenture Greater Than symbol in white">
            <a:extLst>
              <a:ext uri="{FF2B5EF4-FFF2-40B4-BE49-F238E27FC236}">
                <a16:creationId xmlns:a16="http://schemas.microsoft.com/office/drawing/2014/main" id="{B0B0C095-6C73-4899-AD8E-8F75768CF51A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AFE70C-67B2-45BA-88F7-45C14692FC2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8119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5AD31DD4-2506-4E03-897C-F4C8C020F0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39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headline here 54pt</a:t>
            </a:r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2A2CFACC-0767-48E1-9FD9-763E5025E7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/>
              <a:t>Copyright © 2021 Accenture. All rights reserved.</a:t>
            </a:r>
          </a:p>
        </p:txBody>
      </p:sp>
      <p:sp>
        <p:nvSpPr>
          <p:cNvPr id="7" name="GTS_WH" descr="Accenture Greater Than symbol in white">
            <a:extLst>
              <a:ext uri="{FF2B5EF4-FFF2-40B4-BE49-F238E27FC236}">
                <a16:creationId xmlns:a16="http://schemas.microsoft.com/office/drawing/2014/main" id="{AE479463-B4C9-4B9A-BE8B-62B5B9CF0075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5BAA91-4288-4230-8881-E1D51DEBF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0458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8546ADE-103C-4652-A344-9C0C8C49EC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480EAEA1-D575-4107-8AFC-0CAE2D4FB3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/>
              <a:t>Copyright © 2021 Accenture. All rights reserved.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20A237C-DB73-401B-BD5B-B8B9133233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4001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385C65-6BFC-4F61-A214-71B69537BB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US"/>
              <a:t>Place subtitle here 20pt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D81D62B4-50F4-4143-BFCC-F5508365C8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/>
              <a:t>Copyright © 2021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7CFBA7-F1B1-4FF3-932C-7525FBDA5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2673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>
          <p15:clr>
            <a:srgbClr val="547EBF"/>
          </p15:clr>
        </p15:guide>
      </p15:sldGuideLst>
    </p:ext>
  </p:extLst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6BF2C1-BAA9-4BAD-9934-C110D73032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/>
              <a:t>Copyright © 2021 Accenture. All rights reserved.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F030600-A2B3-4AAD-808D-56DA9B7733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161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NIKE DARK FOOTER BLANK with line (dont us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C9B1CE6-EB3A-C742-AF82-FDA3D845538E}"/>
              </a:ext>
            </a:extLst>
          </p:cNvPr>
          <p:cNvCxnSpPr/>
          <p:nvPr userDrawn="1"/>
        </p:nvCxnSpPr>
        <p:spPr bwMode="auto">
          <a:xfrm>
            <a:off x="228600" y="6494123"/>
            <a:ext cx="11730038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0DA8CA-43DF-7447-B7A5-3E0FADAE1A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1741541" y="6530699"/>
            <a:ext cx="3611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0" i="0" spc="0">
                <a:solidFill>
                  <a:schemeClr val="tx1"/>
                </a:solidFill>
                <a:latin typeface="Trade Gothic for Nike 365" panose="020B0503040303020004" pitchFamily="34" charset="77"/>
              </a:defRPr>
            </a:lvl1pPr>
          </a:lstStyle>
          <a:p>
            <a:fld id="{72D0377C-D089-2048-A7FC-DF090D5D20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311388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DCAB7E4D-481F-8D49-9C98-27E138E44866}"/>
              </a:ext>
            </a:extLst>
          </p:cNvPr>
          <p:cNvSpPr/>
          <p:nvPr userDrawn="1"/>
        </p:nvSpPr>
        <p:spPr>
          <a:xfrm>
            <a:off x="644577" y="695073"/>
            <a:ext cx="5321508" cy="53215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3EC9D7B-DF11-7D4E-8B54-ECC321F4CB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03422" y="1481863"/>
            <a:ext cx="4290170" cy="2300286"/>
          </a:xfrm>
          <a:prstGeom prst="rect">
            <a:avLst/>
          </a:prstGeom>
        </p:spPr>
        <p:txBody>
          <a:bodyPr anchor="b"/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4000" b="1" kern="1200" dirty="0">
                <a:solidFill>
                  <a:schemeClr val="tx1"/>
                </a:solidFill>
                <a:latin typeface="Futura ND for Nike 365 Cn XBd" panose="020B0806020204030204" pitchFamily="34" charset="77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7E1FAEFC-0FF8-9243-824E-CB15EE6CD40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3422" y="3811701"/>
            <a:ext cx="3968750" cy="75723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2000" kern="1200" spc="0" dirty="0" smtClean="0">
                <a:solidFill>
                  <a:schemeClr val="tx1"/>
                </a:solidFill>
                <a:latin typeface="Palatino" pitchFamily="2" charset="77"/>
                <a:ea typeface="Palatino" pitchFamily="2" charset="77"/>
                <a:cs typeface="Trade Gothic for Nike 365 Light"/>
                <a:sym typeface="Trade Gothic for Nike 365 Light"/>
              </a:defRPr>
            </a:lvl1pPr>
            <a:lvl2pPr marL="228600" indent="0">
              <a:buNone/>
              <a:defRPr lang="en-US" sz="2000" kern="1200" spc="0" dirty="0" smtClean="0">
                <a:solidFill>
                  <a:schemeClr val="tx1"/>
                </a:solidFill>
                <a:latin typeface="Palatino" pitchFamily="2" charset="77"/>
                <a:ea typeface="Palatino" pitchFamily="2" charset="77"/>
                <a:cs typeface="Trade Gothic for Nike 365 Light"/>
                <a:sym typeface="Trade Gothic for Nike 365 Light"/>
              </a:defRPr>
            </a:lvl2pPr>
            <a:lvl3pPr marL="457200" indent="0">
              <a:buNone/>
              <a:defRPr lang="en-US" sz="2000" kern="1200" spc="0" dirty="0" smtClean="0">
                <a:solidFill>
                  <a:schemeClr val="tx1"/>
                </a:solidFill>
                <a:latin typeface="Palatino" pitchFamily="2" charset="77"/>
                <a:ea typeface="Palatino" pitchFamily="2" charset="77"/>
                <a:cs typeface="Trade Gothic for Nike 365 Light"/>
                <a:sym typeface="Trade Gothic for Nike 365 Light"/>
              </a:defRPr>
            </a:lvl3pPr>
            <a:lvl4pPr marL="685800" indent="0">
              <a:buNone/>
              <a:defRPr lang="en-US" sz="2000" kern="1200" spc="0" dirty="0" smtClean="0">
                <a:solidFill>
                  <a:schemeClr val="tx1"/>
                </a:solidFill>
                <a:latin typeface="Palatino" pitchFamily="2" charset="77"/>
                <a:ea typeface="Palatino" pitchFamily="2" charset="77"/>
                <a:cs typeface="Trade Gothic for Nike 365 Light"/>
                <a:sym typeface="Trade Gothic for Nike 365 Light"/>
              </a:defRPr>
            </a:lvl4pPr>
            <a:lvl5pPr marL="914400" indent="0">
              <a:buNone/>
              <a:defRPr lang="en-US" sz="2000" kern="1200" spc="0" dirty="0">
                <a:solidFill>
                  <a:schemeClr val="tx1"/>
                </a:solidFill>
                <a:latin typeface="Palatino" pitchFamily="2" charset="77"/>
                <a:ea typeface="Palatino" pitchFamily="2" charset="77"/>
                <a:cs typeface="Trade Gothic for Nike 365 Light"/>
                <a:sym typeface="Trade Gothic for Nike 365 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4">
            <a:extLst>
              <a:ext uri="{FF2B5EF4-FFF2-40B4-BE49-F238E27FC236}">
                <a16:creationId xmlns:a16="http://schemas.microsoft.com/office/drawing/2014/main" id="{020A8050-788B-B04D-A097-C95AAA1F775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414126" y="695065"/>
            <a:ext cx="476250" cy="5321504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kumimoji="0" lang="en-US" sz="2400" b="1" u="none" strike="noStrike" kern="0" cap="none" spc="0" normalizeH="0" baseline="0" dirty="0">
                <a:ln>
                  <a:noFill/>
                </a:ln>
                <a:solidFill>
                  <a:srgbClr val="2DA5D4"/>
                </a:solidFill>
                <a:effectLst/>
                <a:uLnTx/>
                <a:uFillTx/>
                <a:latin typeface="Graphik Semibold" panose="020B0503030202060203" pitchFamily="34" charset="77"/>
                <a:ea typeface="+mn-ea"/>
                <a:cs typeface="Graphik Semibold" panose="020B0503030202060203" pitchFamily="34" charset="77"/>
              </a:defRPr>
            </a:lvl1pPr>
          </a:lstStyle>
          <a:p>
            <a:pPr marR="0" lvl="0" fontAlgn="auto">
              <a:lnSpc>
                <a:spcPct val="100000"/>
              </a:lnSpc>
              <a:spcBef>
                <a:spcPts val="2000"/>
              </a:spcBef>
              <a:spcAft>
                <a:spcPts val="2000"/>
              </a:spcAft>
              <a:buSzTx/>
              <a:tabLst/>
            </a:pPr>
            <a:endParaRPr lang="en-US"/>
          </a:p>
        </p:txBody>
      </p:sp>
      <p:sp>
        <p:nvSpPr>
          <p:cNvPr id="14" name="Text Placeholder 24">
            <a:extLst>
              <a:ext uri="{FF2B5EF4-FFF2-40B4-BE49-F238E27FC236}">
                <a16:creationId xmlns:a16="http://schemas.microsoft.com/office/drawing/2014/main" id="{1D1C8453-BDCF-DF4C-81A2-58D57AEE32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24744" y="695065"/>
            <a:ext cx="4584278" cy="5321508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2000"/>
              </a:spcAft>
              <a:buClr>
                <a:srgbClr val="54A2D0"/>
              </a:buClr>
              <a:buSzTx/>
              <a:buFont typeface="Courier New" panose="02070309020205020404" pitchFamily="49" charset="0"/>
              <a:buNone/>
              <a:tabLst/>
              <a:defRPr kumimoji="0" lang="en-US" sz="2400" b="1" i="0" u="none" strike="noStrike" kern="0" cap="all" spc="0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Graphik Semibold" panose="020B0503030202060203" pitchFamily="34" charset="77"/>
                <a:ea typeface="+mn-ea"/>
                <a:cs typeface="Graphik Semibold" panose="020B0503030202060203" pitchFamily="34" charset="77"/>
              </a:defRPr>
            </a:lvl1pPr>
          </a:lstStyle>
          <a:p>
            <a:pPr lvl="0"/>
            <a:r>
              <a:rPr lang="en-US" cap="none"/>
              <a:t>Item description </a:t>
            </a:r>
          </a:p>
          <a:p>
            <a:r>
              <a:rPr lang="en-US" cap="none"/>
              <a:t>Item description </a:t>
            </a:r>
          </a:p>
          <a:p>
            <a:r>
              <a:rPr lang="en-US" cap="none"/>
              <a:t>Item description </a:t>
            </a:r>
          </a:p>
          <a:p>
            <a:r>
              <a:rPr lang="en-US" cap="none"/>
              <a:t>Item description </a:t>
            </a:r>
          </a:p>
          <a:p>
            <a:r>
              <a:rPr lang="en-US" cap="none"/>
              <a:t>Item description </a:t>
            </a:r>
          </a:p>
          <a:p>
            <a:r>
              <a:rPr lang="en-US" cap="none"/>
              <a:t>Item description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CD78E65-9537-BD45-921F-D44E7EF752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41541" y="6530699"/>
            <a:ext cx="3611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0" i="0" spc="0">
                <a:solidFill>
                  <a:schemeClr val="tx1"/>
                </a:solidFill>
                <a:latin typeface="Trade Gothic for Nike 365" panose="020B0503040303020004" pitchFamily="34" charset="77"/>
              </a:defRPr>
            </a:lvl1pPr>
          </a:lstStyle>
          <a:p>
            <a:fld id="{72D0377C-D089-2048-A7FC-DF090D5D20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3588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IKE DARK FOOTER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0DA8CA-43DF-7447-B7A5-3E0FADAE1A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41541" y="6530699"/>
            <a:ext cx="3611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0" i="0" spc="0">
                <a:solidFill>
                  <a:schemeClr val="tx1"/>
                </a:solidFill>
                <a:latin typeface="Trade Gothic for Nike 365" panose="020B0503040303020004" pitchFamily="34" charset="77"/>
              </a:defRPr>
            </a:lvl1pPr>
          </a:lstStyle>
          <a:p>
            <a:fld id="{72D0377C-D089-2048-A7FC-DF090D5D20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309159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No Sub Blank No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B8120-E182-DC4B-8868-3C3748CACE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490117" y="648353"/>
            <a:ext cx="10515600" cy="384149"/>
          </a:xfrm>
          <a:prstGeom prst="rect">
            <a:avLst/>
          </a:prstGeom>
        </p:spPr>
        <p:txBody>
          <a:bodyPr/>
          <a:lstStyle>
            <a:lvl1pPr>
              <a:defRPr kumimoji="0" lang="en-US" sz="3200" b="1" i="0" u="none" strike="noStrike" kern="120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tura ND for Nike 365 Cn XBd" panose="020B0806020204030204" pitchFamily="34" charset="0"/>
                <a:ea typeface="+mn-ea"/>
                <a:cs typeface="Futura" panose="020B0602020204020303" pitchFamily="34" charset="-79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7" name="Text Placeholder 21">
            <a:extLst>
              <a:ext uri="{FF2B5EF4-FFF2-40B4-BE49-F238E27FC236}">
                <a16:creationId xmlns:a16="http://schemas.microsoft.com/office/drawing/2014/main" id="{221398DD-FFBF-FB42-858B-2125830D837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499544" y="298255"/>
            <a:ext cx="4497388" cy="267665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1050" b="0" i="0" kern="1200" dirty="0" smtClean="0">
                <a:solidFill>
                  <a:sysClr val="windowText" lastClr="000000"/>
                </a:solidFill>
                <a:latin typeface="Trade Gothic for Nike 365" panose="020B0503040303020004" pitchFamily="34" charset="77"/>
                <a:ea typeface="Palatino" pitchFamily="2" charset="77"/>
                <a:cs typeface="+mn-cs"/>
              </a:defRPr>
            </a:lvl1pPr>
            <a:lvl2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1050" b="0" i="0" kern="1200" dirty="0" smtClean="0">
                <a:solidFill>
                  <a:schemeClr val="accent3"/>
                </a:solidFill>
                <a:latin typeface="Trade Gothic for Nike 365" panose="020B0503040303020004" pitchFamily="34" charset="77"/>
                <a:ea typeface="Helvetica Neue Light" panose="02000403000000020004" pitchFamily="2" charset="0"/>
                <a:cs typeface="+mn-cs"/>
              </a:defRPr>
            </a:lvl2pPr>
            <a:lvl3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1050" b="0" i="0" kern="1200" dirty="0" smtClean="0">
                <a:solidFill>
                  <a:schemeClr val="accent3"/>
                </a:solidFill>
                <a:latin typeface="Trade Gothic for Nike 365" panose="020B0503040303020004" pitchFamily="34" charset="77"/>
                <a:ea typeface="Helvetica Neue Light" panose="02000403000000020004" pitchFamily="2" charset="0"/>
                <a:cs typeface="+mn-cs"/>
              </a:defRPr>
            </a:lvl3pPr>
            <a:lvl4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1050" b="0" i="0" kern="1200" dirty="0" smtClean="0">
                <a:solidFill>
                  <a:schemeClr val="accent3"/>
                </a:solidFill>
                <a:latin typeface="Trade Gothic for Nike 365" panose="020B0503040303020004" pitchFamily="34" charset="77"/>
                <a:ea typeface="Helvetica Neue Light" panose="02000403000000020004" pitchFamily="2" charset="0"/>
                <a:cs typeface="+mn-cs"/>
              </a:defRPr>
            </a:lvl4pPr>
            <a:lvl5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1050" b="0" i="0" kern="1200" dirty="0">
                <a:solidFill>
                  <a:schemeClr val="accent3"/>
                </a:solidFill>
                <a:latin typeface="Trade Gothic for Nike 365" panose="020B0503040303020004" pitchFamily="34" charset="77"/>
                <a:ea typeface="Helvetica Neue Light" panose="02000403000000020004" pitchFamily="2" charset="0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B92081E-DA85-7B48-B106-0E991D5EAD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1741541" y="6530699"/>
            <a:ext cx="3611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0" i="0" spc="0">
                <a:solidFill>
                  <a:schemeClr val="tx1"/>
                </a:solidFill>
                <a:latin typeface="Trade Gothic for Nike 365" panose="020B0503040303020004" pitchFamily="34" charset="77"/>
              </a:defRPr>
            </a:lvl1pPr>
          </a:lstStyle>
          <a:p>
            <a:fld id="{72D0377C-D089-2048-A7FC-DF090D5D20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819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9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5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2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8.xml"/><Relationship Id="rId7" Type="http://schemas.openxmlformats.org/officeDocument/2006/relationships/image" Target="../media/image7.png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6.jpeg"/><Relationship Id="rId5" Type="http://schemas.openxmlformats.org/officeDocument/2006/relationships/theme" Target="../theme/theme4.xml"/><Relationship Id="rId4" Type="http://schemas.openxmlformats.org/officeDocument/2006/relationships/slideLayout" Target="../slideLayouts/slideLayout29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2.xml"/><Relationship Id="rId7" Type="http://schemas.openxmlformats.org/officeDocument/2006/relationships/theme" Target="../theme/theme5.xml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5" Type="http://schemas.openxmlformats.org/officeDocument/2006/relationships/slideLayout" Target="../slideLayouts/slideLayout34.xml"/><Relationship Id="rId4" Type="http://schemas.openxmlformats.org/officeDocument/2006/relationships/slideLayout" Target="../slideLayouts/slideLayout3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8.xml"/><Relationship Id="rId7" Type="http://schemas.openxmlformats.org/officeDocument/2006/relationships/theme" Target="../theme/theme6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5" Type="http://schemas.openxmlformats.org/officeDocument/2006/relationships/slideLayout" Target="../slideLayouts/slideLayout40.xml"/><Relationship Id="rId4" Type="http://schemas.openxmlformats.org/officeDocument/2006/relationships/slideLayout" Target="../slideLayouts/slideLayout39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theme" Target="../theme/theme7.xml"/><Relationship Id="rId3" Type="http://schemas.openxmlformats.org/officeDocument/2006/relationships/slideLayout" Target="../slideLayouts/slideLayout44.xml"/><Relationship Id="rId7" Type="http://schemas.openxmlformats.org/officeDocument/2006/relationships/slideLayout" Target="../slideLayouts/slideLayout48.xml"/><Relationship Id="rId2" Type="http://schemas.openxmlformats.org/officeDocument/2006/relationships/slideLayout" Target="../slideLayouts/slideLayout43.xml"/><Relationship Id="rId1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5.xml"/><Relationship Id="rId9" Type="http://schemas.openxmlformats.org/officeDocument/2006/relationships/image" Target="../media/image1.png"/></Relationships>
</file>

<file path=ppt/slideMasters/_rels/slideMaster8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61.xml"/><Relationship Id="rId18" Type="http://schemas.openxmlformats.org/officeDocument/2006/relationships/slideLayout" Target="../slideLayouts/slideLayout66.xml"/><Relationship Id="rId26" Type="http://schemas.openxmlformats.org/officeDocument/2006/relationships/slideLayout" Target="../slideLayouts/slideLayout74.xml"/><Relationship Id="rId3" Type="http://schemas.openxmlformats.org/officeDocument/2006/relationships/slideLayout" Target="../slideLayouts/slideLayout51.xml"/><Relationship Id="rId21" Type="http://schemas.openxmlformats.org/officeDocument/2006/relationships/slideLayout" Target="../slideLayouts/slideLayout69.xml"/><Relationship Id="rId34" Type="http://schemas.openxmlformats.org/officeDocument/2006/relationships/slideLayout" Target="../slideLayouts/slideLayout82.xml"/><Relationship Id="rId7" Type="http://schemas.openxmlformats.org/officeDocument/2006/relationships/slideLayout" Target="../slideLayouts/slideLayout55.xml"/><Relationship Id="rId12" Type="http://schemas.openxmlformats.org/officeDocument/2006/relationships/slideLayout" Target="../slideLayouts/slideLayout60.xml"/><Relationship Id="rId17" Type="http://schemas.openxmlformats.org/officeDocument/2006/relationships/slideLayout" Target="../slideLayouts/slideLayout65.xml"/><Relationship Id="rId25" Type="http://schemas.openxmlformats.org/officeDocument/2006/relationships/slideLayout" Target="../slideLayouts/slideLayout73.xml"/><Relationship Id="rId33" Type="http://schemas.openxmlformats.org/officeDocument/2006/relationships/slideLayout" Target="../slideLayouts/slideLayout81.xml"/><Relationship Id="rId2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64.xml"/><Relationship Id="rId20" Type="http://schemas.openxmlformats.org/officeDocument/2006/relationships/slideLayout" Target="../slideLayouts/slideLayout68.xml"/><Relationship Id="rId29" Type="http://schemas.openxmlformats.org/officeDocument/2006/relationships/slideLayout" Target="../slideLayouts/slideLayout77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24" Type="http://schemas.openxmlformats.org/officeDocument/2006/relationships/slideLayout" Target="../slideLayouts/slideLayout72.xml"/><Relationship Id="rId32" Type="http://schemas.openxmlformats.org/officeDocument/2006/relationships/slideLayout" Target="../slideLayouts/slideLayout80.xml"/><Relationship Id="rId5" Type="http://schemas.openxmlformats.org/officeDocument/2006/relationships/slideLayout" Target="../slideLayouts/slideLayout53.xml"/><Relationship Id="rId15" Type="http://schemas.openxmlformats.org/officeDocument/2006/relationships/slideLayout" Target="../slideLayouts/slideLayout63.xml"/><Relationship Id="rId23" Type="http://schemas.openxmlformats.org/officeDocument/2006/relationships/slideLayout" Target="../slideLayouts/slideLayout71.xml"/><Relationship Id="rId28" Type="http://schemas.openxmlformats.org/officeDocument/2006/relationships/slideLayout" Target="../slideLayouts/slideLayout76.xml"/><Relationship Id="rId36" Type="http://schemas.openxmlformats.org/officeDocument/2006/relationships/theme" Target="../theme/theme8.xml"/><Relationship Id="rId10" Type="http://schemas.openxmlformats.org/officeDocument/2006/relationships/slideLayout" Target="../slideLayouts/slideLayout58.xml"/><Relationship Id="rId19" Type="http://schemas.openxmlformats.org/officeDocument/2006/relationships/slideLayout" Target="../slideLayouts/slideLayout67.xml"/><Relationship Id="rId31" Type="http://schemas.openxmlformats.org/officeDocument/2006/relationships/slideLayout" Target="../slideLayouts/slideLayout79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Relationship Id="rId14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70.xml"/><Relationship Id="rId27" Type="http://schemas.openxmlformats.org/officeDocument/2006/relationships/slideLayout" Target="../slideLayouts/slideLayout75.xml"/><Relationship Id="rId30" Type="http://schemas.openxmlformats.org/officeDocument/2006/relationships/slideLayout" Target="../slideLayouts/slideLayout78.xml"/><Relationship Id="rId35" Type="http://schemas.openxmlformats.org/officeDocument/2006/relationships/slideLayout" Target="../slideLayouts/slideLayout83.xml"/><Relationship Id="rId8" Type="http://schemas.openxmlformats.org/officeDocument/2006/relationships/slideLayout" Target="../slideLayouts/slideLayout56.xml"/></Relationships>
</file>

<file path=ppt/slideMasters/_rels/slideMaster9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96.xml"/><Relationship Id="rId18" Type="http://schemas.openxmlformats.org/officeDocument/2006/relationships/slideLayout" Target="../slideLayouts/slideLayout101.xml"/><Relationship Id="rId26" Type="http://schemas.openxmlformats.org/officeDocument/2006/relationships/slideLayout" Target="../slideLayouts/slideLayout109.xml"/><Relationship Id="rId39" Type="http://schemas.openxmlformats.org/officeDocument/2006/relationships/slideLayout" Target="../slideLayouts/slideLayout122.xml"/><Relationship Id="rId21" Type="http://schemas.openxmlformats.org/officeDocument/2006/relationships/slideLayout" Target="../slideLayouts/slideLayout104.xml"/><Relationship Id="rId34" Type="http://schemas.openxmlformats.org/officeDocument/2006/relationships/slideLayout" Target="../slideLayouts/slideLayout117.xml"/><Relationship Id="rId42" Type="http://schemas.openxmlformats.org/officeDocument/2006/relationships/slideLayout" Target="../slideLayouts/slideLayout125.xml"/><Relationship Id="rId47" Type="http://schemas.openxmlformats.org/officeDocument/2006/relationships/slideLayout" Target="../slideLayouts/slideLayout130.xml"/><Relationship Id="rId50" Type="http://schemas.openxmlformats.org/officeDocument/2006/relationships/slideLayout" Target="../slideLayouts/slideLayout133.xml"/><Relationship Id="rId7" Type="http://schemas.openxmlformats.org/officeDocument/2006/relationships/slideLayout" Target="../slideLayouts/slideLayout90.xml"/><Relationship Id="rId2" Type="http://schemas.openxmlformats.org/officeDocument/2006/relationships/slideLayout" Target="../slideLayouts/slideLayout85.xml"/><Relationship Id="rId16" Type="http://schemas.openxmlformats.org/officeDocument/2006/relationships/slideLayout" Target="../slideLayouts/slideLayout99.xml"/><Relationship Id="rId29" Type="http://schemas.openxmlformats.org/officeDocument/2006/relationships/slideLayout" Target="../slideLayouts/slideLayout112.xml"/><Relationship Id="rId11" Type="http://schemas.openxmlformats.org/officeDocument/2006/relationships/slideLayout" Target="../slideLayouts/slideLayout94.xml"/><Relationship Id="rId24" Type="http://schemas.openxmlformats.org/officeDocument/2006/relationships/slideLayout" Target="../slideLayouts/slideLayout107.xml"/><Relationship Id="rId32" Type="http://schemas.openxmlformats.org/officeDocument/2006/relationships/slideLayout" Target="../slideLayouts/slideLayout115.xml"/><Relationship Id="rId37" Type="http://schemas.openxmlformats.org/officeDocument/2006/relationships/slideLayout" Target="../slideLayouts/slideLayout120.xml"/><Relationship Id="rId40" Type="http://schemas.openxmlformats.org/officeDocument/2006/relationships/slideLayout" Target="../slideLayouts/slideLayout123.xml"/><Relationship Id="rId45" Type="http://schemas.openxmlformats.org/officeDocument/2006/relationships/slideLayout" Target="../slideLayouts/slideLayout128.xml"/><Relationship Id="rId53" Type="http://schemas.openxmlformats.org/officeDocument/2006/relationships/theme" Target="../theme/theme9.xml"/><Relationship Id="rId5" Type="http://schemas.openxmlformats.org/officeDocument/2006/relationships/slideLayout" Target="../slideLayouts/slideLayout88.xml"/><Relationship Id="rId10" Type="http://schemas.openxmlformats.org/officeDocument/2006/relationships/slideLayout" Target="../slideLayouts/slideLayout93.xml"/><Relationship Id="rId19" Type="http://schemas.openxmlformats.org/officeDocument/2006/relationships/slideLayout" Target="../slideLayouts/slideLayout102.xml"/><Relationship Id="rId31" Type="http://schemas.openxmlformats.org/officeDocument/2006/relationships/slideLayout" Target="../slideLayouts/slideLayout114.xml"/><Relationship Id="rId44" Type="http://schemas.openxmlformats.org/officeDocument/2006/relationships/slideLayout" Target="../slideLayouts/slideLayout127.xml"/><Relationship Id="rId52" Type="http://schemas.openxmlformats.org/officeDocument/2006/relationships/slideLayout" Target="../slideLayouts/slideLayout135.xml"/><Relationship Id="rId4" Type="http://schemas.openxmlformats.org/officeDocument/2006/relationships/slideLayout" Target="../slideLayouts/slideLayout87.xml"/><Relationship Id="rId9" Type="http://schemas.openxmlformats.org/officeDocument/2006/relationships/slideLayout" Target="../slideLayouts/slideLayout92.xml"/><Relationship Id="rId14" Type="http://schemas.openxmlformats.org/officeDocument/2006/relationships/slideLayout" Target="../slideLayouts/slideLayout97.xml"/><Relationship Id="rId22" Type="http://schemas.openxmlformats.org/officeDocument/2006/relationships/slideLayout" Target="../slideLayouts/slideLayout105.xml"/><Relationship Id="rId27" Type="http://schemas.openxmlformats.org/officeDocument/2006/relationships/slideLayout" Target="../slideLayouts/slideLayout110.xml"/><Relationship Id="rId30" Type="http://schemas.openxmlformats.org/officeDocument/2006/relationships/slideLayout" Target="../slideLayouts/slideLayout113.xml"/><Relationship Id="rId35" Type="http://schemas.openxmlformats.org/officeDocument/2006/relationships/slideLayout" Target="../slideLayouts/slideLayout118.xml"/><Relationship Id="rId43" Type="http://schemas.openxmlformats.org/officeDocument/2006/relationships/slideLayout" Target="../slideLayouts/slideLayout126.xml"/><Relationship Id="rId48" Type="http://schemas.openxmlformats.org/officeDocument/2006/relationships/slideLayout" Target="../slideLayouts/slideLayout131.xml"/><Relationship Id="rId8" Type="http://schemas.openxmlformats.org/officeDocument/2006/relationships/slideLayout" Target="../slideLayouts/slideLayout91.xml"/><Relationship Id="rId51" Type="http://schemas.openxmlformats.org/officeDocument/2006/relationships/slideLayout" Target="../slideLayouts/slideLayout134.xml"/><Relationship Id="rId3" Type="http://schemas.openxmlformats.org/officeDocument/2006/relationships/slideLayout" Target="../slideLayouts/slideLayout86.xml"/><Relationship Id="rId12" Type="http://schemas.openxmlformats.org/officeDocument/2006/relationships/slideLayout" Target="../slideLayouts/slideLayout95.xml"/><Relationship Id="rId17" Type="http://schemas.openxmlformats.org/officeDocument/2006/relationships/slideLayout" Target="../slideLayouts/slideLayout100.xml"/><Relationship Id="rId25" Type="http://schemas.openxmlformats.org/officeDocument/2006/relationships/slideLayout" Target="../slideLayouts/slideLayout108.xml"/><Relationship Id="rId33" Type="http://schemas.openxmlformats.org/officeDocument/2006/relationships/slideLayout" Target="../slideLayouts/slideLayout116.xml"/><Relationship Id="rId38" Type="http://schemas.openxmlformats.org/officeDocument/2006/relationships/slideLayout" Target="../slideLayouts/slideLayout121.xml"/><Relationship Id="rId46" Type="http://schemas.openxmlformats.org/officeDocument/2006/relationships/slideLayout" Target="../slideLayouts/slideLayout129.xml"/><Relationship Id="rId20" Type="http://schemas.openxmlformats.org/officeDocument/2006/relationships/slideLayout" Target="../slideLayouts/slideLayout103.xml"/><Relationship Id="rId41" Type="http://schemas.openxmlformats.org/officeDocument/2006/relationships/slideLayout" Target="../slideLayouts/slideLayout124.xml"/><Relationship Id="rId1" Type="http://schemas.openxmlformats.org/officeDocument/2006/relationships/slideLayout" Target="../slideLayouts/slideLayout84.xml"/><Relationship Id="rId6" Type="http://schemas.openxmlformats.org/officeDocument/2006/relationships/slideLayout" Target="../slideLayouts/slideLayout89.xml"/><Relationship Id="rId15" Type="http://schemas.openxmlformats.org/officeDocument/2006/relationships/slideLayout" Target="../slideLayouts/slideLayout98.xml"/><Relationship Id="rId23" Type="http://schemas.openxmlformats.org/officeDocument/2006/relationships/slideLayout" Target="../slideLayouts/slideLayout106.xml"/><Relationship Id="rId28" Type="http://schemas.openxmlformats.org/officeDocument/2006/relationships/slideLayout" Target="../slideLayouts/slideLayout111.xml"/><Relationship Id="rId36" Type="http://schemas.openxmlformats.org/officeDocument/2006/relationships/slideLayout" Target="../slideLayouts/slideLayout119.xml"/><Relationship Id="rId49" Type="http://schemas.openxmlformats.org/officeDocument/2006/relationships/slideLayout" Target="../slideLayouts/slideLayout1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 descr="Light downward diagonal"/>
          <p:cNvSpPr>
            <a:spLocks noChangeArrowheads="1"/>
          </p:cNvSpPr>
          <p:nvPr/>
        </p:nvSpPr>
        <p:spPr bwMode="auto">
          <a:xfrm rot="10800000" flipV="1">
            <a:off x="0" y="0"/>
            <a:ext cx="12192000" cy="6858000"/>
          </a:xfrm>
          <a:prstGeom prst="rect">
            <a:avLst/>
          </a:prstGeom>
          <a:pattFill prst="ltDnDiag">
            <a:fgClr>
              <a:srgbClr val="73A8CF"/>
            </a:fgClr>
            <a:bgClr>
              <a:srgbClr val="5494C4"/>
            </a:bgClr>
          </a:patt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800" b="1">
              <a:solidFill>
                <a:srgbClr val="000000"/>
              </a:solidFill>
            </a:endParaRPr>
          </a:p>
        </p:txBody>
      </p:sp>
      <p:sp>
        <p:nvSpPr>
          <p:cNvPr id="1027" name="AutoShape 3"/>
          <p:cNvSpPr>
            <a:spLocks noChangeArrowheads="1"/>
          </p:cNvSpPr>
          <p:nvPr/>
        </p:nvSpPr>
        <p:spPr bwMode="auto">
          <a:xfrm>
            <a:off x="203200" y="190500"/>
            <a:ext cx="11785600" cy="6477000"/>
          </a:xfrm>
          <a:prstGeom prst="roundRect">
            <a:avLst>
              <a:gd name="adj" fmla="val 4583"/>
            </a:avLst>
          </a:prstGeom>
          <a:solidFill>
            <a:schemeClr val="bg1"/>
          </a:solidFill>
          <a:ln w="9525">
            <a:solidFill>
              <a:srgbClr val="356F9B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</a:endParaRPr>
          </a:p>
        </p:txBody>
      </p:sp>
      <p:sp>
        <p:nvSpPr>
          <p:cNvPr id="479236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582400" y="6657976"/>
            <a:ext cx="609600" cy="20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b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4CFFEB2-D3CB-4710-BC6F-8F232AF4085A}" type="slidenum">
              <a:rPr lang="en-US" sz="80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sz="800">
              <a:solidFill>
                <a:srgbClr val="000000"/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39700"/>
            <a:ext cx="99568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74320" tIns="45720" rIns="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430743" y="1598613"/>
            <a:ext cx="11330516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32" name="Rectangle 15" descr="Light downward diagonal"/>
          <p:cNvSpPr>
            <a:spLocks noChangeArrowheads="1"/>
          </p:cNvSpPr>
          <p:nvPr/>
        </p:nvSpPr>
        <p:spPr bwMode="auto">
          <a:xfrm rot="10800000" flipV="1">
            <a:off x="0" y="1079500"/>
            <a:ext cx="12192000" cy="88900"/>
          </a:xfrm>
          <a:prstGeom prst="rect">
            <a:avLst/>
          </a:prstGeom>
          <a:pattFill prst="ltDnDiag">
            <a:fgClr>
              <a:srgbClr val="73A8CF"/>
            </a:fgClr>
            <a:bgClr>
              <a:srgbClr val="5494C4"/>
            </a:bgClr>
          </a:patt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Ins="548640" anchor="ctr"/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endParaRPr lang="en-US" sz="1800">
              <a:solidFill>
                <a:srgbClr val="000000"/>
              </a:solidFill>
            </a:endParaRPr>
          </a:p>
        </p:txBody>
      </p:sp>
      <p:sp>
        <p:nvSpPr>
          <p:cNvPr id="1033" name="Text Box 16"/>
          <p:cNvSpPr txBox="1">
            <a:spLocks noChangeArrowheads="1"/>
          </p:cNvSpPr>
          <p:nvPr/>
        </p:nvSpPr>
        <p:spPr bwMode="auto">
          <a:xfrm>
            <a:off x="321734" y="6659563"/>
            <a:ext cx="11029951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800"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800"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800"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800"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8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>
                <a:solidFill>
                  <a:srgbClr val="000000"/>
                </a:solidFill>
              </a:rPr>
              <a:t>©</a:t>
            </a:r>
            <a:r>
              <a:rPr lang="en-US" sz="800">
                <a:solidFill>
                  <a:srgbClr val="000000"/>
                </a:solidFill>
              </a:rPr>
              <a:t>Health Care Service Corporation                                                                                                                		              Confidential &amp; Proprietary</a:t>
            </a:r>
          </a:p>
        </p:txBody>
      </p:sp>
      <p:grpSp>
        <p:nvGrpSpPr>
          <p:cNvPr id="9" name="Group 8"/>
          <p:cNvGrpSpPr/>
          <p:nvPr userDrawn="1"/>
        </p:nvGrpSpPr>
        <p:grpSpPr>
          <a:xfrm>
            <a:off x="9144000" y="418678"/>
            <a:ext cx="3048000" cy="495723"/>
            <a:chOff x="3585043" y="796998"/>
            <a:chExt cx="2018128" cy="458692"/>
          </a:xfrm>
        </p:grpSpPr>
        <p:sp>
          <p:nvSpPr>
            <p:cNvPr id="10" name="TextBox 9"/>
            <p:cNvSpPr txBox="1"/>
            <p:nvPr/>
          </p:nvSpPr>
          <p:spPr>
            <a:xfrm>
              <a:off x="4214591" y="970904"/>
              <a:ext cx="1264369" cy="28478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B96DB"/>
                  </a:solidFill>
                  <a:effectLst/>
                  <a:uLnTx/>
                  <a:uFillTx/>
                  <a:latin typeface="Mistral" panose="03090702030407020403" pitchFamily="66" charset="0"/>
                  <a:ea typeface="+mn-ea"/>
                  <a:cs typeface="+mn-cs"/>
                </a:rPr>
                <a:t>Vendor Management</a:t>
              </a:r>
            </a:p>
          </p:txBody>
        </p:sp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3585043" y="796998"/>
              <a:ext cx="685800" cy="409575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4214591" y="814771"/>
              <a:ext cx="1388580" cy="284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17406D">
                      <a:lumMod val="75000"/>
                    </a:srgbClr>
                  </a:solidFill>
                  <a:effectLst/>
                  <a:uLnTx/>
                  <a:uFillTx/>
                  <a:latin typeface="Kokila" panose="020B0604020202020204" pitchFamily="34" charset="0"/>
                  <a:ea typeface="+mn-ea"/>
                  <a:cs typeface="Kokila" panose="020B0604020202020204" pitchFamily="34" charset="0"/>
                </a:rPr>
                <a:t>Strategic Sourcing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238260F6-9ABF-1531-2B3E-C1E188964834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4409250" y="0"/>
            <a:ext cx="3405187" cy="1676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1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***Material, Non-Public - Not To Be Distributed Further***</a:t>
            </a:r>
          </a:p>
        </p:txBody>
      </p:sp>
    </p:spTree>
    <p:extLst>
      <p:ext uri="{BB962C8B-B14F-4D97-AF65-F5344CB8AC3E}">
        <p14:creationId xmlns:p14="http://schemas.microsoft.com/office/powerpoint/2010/main" val="3091071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901" r:id="rId2"/>
    <p:sldLayoutId id="2147483662" r:id="rId3"/>
    <p:sldLayoutId id="2147483663" r:id="rId4"/>
    <p:sldLayoutId id="2147483664" r:id="rId5"/>
    <p:sldLayoutId id="2147483665" r:id="rId6"/>
    <p:sldLayoutId id="2147483842" r:id="rId7"/>
    <p:sldLayoutId id="2147483902" r:id="rId8"/>
    <p:sldLayoutId id="2147483903" r:id="rId9"/>
    <p:sldLayoutId id="2147483906" r:id="rId10"/>
    <p:sldLayoutId id="2147483908" r:id="rId11"/>
  </p:sldLayoutIdLst>
  <p:hf hdr="0" ftr="0" dt="0"/>
  <p:txStyles>
    <p:titleStyle>
      <a:lvl1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2pPr>
      <a:lvl3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3pPr>
      <a:lvl4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4pPr>
      <a:lvl5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9pPr>
    </p:titleStyle>
    <p:bodyStyle>
      <a:lvl1pPr marL="290513" indent="-290513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107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682625" indent="-225425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Char char="•"/>
        <a:defRPr>
          <a:solidFill>
            <a:schemeClr val="tx1"/>
          </a:solidFill>
          <a:latin typeface="+mn-lt"/>
        </a:defRPr>
      </a:lvl2pPr>
      <a:lvl3pPr marL="1089025" indent="-174625" algn="l" rtl="0" eaLnBrk="1" fontAlgn="base" hangingPunct="1">
        <a:spcBef>
          <a:spcPct val="20000"/>
        </a:spcBef>
        <a:spcAft>
          <a:spcPct val="0"/>
        </a:spcAft>
        <a:buSzPct val="110000"/>
        <a:buChar char="•"/>
        <a:defRPr sz="1600">
          <a:solidFill>
            <a:schemeClr val="tx1"/>
          </a:solidFill>
          <a:latin typeface="+mn-lt"/>
        </a:defRPr>
      </a:lvl3pPr>
      <a:lvl4pPr marL="1597025" indent="-225425" algn="l" rtl="0" eaLnBrk="1" fontAlgn="base" hangingPunct="1">
        <a:spcBef>
          <a:spcPct val="20000"/>
        </a:spcBef>
        <a:spcAft>
          <a:spcPct val="0"/>
        </a:spcAft>
        <a:buSzPct val="110000"/>
        <a:buFont typeface="Arial" charset="0"/>
        <a:buChar char="–"/>
        <a:defRPr sz="14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 descr="Light downward diagonal"/>
          <p:cNvSpPr>
            <a:spLocks noChangeArrowheads="1"/>
          </p:cNvSpPr>
          <p:nvPr/>
        </p:nvSpPr>
        <p:spPr bwMode="auto">
          <a:xfrm rot="10800000" flipV="1">
            <a:off x="0" y="0"/>
            <a:ext cx="12192000" cy="6858000"/>
          </a:xfrm>
          <a:prstGeom prst="rect">
            <a:avLst/>
          </a:prstGeom>
          <a:pattFill prst="ltDnDiag">
            <a:fgClr>
              <a:srgbClr val="73A8CF"/>
            </a:fgClr>
            <a:bgClr>
              <a:srgbClr val="5494C4"/>
            </a:bgClr>
          </a:patt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800" b="1">
              <a:solidFill>
                <a:srgbClr val="000000"/>
              </a:solidFill>
            </a:endParaRPr>
          </a:p>
        </p:txBody>
      </p:sp>
      <p:sp>
        <p:nvSpPr>
          <p:cNvPr id="1027" name="AutoShape 3"/>
          <p:cNvSpPr>
            <a:spLocks noChangeArrowheads="1"/>
          </p:cNvSpPr>
          <p:nvPr/>
        </p:nvSpPr>
        <p:spPr bwMode="auto">
          <a:xfrm>
            <a:off x="203200" y="190500"/>
            <a:ext cx="11785600" cy="6477000"/>
          </a:xfrm>
          <a:prstGeom prst="roundRect">
            <a:avLst>
              <a:gd name="adj" fmla="val 4583"/>
            </a:avLst>
          </a:prstGeom>
          <a:solidFill>
            <a:schemeClr val="bg1"/>
          </a:solidFill>
          <a:ln w="9525">
            <a:solidFill>
              <a:srgbClr val="356F9B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</a:endParaRPr>
          </a:p>
        </p:txBody>
      </p:sp>
      <p:sp>
        <p:nvSpPr>
          <p:cNvPr id="479236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582400" y="6657976"/>
            <a:ext cx="609600" cy="20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b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4CFFEB2-D3CB-4710-BC6F-8F232AF4085A}" type="slidenum">
              <a:rPr lang="en-US" sz="80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sz="800">
              <a:solidFill>
                <a:srgbClr val="000000"/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39700"/>
            <a:ext cx="99568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74320" tIns="45720" rIns="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430743" y="1598613"/>
            <a:ext cx="11330516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32" name="Rectangle 15" descr="Light downward diagonal"/>
          <p:cNvSpPr>
            <a:spLocks noChangeArrowheads="1"/>
          </p:cNvSpPr>
          <p:nvPr/>
        </p:nvSpPr>
        <p:spPr bwMode="auto">
          <a:xfrm rot="10800000" flipV="1">
            <a:off x="0" y="1079500"/>
            <a:ext cx="12192000" cy="88900"/>
          </a:xfrm>
          <a:prstGeom prst="rect">
            <a:avLst/>
          </a:prstGeom>
          <a:pattFill prst="ltDnDiag">
            <a:fgClr>
              <a:srgbClr val="73A8CF"/>
            </a:fgClr>
            <a:bgClr>
              <a:srgbClr val="5494C4"/>
            </a:bgClr>
          </a:patt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Ins="548640" anchor="ctr"/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endParaRPr lang="en-US" sz="1800">
              <a:solidFill>
                <a:srgbClr val="000000"/>
              </a:solidFill>
            </a:endParaRPr>
          </a:p>
        </p:txBody>
      </p:sp>
      <p:sp>
        <p:nvSpPr>
          <p:cNvPr id="1033" name="Text Box 16"/>
          <p:cNvSpPr txBox="1">
            <a:spLocks noChangeArrowheads="1"/>
          </p:cNvSpPr>
          <p:nvPr/>
        </p:nvSpPr>
        <p:spPr bwMode="auto">
          <a:xfrm>
            <a:off x="321734" y="6659563"/>
            <a:ext cx="11029951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800"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800"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800"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800"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8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>
                <a:solidFill>
                  <a:srgbClr val="000000"/>
                </a:solidFill>
              </a:rPr>
              <a:t>©</a:t>
            </a:r>
            <a:r>
              <a:rPr lang="en-US" sz="800">
                <a:solidFill>
                  <a:srgbClr val="000000"/>
                </a:solidFill>
              </a:rPr>
              <a:t>Health Care Service Corporation                                                                                                                		              Confidential &amp; Proprietary</a:t>
            </a:r>
          </a:p>
        </p:txBody>
      </p:sp>
      <p:grpSp>
        <p:nvGrpSpPr>
          <p:cNvPr id="9" name="Group 8"/>
          <p:cNvGrpSpPr/>
          <p:nvPr userDrawn="1"/>
        </p:nvGrpSpPr>
        <p:grpSpPr>
          <a:xfrm>
            <a:off x="9144000" y="418678"/>
            <a:ext cx="3048000" cy="495723"/>
            <a:chOff x="3585043" y="796998"/>
            <a:chExt cx="2018128" cy="458692"/>
          </a:xfrm>
        </p:grpSpPr>
        <p:sp>
          <p:nvSpPr>
            <p:cNvPr id="10" name="TextBox 9"/>
            <p:cNvSpPr txBox="1"/>
            <p:nvPr/>
          </p:nvSpPr>
          <p:spPr>
            <a:xfrm>
              <a:off x="4214591" y="970904"/>
              <a:ext cx="1264369" cy="28478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B96DB"/>
                  </a:solidFill>
                  <a:effectLst/>
                  <a:uLnTx/>
                  <a:uFillTx/>
                  <a:latin typeface="Mistral" panose="03090702030407020403" pitchFamily="66" charset="0"/>
                  <a:ea typeface="+mn-ea"/>
                  <a:cs typeface="+mn-cs"/>
                </a:rPr>
                <a:t>Vendor Management</a:t>
              </a:r>
            </a:p>
          </p:txBody>
        </p:sp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585043" y="796998"/>
              <a:ext cx="685800" cy="409575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4214591" y="814771"/>
              <a:ext cx="1388580" cy="284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17406D">
                      <a:lumMod val="75000"/>
                    </a:srgbClr>
                  </a:solidFill>
                  <a:effectLst/>
                  <a:uLnTx/>
                  <a:uFillTx/>
                  <a:latin typeface="Kokila" panose="020B0604020202020204" pitchFamily="34" charset="0"/>
                  <a:ea typeface="+mn-ea"/>
                  <a:cs typeface="Kokila" panose="020B0604020202020204" pitchFamily="34" charset="0"/>
                </a:rPr>
                <a:t>Strategic Sourcing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8898BEF-1163-EA62-CD3C-08F2CB66085F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4409250" y="0"/>
            <a:ext cx="3405187" cy="1676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1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***Material, Non-Public - Not To Be Distributed Further***</a:t>
            </a:r>
          </a:p>
        </p:txBody>
      </p:sp>
    </p:spTree>
    <p:extLst>
      <p:ext uri="{BB962C8B-B14F-4D97-AF65-F5344CB8AC3E}">
        <p14:creationId xmlns:p14="http://schemas.microsoft.com/office/powerpoint/2010/main" val="2335416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  <p:sldLayoutId id="2147483719" r:id="rId4"/>
    <p:sldLayoutId id="2147483720" r:id="rId5"/>
    <p:sldLayoutId id="2147483722" r:id="rId6"/>
    <p:sldLayoutId id="2147483723" r:id="rId7"/>
  </p:sldLayoutIdLst>
  <p:hf hdr="0" ftr="0" dt="0"/>
  <p:txStyles>
    <p:titleStyle>
      <a:lvl1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2pPr>
      <a:lvl3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3pPr>
      <a:lvl4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4pPr>
      <a:lvl5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9pPr>
    </p:titleStyle>
    <p:bodyStyle>
      <a:lvl1pPr marL="290513" indent="-290513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107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682625" indent="-225425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Char char="•"/>
        <a:defRPr>
          <a:solidFill>
            <a:schemeClr val="tx1"/>
          </a:solidFill>
          <a:latin typeface="+mn-lt"/>
        </a:defRPr>
      </a:lvl2pPr>
      <a:lvl3pPr marL="1089025" indent="-174625" algn="l" rtl="0" eaLnBrk="1" fontAlgn="base" hangingPunct="1">
        <a:spcBef>
          <a:spcPct val="20000"/>
        </a:spcBef>
        <a:spcAft>
          <a:spcPct val="0"/>
        </a:spcAft>
        <a:buSzPct val="110000"/>
        <a:buChar char="•"/>
        <a:defRPr sz="1600">
          <a:solidFill>
            <a:schemeClr val="tx1"/>
          </a:solidFill>
          <a:latin typeface="+mn-lt"/>
        </a:defRPr>
      </a:lvl3pPr>
      <a:lvl4pPr marL="1597025" indent="-225425" algn="l" rtl="0" eaLnBrk="1" fontAlgn="base" hangingPunct="1">
        <a:spcBef>
          <a:spcPct val="20000"/>
        </a:spcBef>
        <a:spcAft>
          <a:spcPct val="0"/>
        </a:spcAft>
        <a:buSzPct val="110000"/>
        <a:buFont typeface="Arial" charset="0"/>
        <a:buChar char="–"/>
        <a:defRPr sz="14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177801"/>
            <a:ext cx="11430000" cy="857785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035586"/>
            <a:ext cx="11430000" cy="5336639"/>
          </a:xfrm>
          <a:prstGeom prst="rect">
            <a:avLst/>
          </a:prstGeom>
        </p:spPr>
        <p:txBody>
          <a:bodyPr vert="horz" lIns="0" tIns="9144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2F920B-7D98-4199-BC9E-9BCE83F4C6E7}"/>
              </a:ext>
            </a:extLst>
          </p:cNvPr>
          <p:cNvSpPr txBox="1"/>
          <p:nvPr userDrawn="1"/>
        </p:nvSpPr>
        <p:spPr>
          <a:xfrm>
            <a:off x="138450" y="6571714"/>
            <a:ext cx="246888" cy="206375"/>
          </a:xfrm>
          <a:prstGeom prst="ellipse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F11DDEC-6B18-4750-9ABF-5F17990D8BD0}" type="slidenum">
              <a:rPr lang="en-US" sz="1100" b="0" cap="none" baseline="0" smtClean="0">
                <a:solidFill>
                  <a:schemeClr val="bg1">
                    <a:lumMod val="50000"/>
                  </a:schemeClr>
                </a:solidFill>
                <a:latin typeface="+mn-lt"/>
                <a:cs typeface="Arial" pitchFamily="34" charset="0"/>
              </a:rPr>
              <a:t>‹#›</a:t>
            </a:fld>
            <a:endParaRPr lang="en-US" sz="1100" b="0" cap="none" baseline="0">
              <a:solidFill>
                <a:schemeClr val="bg1">
                  <a:lumMod val="50000"/>
                </a:schemeClr>
              </a:solidFill>
              <a:latin typeface="+mn-lt"/>
              <a:cs typeface="Arial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1160F5-F55A-F63C-E021-E541A807BD6A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4409250" y="0"/>
            <a:ext cx="3405187" cy="1676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1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***Material, Non-Public - Not To Be Distributed Further***</a:t>
            </a:r>
          </a:p>
        </p:txBody>
      </p:sp>
    </p:spTree>
    <p:extLst>
      <p:ext uri="{BB962C8B-B14F-4D97-AF65-F5344CB8AC3E}">
        <p14:creationId xmlns:p14="http://schemas.microsoft.com/office/powerpoint/2010/main" val="42540722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90" r:id="rId4"/>
    <p:sldLayoutId id="2147483791" r:id="rId5"/>
    <p:sldLayoutId id="2147483792" r:id="rId6"/>
    <p:sldLayoutId id="2147483793" r:id="rId7"/>
  </p:sldLayoutIdLst>
  <p:hf hdr="0" ftr="0"/>
  <p:txStyles>
    <p:titleStyle>
      <a:lvl1pPr marL="0" indent="0" algn="l" defTabSz="914377" rtl="0" eaLnBrk="1" latinLnBrk="0" hangingPunct="1">
        <a:lnSpc>
          <a:spcPct val="70000"/>
        </a:lnSpc>
        <a:spcBef>
          <a:spcPct val="0"/>
        </a:spcBef>
        <a:buNone/>
        <a:defRPr lang="en-US" sz="3600" b="0" kern="1200" cap="all" baseline="0" dirty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85000"/>
        </a:lnSpc>
        <a:spcBef>
          <a:spcPts val="0"/>
        </a:spcBef>
        <a:buFont typeface="Arial" panose="020B0604020202020204" pitchFamily="34" charset="0"/>
        <a:buNone/>
        <a:defRPr sz="1800" b="0" kern="1200" cap="all" baseline="0">
          <a:solidFill>
            <a:schemeClr val="tx1"/>
          </a:solidFill>
          <a:latin typeface="+mj-lt"/>
          <a:ea typeface="+mn-ea"/>
          <a:cs typeface="+mn-cs"/>
        </a:defRPr>
      </a:lvl1pPr>
      <a:lvl2pPr marL="0" indent="0" algn="l" defTabSz="914377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14377" rtl="0" eaLnBrk="1" latinLnBrk="0" hangingPunct="1">
        <a:lnSpc>
          <a:spcPct val="110000"/>
        </a:lnSpc>
        <a:spcBef>
          <a:spcPts val="0"/>
        </a:spcBef>
        <a:spcAft>
          <a:spcPts val="900"/>
        </a:spcAft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73034" indent="-169858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346066" indent="-177796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Graphik" panose="020B0503030202060203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512750" indent="-17303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377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9" pos="240">
          <p15:clr>
            <a:srgbClr val="F26B43"/>
          </p15:clr>
        </p15:guide>
        <p15:guide id="11" pos="3840">
          <p15:clr>
            <a:srgbClr val="F26B43"/>
          </p15:clr>
        </p15:guide>
        <p15:guide id="14" pos="7440">
          <p15:clr>
            <a:srgbClr val="F26B43"/>
          </p15:clr>
        </p15:guide>
        <p15:guide id="15" orient="horz" pos="2160">
          <p15:clr>
            <a:srgbClr val="F26B43"/>
          </p15:clr>
        </p15:guide>
        <p15:guide id="16" pos="3816">
          <p15:clr>
            <a:srgbClr val="F26B43"/>
          </p15:clr>
        </p15:guide>
        <p15:guide id="17" pos="3864">
          <p15:clr>
            <a:srgbClr val="F26B43"/>
          </p15:clr>
        </p15:guide>
        <p15:guide id="18" orient="horz" pos="648">
          <p15:clr>
            <a:srgbClr val="F26B43"/>
          </p15:clr>
        </p15:guide>
        <p15:guide id="19" orient="horz" pos="4056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8590"/>
          <a:stretch/>
        </p:blipFill>
        <p:spPr>
          <a:xfrm>
            <a:off x="0" y="167565"/>
            <a:ext cx="12192000" cy="1026245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7217" y="12"/>
            <a:ext cx="11424139" cy="77946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7217" y="955675"/>
            <a:ext cx="11424139" cy="5620971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>
            <a:off x="-12700" y="-21657"/>
            <a:ext cx="12217400" cy="58771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solidFill>
            <a:srgbClr val="3285CE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 kern="0">
              <a:solidFill>
                <a:srgbClr val="0000FF"/>
              </a:solidFill>
              <a:latin typeface="Calibri"/>
            </a:endParaRPr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5842000" y="-21658"/>
            <a:ext cx="6350000" cy="36015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solidFill>
            <a:srgbClr val="98DEF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 kern="0">
              <a:solidFill>
                <a:srgbClr val="0000FF"/>
              </a:solidFill>
              <a:latin typeface="Calibri"/>
            </a:endParaRPr>
          </a:p>
        </p:txBody>
      </p:sp>
      <p:grpSp>
        <p:nvGrpSpPr>
          <p:cNvPr id="13" name="Group 12"/>
          <p:cNvGrpSpPr/>
          <p:nvPr/>
        </p:nvGrpSpPr>
        <p:grpSpPr>
          <a:xfrm>
            <a:off x="-25356" y="96602"/>
            <a:ext cx="12240731" cy="366390"/>
            <a:chOff x="-19045" y="216550"/>
            <a:chExt cx="9180548" cy="649224"/>
          </a:xfrm>
        </p:grpSpPr>
        <p:sp>
          <p:nvSpPr>
            <p:cNvPr id="14" name="Freeform 13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rgbClr val="0BD0D9">
                      <a:shade val="75000"/>
                    </a:srgbClr>
                  </a:gs>
                  <a:gs pos="86000">
                    <a:srgbClr val="0000FF">
                      <a:alpha val="29000"/>
                    </a:srgbClr>
                  </a:gs>
                  <a:gs pos="16000">
                    <a:srgbClr val="009DD9">
                      <a:shade val="75000"/>
                      <a:alpha val="56000"/>
                    </a:srgb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800" kern="0">
                <a:solidFill>
                  <a:srgbClr val="0000FF"/>
                </a:solidFill>
              </a:endParaRPr>
            </a:p>
          </p:txBody>
        </p:sp>
        <p:sp>
          <p:nvSpPr>
            <p:cNvPr id="15" name="Freeform 14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rgbClr val="10CF9B"/>
                  </a:gs>
                  <a:gs pos="44000">
                    <a:srgbClr val="0F6FC6"/>
                  </a:gs>
                  <a:gs pos="33000">
                    <a:srgbClr val="009DD9">
                      <a:alpha val="56000"/>
                    </a:srgb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800" kern="0">
                <a:solidFill>
                  <a:srgbClr val="0000FF"/>
                </a:solidFill>
              </a:endParaRPr>
            </a:p>
          </p:txBody>
        </p:sp>
      </p:grpSp>
      <p:cxnSp>
        <p:nvCxnSpPr>
          <p:cNvPr id="18" name="Straight Connector 17"/>
          <p:cNvCxnSpPr/>
          <p:nvPr/>
        </p:nvCxnSpPr>
        <p:spPr>
          <a:xfrm flipV="1">
            <a:off x="1229100" y="6555422"/>
            <a:ext cx="0" cy="286081"/>
          </a:xfrm>
          <a:prstGeom prst="line">
            <a:avLst/>
          </a:prstGeom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Picture 2" descr="health-care-services-corporation.png (960×960)"/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314" b="31797"/>
          <a:stretch/>
        </p:blipFill>
        <p:spPr bwMode="auto">
          <a:xfrm>
            <a:off x="327379" y="6620234"/>
            <a:ext cx="781756" cy="222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Rectangle 27"/>
          <p:cNvSpPr/>
          <p:nvPr/>
        </p:nvSpPr>
        <p:spPr>
          <a:xfrm>
            <a:off x="1290547" y="6595424"/>
            <a:ext cx="4131735" cy="215444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defTabSz="914271">
              <a:defRPr/>
            </a:pPr>
            <a:r>
              <a:rPr lang="en-US" sz="800">
                <a:solidFill>
                  <a:prstClr val="black">
                    <a:lumMod val="50000"/>
                    <a:lumOff val="50000"/>
                  </a:prstClr>
                </a:solidFill>
              </a:rPr>
              <a:t>Copyright © 2015 Accenture. All rights reserved.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424EE9-3E58-54AC-1657-60814757B5F6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4409250" y="0"/>
            <a:ext cx="3405187" cy="1676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1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***Material, Non-Public - Not To Be Distributed Further***</a:t>
            </a:r>
          </a:p>
        </p:txBody>
      </p:sp>
    </p:spTree>
    <p:extLst>
      <p:ext uri="{BB962C8B-B14F-4D97-AF65-F5344CB8AC3E}">
        <p14:creationId xmlns:p14="http://schemas.microsoft.com/office/powerpoint/2010/main" val="847854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 descr="Light downward diagonal"/>
          <p:cNvSpPr>
            <a:spLocks noChangeArrowheads="1"/>
          </p:cNvSpPr>
          <p:nvPr/>
        </p:nvSpPr>
        <p:spPr bwMode="auto">
          <a:xfrm rot="10800000" flipV="1">
            <a:off x="0" y="0"/>
            <a:ext cx="12192000" cy="6858000"/>
          </a:xfrm>
          <a:prstGeom prst="rect">
            <a:avLst/>
          </a:prstGeom>
          <a:pattFill prst="ltDnDiag">
            <a:fgClr>
              <a:srgbClr val="73A8CF"/>
            </a:fgClr>
            <a:bgClr>
              <a:srgbClr val="5494C4"/>
            </a:bgClr>
          </a:patt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800" b="1">
              <a:solidFill>
                <a:srgbClr val="000000"/>
              </a:solidFill>
            </a:endParaRPr>
          </a:p>
        </p:txBody>
      </p:sp>
      <p:sp>
        <p:nvSpPr>
          <p:cNvPr id="1027" name="AutoShape 3"/>
          <p:cNvSpPr>
            <a:spLocks noChangeArrowheads="1"/>
          </p:cNvSpPr>
          <p:nvPr/>
        </p:nvSpPr>
        <p:spPr bwMode="auto">
          <a:xfrm>
            <a:off x="203200" y="190500"/>
            <a:ext cx="11785600" cy="6477000"/>
          </a:xfrm>
          <a:prstGeom prst="roundRect">
            <a:avLst>
              <a:gd name="adj" fmla="val 4583"/>
            </a:avLst>
          </a:prstGeom>
          <a:solidFill>
            <a:schemeClr val="bg1"/>
          </a:solidFill>
          <a:ln w="9525">
            <a:solidFill>
              <a:srgbClr val="356F9B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</a:endParaRPr>
          </a:p>
        </p:txBody>
      </p:sp>
      <p:sp>
        <p:nvSpPr>
          <p:cNvPr id="479236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582400" y="6657976"/>
            <a:ext cx="609600" cy="20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b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4CFFEB2-D3CB-4710-BC6F-8F232AF4085A}" type="slidenum">
              <a:rPr lang="en-US" sz="80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sz="800">
              <a:solidFill>
                <a:srgbClr val="000000"/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39700"/>
            <a:ext cx="99568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74320" tIns="45720" rIns="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430743" y="1598613"/>
            <a:ext cx="11330516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32" name="Rectangle 15" descr="Light downward diagonal"/>
          <p:cNvSpPr>
            <a:spLocks noChangeArrowheads="1"/>
          </p:cNvSpPr>
          <p:nvPr/>
        </p:nvSpPr>
        <p:spPr bwMode="auto">
          <a:xfrm rot="10800000" flipV="1">
            <a:off x="0" y="1079500"/>
            <a:ext cx="12192000" cy="88900"/>
          </a:xfrm>
          <a:prstGeom prst="rect">
            <a:avLst/>
          </a:prstGeom>
          <a:pattFill prst="ltDnDiag">
            <a:fgClr>
              <a:srgbClr val="73A8CF"/>
            </a:fgClr>
            <a:bgClr>
              <a:srgbClr val="5494C4"/>
            </a:bgClr>
          </a:patt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Ins="548640" anchor="ctr"/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endParaRPr lang="en-US" sz="1800">
              <a:solidFill>
                <a:srgbClr val="000000"/>
              </a:solidFill>
            </a:endParaRPr>
          </a:p>
        </p:txBody>
      </p:sp>
      <p:sp>
        <p:nvSpPr>
          <p:cNvPr id="1033" name="Text Box 16"/>
          <p:cNvSpPr txBox="1">
            <a:spLocks noChangeArrowheads="1"/>
          </p:cNvSpPr>
          <p:nvPr/>
        </p:nvSpPr>
        <p:spPr bwMode="auto">
          <a:xfrm>
            <a:off x="321734" y="6659563"/>
            <a:ext cx="11029951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800"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800"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800"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800"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8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>
                <a:solidFill>
                  <a:srgbClr val="000000"/>
                </a:solidFill>
              </a:rPr>
              <a:t>©</a:t>
            </a:r>
            <a:r>
              <a:rPr lang="en-US" sz="800">
                <a:solidFill>
                  <a:srgbClr val="000000"/>
                </a:solidFill>
              </a:rPr>
              <a:t>Health Care Service Corporation                                                                                                                		              Confidential &amp; Proprietary</a:t>
            </a:r>
          </a:p>
        </p:txBody>
      </p:sp>
      <p:grpSp>
        <p:nvGrpSpPr>
          <p:cNvPr id="9" name="Group 8"/>
          <p:cNvGrpSpPr/>
          <p:nvPr userDrawn="1"/>
        </p:nvGrpSpPr>
        <p:grpSpPr>
          <a:xfrm>
            <a:off x="9144000" y="418678"/>
            <a:ext cx="3048000" cy="495723"/>
            <a:chOff x="3585043" y="796998"/>
            <a:chExt cx="2018128" cy="458692"/>
          </a:xfrm>
        </p:grpSpPr>
        <p:sp>
          <p:nvSpPr>
            <p:cNvPr id="10" name="TextBox 9"/>
            <p:cNvSpPr txBox="1"/>
            <p:nvPr/>
          </p:nvSpPr>
          <p:spPr>
            <a:xfrm>
              <a:off x="4214591" y="970904"/>
              <a:ext cx="1264369" cy="28478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defTabSz="914377">
                <a:defRPr/>
              </a:pPr>
              <a:r>
                <a:rPr lang="en-US" sz="1400">
                  <a:solidFill>
                    <a:srgbClr val="1B96DB"/>
                  </a:solidFill>
                  <a:latin typeface="Mistral" panose="03090702030407020403" pitchFamily="66" charset="0"/>
                </a:rPr>
                <a:t>Vendor Management</a:t>
              </a:r>
            </a:p>
          </p:txBody>
        </p:sp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585043" y="796998"/>
              <a:ext cx="685800" cy="409575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4214591" y="814771"/>
              <a:ext cx="1388580" cy="284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US" sz="1400" b="1">
                  <a:solidFill>
                    <a:srgbClr val="17406D">
                      <a:lumMod val="75000"/>
                    </a:srgbClr>
                  </a:solidFill>
                  <a:latin typeface="Kokila" panose="020B0604020202020204" pitchFamily="34" charset="0"/>
                  <a:cs typeface="Kokila" panose="020B0604020202020204" pitchFamily="34" charset="0"/>
                </a:rPr>
                <a:t>Strategic Sourcing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A9BFB109-8509-6216-C027-B4478969383C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4409250" y="0"/>
            <a:ext cx="3405187" cy="1676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1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***Material, Non-Public - Not To Be Distributed Further***</a:t>
            </a:r>
          </a:p>
        </p:txBody>
      </p:sp>
    </p:spTree>
    <p:extLst>
      <p:ext uri="{BB962C8B-B14F-4D97-AF65-F5344CB8AC3E}">
        <p14:creationId xmlns:p14="http://schemas.microsoft.com/office/powerpoint/2010/main" val="151138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9" r:id="rId1"/>
    <p:sldLayoutId id="2147483810" r:id="rId2"/>
    <p:sldLayoutId id="2147483811" r:id="rId3"/>
    <p:sldLayoutId id="2147483812" r:id="rId4"/>
    <p:sldLayoutId id="2147483813" r:id="rId5"/>
    <p:sldLayoutId id="2147483814" r:id="rId6"/>
  </p:sldLayoutIdLst>
  <p:hf hdr="0" ftr="0" dt="0"/>
  <p:txStyles>
    <p:titleStyle>
      <a:lvl1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2pPr>
      <a:lvl3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3pPr>
      <a:lvl4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4pPr>
      <a:lvl5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9pPr>
    </p:titleStyle>
    <p:bodyStyle>
      <a:lvl1pPr marL="290513" indent="-290513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107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682625" indent="-225425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Char char="•"/>
        <a:defRPr>
          <a:solidFill>
            <a:schemeClr val="tx1"/>
          </a:solidFill>
          <a:latin typeface="+mn-lt"/>
        </a:defRPr>
      </a:lvl2pPr>
      <a:lvl3pPr marL="1089025" indent="-174625" algn="l" rtl="0" eaLnBrk="1" fontAlgn="base" hangingPunct="1">
        <a:spcBef>
          <a:spcPct val="20000"/>
        </a:spcBef>
        <a:spcAft>
          <a:spcPct val="0"/>
        </a:spcAft>
        <a:buSzPct val="110000"/>
        <a:buChar char="•"/>
        <a:defRPr sz="1600">
          <a:solidFill>
            <a:schemeClr val="tx1"/>
          </a:solidFill>
          <a:latin typeface="+mn-lt"/>
        </a:defRPr>
      </a:lvl3pPr>
      <a:lvl4pPr marL="1597025" indent="-225425" algn="l" rtl="0" eaLnBrk="1" fontAlgn="base" hangingPunct="1">
        <a:spcBef>
          <a:spcPct val="20000"/>
        </a:spcBef>
        <a:spcAft>
          <a:spcPct val="0"/>
        </a:spcAft>
        <a:buSzPct val="110000"/>
        <a:buFont typeface="Arial" charset="0"/>
        <a:buChar char="–"/>
        <a:defRPr sz="14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 descr="Light downward diagonal"/>
          <p:cNvSpPr>
            <a:spLocks noChangeArrowheads="1"/>
          </p:cNvSpPr>
          <p:nvPr/>
        </p:nvSpPr>
        <p:spPr bwMode="auto">
          <a:xfrm rot="10800000" flipV="1">
            <a:off x="0" y="0"/>
            <a:ext cx="12192000" cy="6858000"/>
          </a:xfrm>
          <a:prstGeom prst="rect">
            <a:avLst/>
          </a:prstGeom>
          <a:pattFill prst="ltDnDiag">
            <a:fgClr>
              <a:srgbClr val="73A8CF"/>
            </a:fgClr>
            <a:bgClr>
              <a:srgbClr val="5494C4"/>
            </a:bgClr>
          </a:patt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800" b="1">
              <a:solidFill>
                <a:srgbClr val="000000"/>
              </a:solidFill>
            </a:endParaRPr>
          </a:p>
        </p:txBody>
      </p:sp>
      <p:sp>
        <p:nvSpPr>
          <p:cNvPr id="1027" name="AutoShape 3"/>
          <p:cNvSpPr>
            <a:spLocks noChangeArrowheads="1"/>
          </p:cNvSpPr>
          <p:nvPr/>
        </p:nvSpPr>
        <p:spPr bwMode="auto">
          <a:xfrm>
            <a:off x="203200" y="190500"/>
            <a:ext cx="11785600" cy="6477000"/>
          </a:xfrm>
          <a:prstGeom prst="roundRect">
            <a:avLst>
              <a:gd name="adj" fmla="val 4583"/>
            </a:avLst>
          </a:prstGeom>
          <a:solidFill>
            <a:schemeClr val="bg1"/>
          </a:solidFill>
          <a:ln w="9525">
            <a:solidFill>
              <a:srgbClr val="356F9B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</a:endParaRPr>
          </a:p>
        </p:txBody>
      </p:sp>
      <p:sp>
        <p:nvSpPr>
          <p:cNvPr id="479236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582400" y="6657976"/>
            <a:ext cx="609600" cy="20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b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4CFFEB2-D3CB-4710-BC6F-8F232AF4085A}" type="slidenum">
              <a:rPr lang="en-US" sz="80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sz="800">
              <a:solidFill>
                <a:srgbClr val="000000"/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39700"/>
            <a:ext cx="99568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74320" tIns="45720" rIns="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430743" y="1598613"/>
            <a:ext cx="11330516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32" name="Rectangle 15" descr="Light downward diagonal"/>
          <p:cNvSpPr>
            <a:spLocks noChangeArrowheads="1"/>
          </p:cNvSpPr>
          <p:nvPr/>
        </p:nvSpPr>
        <p:spPr bwMode="auto">
          <a:xfrm rot="10800000" flipV="1">
            <a:off x="0" y="1079500"/>
            <a:ext cx="12192000" cy="88900"/>
          </a:xfrm>
          <a:prstGeom prst="rect">
            <a:avLst/>
          </a:prstGeom>
          <a:pattFill prst="ltDnDiag">
            <a:fgClr>
              <a:srgbClr val="73A8CF"/>
            </a:fgClr>
            <a:bgClr>
              <a:srgbClr val="5494C4"/>
            </a:bgClr>
          </a:patt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Ins="548640" anchor="ctr"/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endParaRPr lang="en-US" sz="1800">
              <a:solidFill>
                <a:srgbClr val="000000"/>
              </a:solidFill>
            </a:endParaRPr>
          </a:p>
        </p:txBody>
      </p:sp>
      <p:sp>
        <p:nvSpPr>
          <p:cNvPr id="1033" name="Text Box 16"/>
          <p:cNvSpPr txBox="1">
            <a:spLocks noChangeArrowheads="1"/>
          </p:cNvSpPr>
          <p:nvPr/>
        </p:nvSpPr>
        <p:spPr bwMode="auto">
          <a:xfrm>
            <a:off x="321734" y="6659563"/>
            <a:ext cx="11029951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800"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800"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800"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800"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8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>
                <a:solidFill>
                  <a:srgbClr val="000000"/>
                </a:solidFill>
              </a:rPr>
              <a:t>©</a:t>
            </a:r>
            <a:r>
              <a:rPr lang="en-US" sz="800">
                <a:solidFill>
                  <a:srgbClr val="000000"/>
                </a:solidFill>
              </a:rPr>
              <a:t>Health Care Service Corporation                                                                                                                		              Confidential &amp; Proprietary</a:t>
            </a:r>
          </a:p>
        </p:txBody>
      </p:sp>
      <p:grpSp>
        <p:nvGrpSpPr>
          <p:cNvPr id="9" name="Group 8"/>
          <p:cNvGrpSpPr/>
          <p:nvPr userDrawn="1"/>
        </p:nvGrpSpPr>
        <p:grpSpPr>
          <a:xfrm>
            <a:off x="9144000" y="418678"/>
            <a:ext cx="3048000" cy="495723"/>
            <a:chOff x="3585043" y="796998"/>
            <a:chExt cx="2018128" cy="458692"/>
          </a:xfrm>
        </p:grpSpPr>
        <p:sp>
          <p:nvSpPr>
            <p:cNvPr id="10" name="TextBox 9"/>
            <p:cNvSpPr txBox="1"/>
            <p:nvPr/>
          </p:nvSpPr>
          <p:spPr>
            <a:xfrm>
              <a:off x="4214591" y="970904"/>
              <a:ext cx="1264369" cy="28478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B96DB"/>
                  </a:solidFill>
                  <a:effectLst/>
                  <a:uLnTx/>
                  <a:uFillTx/>
                  <a:latin typeface="Mistral" panose="03090702030407020403" pitchFamily="66" charset="0"/>
                  <a:ea typeface="+mn-ea"/>
                  <a:cs typeface="+mn-cs"/>
                </a:rPr>
                <a:t>Vendor Management</a:t>
              </a:r>
            </a:p>
          </p:txBody>
        </p:sp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585043" y="796998"/>
              <a:ext cx="685800" cy="409575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4214591" y="814771"/>
              <a:ext cx="1388580" cy="284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17406D">
                      <a:lumMod val="75000"/>
                    </a:srgbClr>
                  </a:solidFill>
                  <a:effectLst/>
                  <a:uLnTx/>
                  <a:uFillTx/>
                  <a:latin typeface="Kokila" panose="020B0604020202020204" pitchFamily="34" charset="0"/>
                  <a:ea typeface="+mn-ea"/>
                  <a:cs typeface="Kokila" panose="020B0604020202020204" pitchFamily="34" charset="0"/>
                </a:rPr>
                <a:t>Strategic Sourcing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B87A646C-EE09-F7EC-FF9F-FD6B5BC4A9F5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4409250" y="0"/>
            <a:ext cx="3405187" cy="1676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1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***Material, Non-Public - Not To Be Distributed Further***</a:t>
            </a:r>
          </a:p>
        </p:txBody>
      </p:sp>
    </p:spTree>
    <p:extLst>
      <p:ext uri="{BB962C8B-B14F-4D97-AF65-F5344CB8AC3E}">
        <p14:creationId xmlns:p14="http://schemas.microsoft.com/office/powerpoint/2010/main" val="1787997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5" r:id="rId1"/>
    <p:sldLayoutId id="2147483909" r:id="rId2"/>
    <p:sldLayoutId id="2147483910" r:id="rId3"/>
    <p:sldLayoutId id="2147483911" r:id="rId4"/>
    <p:sldLayoutId id="2147483912" r:id="rId5"/>
    <p:sldLayoutId id="2147483913" r:id="rId6"/>
  </p:sldLayoutIdLst>
  <p:hf hdr="0" ftr="0" dt="0"/>
  <p:txStyles>
    <p:titleStyle>
      <a:lvl1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2pPr>
      <a:lvl3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3pPr>
      <a:lvl4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4pPr>
      <a:lvl5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9pPr>
    </p:titleStyle>
    <p:bodyStyle>
      <a:lvl1pPr marL="290513" indent="-290513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107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682625" indent="-225425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Char char="•"/>
        <a:defRPr>
          <a:solidFill>
            <a:schemeClr val="tx1"/>
          </a:solidFill>
          <a:latin typeface="+mn-lt"/>
        </a:defRPr>
      </a:lvl2pPr>
      <a:lvl3pPr marL="1089025" indent="-174625" algn="l" rtl="0" eaLnBrk="1" fontAlgn="base" hangingPunct="1">
        <a:spcBef>
          <a:spcPct val="20000"/>
        </a:spcBef>
        <a:spcAft>
          <a:spcPct val="0"/>
        </a:spcAft>
        <a:buSzPct val="110000"/>
        <a:buChar char="•"/>
        <a:defRPr sz="1600">
          <a:solidFill>
            <a:schemeClr val="tx1"/>
          </a:solidFill>
          <a:latin typeface="+mn-lt"/>
        </a:defRPr>
      </a:lvl3pPr>
      <a:lvl4pPr marL="1597025" indent="-225425" algn="l" rtl="0" eaLnBrk="1" fontAlgn="base" hangingPunct="1">
        <a:spcBef>
          <a:spcPct val="20000"/>
        </a:spcBef>
        <a:spcAft>
          <a:spcPct val="0"/>
        </a:spcAft>
        <a:buSzPct val="110000"/>
        <a:buFont typeface="Arial" charset="0"/>
        <a:buChar char="–"/>
        <a:defRPr sz="14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 descr="Light downward diagonal"/>
          <p:cNvSpPr>
            <a:spLocks noChangeArrowheads="1"/>
          </p:cNvSpPr>
          <p:nvPr/>
        </p:nvSpPr>
        <p:spPr bwMode="auto">
          <a:xfrm rot="10800000" flipV="1">
            <a:off x="0" y="0"/>
            <a:ext cx="12192000" cy="6858000"/>
          </a:xfrm>
          <a:prstGeom prst="rect">
            <a:avLst/>
          </a:prstGeom>
          <a:pattFill prst="ltDnDiag">
            <a:fgClr>
              <a:srgbClr val="73A8CF"/>
            </a:fgClr>
            <a:bgClr>
              <a:srgbClr val="5494C4"/>
            </a:bgClr>
          </a:patt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800" b="1">
              <a:solidFill>
                <a:srgbClr val="000000"/>
              </a:solidFill>
            </a:endParaRPr>
          </a:p>
        </p:txBody>
      </p:sp>
      <p:sp>
        <p:nvSpPr>
          <p:cNvPr id="1027" name="AutoShape 3"/>
          <p:cNvSpPr>
            <a:spLocks noChangeArrowheads="1"/>
          </p:cNvSpPr>
          <p:nvPr/>
        </p:nvSpPr>
        <p:spPr bwMode="auto">
          <a:xfrm>
            <a:off x="203200" y="190500"/>
            <a:ext cx="11785600" cy="6477000"/>
          </a:xfrm>
          <a:prstGeom prst="roundRect">
            <a:avLst>
              <a:gd name="adj" fmla="val 4583"/>
            </a:avLst>
          </a:prstGeom>
          <a:solidFill>
            <a:schemeClr val="bg1"/>
          </a:solidFill>
          <a:ln w="9525">
            <a:solidFill>
              <a:srgbClr val="356F9B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</a:endParaRPr>
          </a:p>
        </p:txBody>
      </p:sp>
      <p:sp>
        <p:nvSpPr>
          <p:cNvPr id="479236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582400" y="6657976"/>
            <a:ext cx="609600" cy="20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b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4CFFEB2-D3CB-4710-BC6F-8F232AF4085A}" type="slidenum">
              <a:rPr lang="en-US" sz="80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sz="800">
              <a:solidFill>
                <a:srgbClr val="000000"/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39700"/>
            <a:ext cx="99568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74320" tIns="45720" rIns="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430743" y="1598613"/>
            <a:ext cx="11330516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32" name="Rectangle 15" descr="Light downward diagonal"/>
          <p:cNvSpPr>
            <a:spLocks noChangeArrowheads="1"/>
          </p:cNvSpPr>
          <p:nvPr/>
        </p:nvSpPr>
        <p:spPr bwMode="auto">
          <a:xfrm rot="10800000" flipV="1">
            <a:off x="0" y="1079500"/>
            <a:ext cx="12192000" cy="88900"/>
          </a:xfrm>
          <a:prstGeom prst="rect">
            <a:avLst/>
          </a:prstGeom>
          <a:pattFill prst="ltDnDiag">
            <a:fgClr>
              <a:srgbClr val="73A8CF"/>
            </a:fgClr>
            <a:bgClr>
              <a:srgbClr val="5494C4"/>
            </a:bgClr>
          </a:patt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Ins="548640" anchor="ctr"/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endParaRPr lang="en-US" sz="1800">
              <a:solidFill>
                <a:srgbClr val="000000"/>
              </a:solidFill>
            </a:endParaRPr>
          </a:p>
        </p:txBody>
      </p:sp>
      <p:sp>
        <p:nvSpPr>
          <p:cNvPr id="1033" name="Text Box 16"/>
          <p:cNvSpPr txBox="1">
            <a:spLocks noChangeArrowheads="1"/>
          </p:cNvSpPr>
          <p:nvPr/>
        </p:nvSpPr>
        <p:spPr bwMode="auto">
          <a:xfrm>
            <a:off x="321734" y="6659563"/>
            <a:ext cx="11029951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800"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800"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800"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800"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8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>
                <a:solidFill>
                  <a:srgbClr val="000000"/>
                </a:solidFill>
              </a:rPr>
              <a:t>©</a:t>
            </a:r>
            <a:r>
              <a:rPr lang="en-US" sz="800">
                <a:solidFill>
                  <a:srgbClr val="000000"/>
                </a:solidFill>
              </a:rPr>
              <a:t>Health Care Service Corporation                                                                                                                		              Confidential &amp; Proprietary</a:t>
            </a:r>
          </a:p>
        </p:txBody>
      </p:sp>
      <p:grpSp>
        <p:nvGrpSpPr>
          <p:cNvPr id="9" name="Group 8"/>
          <p:cNvGrpSpPr/>
          <p:nvPr userDrawn="1"/>
        </p:nvGrpSpPr>
        <p:grpSpPr>
          <a:xfrm>
            <a:off x="9144000" y="418678"/>
            <a:ext cx="3048000" cy="495723"/>
            <a:chOff x="3585043" y="796998"/>
            <a:chExt cx="2018128" cy="458692"/>
          </a:xfrm>
        </p:grpSpPr>
        <p:sp>
          <p:nvSpPr>
            <p:cNvPr id="10" name="TextBox 9"/>
            <p:cNvSpPr txBox="1"/>
            <p:nvPr/>
          </p:nvSpPr>
          <p:spPr>
            <a:xfrm>
              <a:off x="4214591" y="970904"/>
              <a:ext cx="1264369" cy="28478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B96DB"/>
                  </a:solidFill>
                  <a:effectLst/>
                  <a:uLnTx/>
                  <a:uFillTx/>
                  <a:latin typeface="Mistral" panose="03090702030407020403" pitchFamily="66" charset="0"/>
                  <a:ea typeface="+mn-ea"/>
                  <a:cs typeface="+mn-cs"/>
                </a:rPr>
                <a:t>Vendor Management</a:t>
              </a:r>
            </a:p>
          </p:txBody>
        </p:sp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585043" y="796998"/>
              <a:ext cx="685800" cy="409575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4214591" y="814771"/>
              <a:ext cx="1388580" cy="284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17406D">
                      <a:lumMod val="75000"/>
                    </a:srgbClr>
                  </a:solidFill>
                  <a:effectLst/>
                  <a:uLnTx/>
                  <a:uFillTx/>
                  <a:latin typeface="Kokila" panose="020B0604020202020204" pitchFamily="34" charset="0"/>
                  <a:ea typeface="+mn-ea"/>
                  <a:cs typeface="Kokila" panose="020B0604020202020204" pitchFamily="34" charset="0"/>
                </a:rPr>
                <a:t>Strategic Sourcing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7ECA5FC0-1693-51B3-F5EF-97F97BA2BFA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4409250" y="0"/>
            <a:ext cx="3405187" cy="1676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1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***Material, Non-Public - Not To Be Distributed Further***</a:t>
            </a:r>
          </a:p>
        </p:txBody>
      </p:sp>
    </p:spTree>
    <p:extLst>
      <p:ext uri="{BB962C8B-B14F-4D97-AF65-F5344CB8AC3E}">
        <p14:creationId xmlns:p14="http://schemas.microsoft.com/office/powerpoint/2010/main" val="369257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5" r:id="rId1"/>
    <p:sldLayoutId id="2147483916" r:id="rId2"/>
    <p:sldLayoutId id="2147483917" r:id="rId3"/>
    <p:sldLayoutId id="2147483918" r:id="rId4"/>
    <p:sldLayoutId id="2147483919" r:id="rId5"/>
    <p:sldLayoutId id="2147483920" r:id="rId6"/>
    <p:sldLayoutId id="2147483921" r:id="rId7"/>
  </p:sldLayoutIdLst>
  <p:hf hdr="0" ftr="0" dt="0"/>
  <p:txStyles>
    <p:titleStyle>
      <a:lvl1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2pPr>
      <a:lvl3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3pPr>
      <a:lvl4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4pPr>
      <a:lvl5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9pPr>
    </p:titleStyle>
    <p:bodyStyle>
      <a:lvl1pPr marL="290513" indent="-290513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107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682625" indent="-225425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Char char="•"/>
        <a:defRPr>
          <a:solidFill>
            <a:schemeClr val="tx1"/>
          </a:solidFill>
          <a:latin typeface="+mn-lt"/>
        </a:defRPr>
      </a:lvl2pPr>
      <a:lvl3pPr marL="1089025" indent="-174625" algn="l" rtl="0" eaLnBrk="1" fontAlgn="base" hangingPunct="1">
        <a:spcBef>
          <a:spcPct val="20000"/>
        </a:spcBef>
        <a:spcAft>
          <a:spcPct val="0"/>
        </a:spcAft>
        <a:buSzPct val="110000"/>
        <a:buChar char="•"/>
        <a:defRPr sz="1600">
          <a:solidFill>
            <a:schemeClr val="tx1"/>
          </a:solidFill>
          <a:latin typeface="+mn-lt"/>
        </a:defRPr>
      </a:lvl3pPr>
      <a:lvl4pPr marL="1597025" indent="-225425" algn="l" rtl="0" eaLnBrk="1" fontAlgn="base" hangingPunct="1">
        <a:spcBef>
          <a:spcPct val="20000"/>
        </a:spcBef>
        <a:spcAft>
          <a:spcPct val="0"/>
        </a:spcAft>
        <a:buSzPct val="110000"/>
        <a:buFont typeface="Arial" charset="0"/>
        <a:buChar char="–"/>
        <a:defRPr sz="14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81000" y="380999"/>
            <a:ext cx="11430000" cy="9906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/>
              <a:t>Place headline here (28pt)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381000" y="1371600"/>
            <a:ext cx="11430000" cy="4936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 (bullet 20pt)</a:t>
            </a:r>
          </a:p>
          <a:p>
            <a:pPr lvl="1"/>
            <a:r>
              <a:rPr lang="en-US"/>
              <a:t>Second level (bullet 20pt)</a:t>
            </a:r>
          </a:p>
          <a:p>
            <a:pPr lvl="2"/>
            <a:r>
              <a:rPr lang="en-US"/>
              <a:t>Third level (bullet 20pt)</a:t>
            </a:r>
          </a:p>
          <a:p>
            <a:pPr lvl="3"/>
            <a:r>
              <a:rPr lang="en-US"/>
              <a:t>Fourth level (bullet 18pt)</a:t>
            </a:r>
          </a:p>
          <a:p>
            <a:pPr lvl="4"/>
            <a:r>
              <a:rPr lang="en-US"/>
              <a:t>Fifth level (bullet 18pt)</a:t>
            </a:r>
          </a:p>
          <a:p>
            <a:pPr lvl="5"/>
            <a:r>
              <a:rPr lang="en-US"/>
              <a:t>Sixth level (copy 16pt)</a:t>
            </a:r>
          </a:p>
          <a:p>
            <a:pPr lvl="6"/>
            <a:r>
              <a:rPr lang="en-US"/>
              <a:t>Seventh level (small copy 12pt)</a:t>
            </a:r>
          </a:p>
          <a:p>
            <a:pPr lvl="7"/>
            <a:r>
              <a:rPr lang="en-US"/>
              <a:t>EIGHT LEVEL (DESCRIPTOR 10PT)</a:t>
            </a:r>
          </a:p>
          <a:p>
            <a:pPr lvl="8"/>
            <a:r>
              <a:rPr lang="en-US"/>
              <a:t>Ninth level (footer 8pt)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34420CF-8D67-6140-853D-C8FF80676D8A}"/>
              </a:ext>
            </a:extLst>
          </p:cNvPr>
          <p:cNvSpPr txBox="1"/>
          <p:nvPr userDrawn="1"/>
        </p:nvSpPr>
        <p:spPr>
          <a:xfrm>
            <a:off x="8786191" y="6524392"/>
            <a:ext cx="2643809" cy="22488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kern="120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rPr>
              <a:t>Copyright © 2022 Accenture. All rights reserved.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A9F2911-EE76-2F43-9747-513B99A88D98}"/>
              </a:ext>
            </a:extLst>
          </p:cNvPr>
          <p:cNvSpPr txBox="1"/>
          <p:nvPr userDrawn="1"/>
        </p:nvSpPr>
        <p:spPr>
          <a:xfrm>
            <a:off x="11491372" y="6524393"/>
            <a:ext cx="326254" cy="20116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1F90F471-3972-4120-B8B3-0237DE626C35}" type="slidenum">
              <a:rPr lang="en-US" sz="800" kern="1200" smtClean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rPr>
              <a:pPr marL="0" marR="0" lvl="0" indent="0" algn="r" defTabSz="228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GB" sz="800" kern="1200">
              <a:solidFill>
                <a:schemeClr val="tx1">
                  <a:alpha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30" name="Logo_BL" descr="Accenture logo in black and purple">
            <a:extLst>
              <a:ext uri="{FF2B5EF4-FFF2-40B4-BE49-F238E27FC236}">
                <a16:creationId xmlns:a16="http://schemas.microsoft.com/office/drawing/2014/main" id="{0D53D8AC-8436-8C4F-964F-C2DE72775982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81000" y="6467776"/>
            <a:ext cx="781597" cy="205956"/>
            <a:chOff x="2387" y="1701"/>
            <a:chExt cx="4535" cy="1195"/>
          </a:xfrm>
        </p:grpSpPr>
        <p:sp>
          <p:nvSpPr>
            <p:cNvPr id="31" name="Freeform 5">
              <a:extLst>
                <a:ext uri="{FF2B5EF4-FFF2-40B4-BE49-F238E27FC236}">
                  <a16:creationId xmlns:a16="http://schemas.microsoft.com/office/drawing/2014/main" id="{4933D51A-C756-7C49-B4F6-98460088943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6">
              <a:extLst>
                <a:ext uri="{FF2B5EF4-FFF2-40B4-BE49-F238E27FC236}">
                  <a16:creationId xmlns:a16="http://schemas.microsoft.com/office/drawing/2014/main" id="{C821CC7F-1A40-9640-9B46-BFA17C50621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10116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3" r:id="rId1"/>
    <p:sldLayoutId id="2147483974" r:id="rId2"/>
    <p:sldLayoutId id="2147483975" r:id="rId3"/>
    <p:sldLayoutId id="2147483976" r:id="rId4"/>
    <p:sldLayoutId id="2147483978" r:id="rId5"/>
    <p:sldLayoutId id="2147483979" r:id="rId6"/>
    <p:sldLayoutId id="2147483980" r:id="rId7"/>
    <p:sldLayoutId id="2147483981" r:id="rId8"/>
    <p:sldLayoutId id="2147483982" r:id="rId9"/>
    <p:sldLayoutId id="2147483983" r:id="rId10"/>
    <p:sldLayoutId id="2147483984" r:id="rId11"/>
    <p:sldLayoutId id="2147483985" r:id="rId12"/>
    <p:sldLayoutId id="2147483986" r:id="rId13"/>
    <p:sldLayoutId id="2147483987" r:id="rId14"/>
    <p:sldLayoutId id="2147483988" r:id="rId15"/>
    <p:sldLayoutId id="2147483989" r:id="rId16"/>
    <p:sldLayoutId id="2147483990" r:id="rId17"/>
    <p:sldLayoutId id="2147483991" r:id="rId18"/>
    <p:sldLayoutId id="2147483992" r:id="rId19"/>
    <p:sldLayoutId id="2147483993" r:id="rId20"/>
    <p:sldLayoutId id="2147483994" r:id="rId21"/>
    <p:sldLayoutId id="2147483995" r:id="rId22"/>
    <p:sldLayoutId id="2147483996" r:id="rId23"/>
    <p:sldLayoutId id="2147483997" r:id="rId24"/>
    <p:sldLayoutId id="2147483998" r:id="rId25"/>
    <p:sldLayoutId id="2147483999" r:id="rId26"/>
    <p:sldLayoutId id="2147484000" r:id="rId27"/>
    <p:sldLayoutId id="2147484001" r:id="rId28"/>
    <p:sldLayoutId id="2147484002" r:id="rId29"/>
    <p:sldLayoutId id="2147484003" r:id="rId30"/>
    <p:sldLayoutId id="2147484004" r:id="rId31"/>
    <p:sldLayoutId id="2147484005" r:id="rId32"/>
    <p:sldLayoutId id="2147484007" r:id="rId33"/>
    <p:sldLayoutId id="2147484008" r:id="rId34"/>
    <p:sldLayoutId id="2147484009" r:id="rId35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lang="en-US" sz="2800" b="1" kern="1200" dirty="0">
          <a:solidFill>
            <a:schemeClr val="tx1"/>
          </a:solidFill>
          <a:latin typeface="Graphik Semibold" panose="020B0503030202060203" pitchFamily="34" charset="77"/>
          <a:ea typeface="+mj-ea"/>
          <a:cs typeface="+mj-cs"/>
        </a:defRPr>
      </a:lvl1pPr>
    </p:titleStyle>
    <p:bodyStyle>
      <a:lvl1pPr marL="2286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rial" panose="020B0503030202060203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503030202060203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503030202060203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0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>
          <p15:clr>
            <a:srgbClr val="C35EA4"/>
          </p15:clr>
        </p15:guide>
        <p15:guide id="2" orient="horz" pos="3976">
          <p15:clr>
            <a:srgbClr val="C35EA4"/>
          </p15:clr>
        </p15:guide>
        <p15:guide id="3" pos="240">
          <p15:clr>
            <a:srgbClr val="C35EA4"/>
          </p15:clr>
        </p15:guide>
        <p15:guide id="4" pos="7440">
          <p15:clr>
            <a:srgbClr val="C35EA4"/>
          </p15:clr>
        </p15:guide>
      </p15:sldGuideLst>
    </p:ext>
  </p:extLst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81000" y="380999"/>
            <a:ext cx="11430000" cy="9906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Place headline here (36pt, min 30pt)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381000" y="1371600"/>
            <a:ext cx="11430000" cy="4936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 (bullet 20pt)</a:t>
            </a:r>
          </a:p>
          <a:p>
            <a:pPr lvl="1"/>
            <a:r>
              <a:rPr lang="en-US"/>
              <a:t>Second level (bullet 20pt)</a:t>
            </a:r>
          </a:p>
          <a:p>
            <a:pPr lvl="2"/>
            <a:r>
              <a:rPr lang="en-US"/>
              <a:t>Third level (bullet 20pt)</a:t>
            </a:r>
          </a:p>
          <a:p>
            <a:pPr lvl="3"/>
            <a:r>
              <a:rPr lang="en-US"/>
              <a:t>Fourth level (bullet 18pt)</a:t>
            </a:r>
          </a:p>
          <a:p>
            <a:pPr lvl="4"/>
            <a:r>
              <a:rPr lang="en-US"/>
              <a:t>Fifth level (bullet 18pt)</a:t>
            </a:r>
          </a:p>
          <a:p>
            <a:pPr lvl="5"/>
            <a:r>
              <a:rPr lang="en-US"/>
              <a:t>Sixth level (copy 16pt)</a:t>
            </a:r>
          </a:p>
          <a:p>
            <a:pPr lvl="6"/>
            <a:r>
              <a:rPr lang="en-US"/>
              <a:t>Seventh level (small copy 12pt)</a:t>
            </a:r>
          </a:p>
          <a:p>
            <a:pPr lvl="7"/>
            <a:r>
              <a:rPr lang="en-US"/>
              <a:t>EIGHT LEVEL (DESCRIPTOR 10PT)</a:t>
            </a:r>
          </a:p>
          <a:p>
            <a:pPr lvl="8"/>
            <a:r>
              <a:rPr lang="en-US"/>
              <a:t>Ninth level (footer 8pt)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DA171160-C7F3-46DE-911A-73C4F50C8896}"/>
              </a:ext>
            </a:extLst>
          </p:cNvPr>
          <p:cNvSpPr>
            <a:spLocks noGrp="1"/>
          </p:cNvSpPr>
          <p:nvPr userDrawn="1">
            <p:ph type="dt" sz="half" idx="2"/>
          </p:nvPr>
        </p:nvSpPr>
        <p:spPr>
          <a:xfrm>
            <a:off x="9787944" y="0"/>
            <a:ext cx="2023056" cy="381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r" defTabSz="914400" rtl="0" eaLnBrk="1" latinLnBrk="0" hangingPunct="1">
              <a:defRPr lang="en-US" sz="800" kern="1200" smtClean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9624E0B2-760E-457A-8367-213CE89D65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/>
              <a:t>Copyright © 2021 Accenture. All rights reserved.</a:t>
            </a:r>
          </a:p>
        </p:txBody>
      </p:sp>
      <p:sp>
        <p:nvSpPr>
          <p:cNvPr id="9" name="GTS_Purple" descr="Accenture Greater Than symbol in purple">
            <a:extLst>
              <a:ext uri="{FF2B5EF4-FFF2-40B4-BE49-F238E27FC236}">
                <a16:creationId xmlns:a16="http://schemas.microsoft.com/office/drawing/2014/main" id="{AE0355C2-058C-4310-9508-BCC0F498FBBE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380209" y="6483675"/>
            <a:ext cx="183202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69DFD1-72F5-4590-A067-19F2501AAB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4746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506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1" r:id="rId1"/>
    <p:sldLayoutId id="2147484012" r:id="rId2"/>
    <p:sldLayoutId id="2147484013" r:id="rId3"/>
    <p:sldLayoutId id="2147484014" r:id="rId4"/>
    <p:sldLayoutId id="2147484015" r:id="rId5"/>
    <p:sldLayoutId id="2147484016" r:id="rId6"/>
    <p:sldLayoutId id="2147484017" r:id="rId7"/>
    <p:sldLayoutId id="2147484018" r:id="rId8"/>
    <p:sldLayoutId id="2147484019" r:id="rId9"/>
    <p:sldLayoutId id="2147484020" r:id="rId10"/>
    <p:sldLayoutId id="2147484021" r:id="rId11"/>
    <p:sldLayoutId id="2147484022" r:id="rId12"/>
    <p:sldLayoutId id="2147484023" r:id="rId13"/>
    <p:sldLayoutId id="2147484024" r:id="rId14"/>
    <p:sldLayoutId id="2147484025" r:id="rId15"/>
    <p:sldLayoutId id="2147484026" r:id="rId16"/>
    <p:sldLayoutId id="2147484027" r:id="rId17"/>
    <p:sldLayoutId id="2147484028" r:id="rId18"/>
    <p:sldLayoutId id="2147484029" r:id="rId19"/>
    <p:sldLayoutId id="2147484030" r:id="rId20"/>
    <p:sldLayoutId id="2147484031" r:id="rId21"/>
    <p:sldLayoutId id="2147484032" r:id="rId22"/>
    <p:sldLayoutId id="2147484033" r:id="rId23"/>
    <p:sldLayoutId id="2147484034" r:id="rId24"/>
    <p:sldLayoutId id="2147484035" r:id="rId25"/>
    <p:sldLayoutId id="2147484036" r:id="rId26"/>
    <p:sldLayoutId id="2147484037" r:id="rId27"/>
    <p:sldLayoutId id="2147484038" r:id="rId28"/>
    <p:sldLayoutId id="2147484039" r:id="rId29"/>
    <p:sldLayoutId id="2147484040" r:id="rId30"/>
    <p:sldLayoutId id="2147484041" r:id="rId31"/>
    <p:sldLayoutId id="2147484042" r:id="rId32"/>
    <p:sldLayoutId id="2147484043" r:id="rId33"/>
    <p:sldLayoutId id="2147484044" r:id="rId34"/>
    <p:sldLayoutId id="2147484045" r:id="rId35"/>
    <p:sldLayoutId id="2147484046" r:id="rId36"/>
    <p:sldLayoutId id="2147484047" r:id="rId37"/>
    <p:sldLayoutId id="2147484048" r:id="rId38"/>
    <p:sldLayoutId id="2147484049" r:id="rId39"/>
    <p:sldLayoutId id="2147484050" r:id="rId40"/>
    <p:sldLayoutId id="2147484051" r:id="rId41"/>
    <p:sldLayoutId id="2147484052" r:id="rId42"/>
    <p:sldLayoutId id="2147484053" r:id="rId43"/>
    <p:sldLayoutId id="2147484054" r:id="rId44"/>
    <p:sldLayoutId id="2147484055" r:id="rId45"/>
    <p:sldLayoutId id="2147484056" r:id="rId46"/>
    <p:sldLayoutId id="2147484057" r:id="rId47"/>
    <p:sldLayoutId id="2147484058" r:id="rId48"/>
    <p:sldLayoutId id="2147484059" r:id="rId49"/>
    <p:sldLayoutId id="2147484060" r:id="rId50"/>
    <p:sldLayoutId id="2147484062" r:id="rId51"/>
    <p:sldLayoutId id="2147484063" r:id="rId52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Graphik" panose="020B0503030202060203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503030202060203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503030202060203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0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>
          <p15:clr>
            <a:srgbClr val="C35EA4"/>
          </p15:clr>
        </p15:guide>
        <p15:guide id="2" orient="horz" pos="3976">
          <p15:clr>
            <a:srgbClr val="C35EA4"/>
          </p15:clr>
        </p15:guide>
        <p15:guide id="3" pos="240">
          <p15:clr>
            <a:srgbClr val="C35EA4"/>
          </p15:clr>
        </p15:guide>
        <p15:guide id="4" pos="7440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513256" y="438272"/>
            <a:ext cx="60399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HPI Trend Across Portfolios &amp; Root Cause Summary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48802-3913-4E23-A2B7-2D673BB9CB17}"/>
              </a:ext>
            </a:extLst>
          </p:cNvPr>
          <p:cNvSpPr txBox="1"/>
          <p:nvPr/>
        </p:nvSpPr>
        <p:spPr>
          <a:xfrm>
            <a:off x="2590800" y="18288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0EF99C-AC3A-431C-94B4-AEB2BE6A6CEC}"/>
              </a:ext>
            </a:extLst>
          </p:cNvPr>
          <p:cNvSpPr txBox="1"/>
          <p:nvPr/>
        </p:nvSpPr>
        <p:spPr>
          <a:xfrm>
            <a:off x="6207845" y="1168163"/>
            <a:ext cx="5590686" cy="328227"/>
          </a:xfrm>
          <a:prstGeom prst="rect">
            <a:avLst/>
          </a:prstGeom>
          <a:solidFill>
            <a:srgbClr val="002060"/>
          </a:solidFill>
        </p:spPr>
        <p:txBody>
          <a:bodyPr wrap="square" lIns="97534" tIns="48766" rIns="97534" bIns="48766" rtlCol="0">
            <a:spAutoFit/>
          </a:bodyPr>
          <a:lstStyle/>
          <a:p>
            <a:pPr marL="0" marR="0" lvl="0" indent="0" algn="ctr" defTabSz="97529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93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 Regular" panose="020F0502020204030203" pitchFamily="34" charset="0"/>
                <a:ea typeface="Lato Regular" panose="020F0502020204030203" pitchFamily="34" charset="0"/>
                <a:cs typeface="Lato" panose="020F0502020204030203" pitchFamily="34" charset="0"/>
              </a:rPr>
              <a:t>Weekly HPI Root Cause Summary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CE8E3C9-98C4-4D5F-837B-0B58DB87D7AF}"/>
              </a:ext>
            </a:extLst>
          </p:cNvPr>
          <p:cNvSpPr txBox="1"/>
          <p:nvPr/>
        </p:nvSpPr>
        <p:spPr>
          <a:xfrm>
            <a:off x="383188" y="1171736"/>
            <a:ext cx="5675352" cy="328227"/>
          </a:xfrm>
          <a:prstGeom prst="rect">
            <a:avLst/>
          </a:prstGeom>
          <a:solidFill>
            <a:srgbClr val="002060"/>
          </a:solidFill>
        </p:spPr>
        <p:txBody>
          <a:bodyPr wrap="square" lIns="97534" tIns="48766" rIns="97534" bIns="48766" rtlCol="0" anchor="t">
            <a:spAutoFit/>
          </a:bodyPr>
          <a:lstStyle/>
          <a:p>
            <a:pPr marL="0" marR="0" lvl="0" indent="0" algn="ctr" defTabSz="97529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 Regular"/>
                <a:ea typeface="Lato Regular"/>
                <a:cs typeface="Lato"/>
              </a:rPr>
              <a:t>Portfolio Level HPI Trend (P1,P2,</a:t>
            </a:r>
            <a:r>
              <a:rPr lang="en-US" sz="1450" b="1">
                <a:solidFill>
                  <a:srgbClr val="FFFFFF"/>
                </a:solidFill>
                <a:latin typeface="Lato Regular"/>
                <a:ea typeface="Lato Regular"/>
                <a:cs typeface="Lato"/>
              </a:rPr>
              <a:t>P3</a:t>
            </a:r>
            <a:r>
              <a:rPr kumimoji="0" lang="en-US" sz="14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 Regular"/>
                <a:ea typeface="Lato Regular"/>
                <a:cs typeface="Lato"/>
              </a:rPr>
              <a:t>,P4)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EB33AC8-C732-4AC3-AB9B-4CD85C19B7C8}"/>
              </a:ext>
            </a:extLst>
          </p:cNvPr>
          <p:cNvSpPr txBox="1"/>
          <p:nvPr/>
        </p:nvSpPr>
        <p:spPr>
          <a:xfrm>
            <a:off x="378299" y="3839278"/>
            <a:ext cx="5687277" cy="328227"/>
          </a:xfrm>
          <a:prstGeom prst="rect">
            <a:avLst/>
          </a:prstGeom>
          <a:solidFill>
            <a:srgbClr val="002060"/>
          </a:solidFill>
        </p:spPr>
        <p:txBody>
          <a:bodyPr wrap="square" lIns="97534" tIns="48766" rIns="97534" bIns="48766" rtlCol="0">
            <a:spAutoFit/>
          </a:bodyPr>
          <a:lstStyle/>
          <a:p>
            <a:pPr marL="0" marR="0" lvl="0" indent="0" algn="ctr" defTabSz="97529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93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 Regular" panose="020F0502020204030203" pitchFamily="34" charset="0"/>
                <a:ea typeface="Lato Regular" panose="020F0502020204030203" pitchFamily="34" charset="0"/>
                <a:cs typeface="Lato" panose="020F0502020204030203" pitchFamily="34" charset="0"/>
              </a:rPr>
              <a:t>P1-P2 Portfolio Level Trends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AD503B3-8394-E22A-3275-9FEE946E4C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5B7EAE1E-1632-35B2-EB6B-91537770B9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299" y="7132955"/>
            <a:ext cx="1387539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150FC0E-0668-1DAD-AC07-35D99F99C4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9292203"/>
              </p:ext>
            </p:extLst>
          </p:nvPr>
        </p:nvGraphicFramePr>
        <p:xfrm>
          <a:off x="6207845" y="1505026"/>
          <a:ext cx="5611798" cy="102743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24459">
                  <a:extLst>
                    <a:ext uri="{9D8B030D-6E8A-4147-A177-3AD203B41FA5}">
                      <a16:colId xmlns:a16="http://schemas.microsoft.com/office/drawing/2014/main" val="3418307494"/>
                    </a:ext>
                  </a:extLst>
                </a:gridCol>
                <a:gridCol w="1044221">
                  <a:extLst>
                    <a:ext uri="{9D8B030D-6E8A-4147-A177-3AD203B41FA5}">
                      <a16:colId xmlns:a16="http://schemas.microsoft.com/office/drawing/2014/main" val="2419311443"/>
                    </a:ext>
                  </a:extLst>
                </a:gridCol>
                <a:gridCol w="783543">
                  <a:extLst>
                    <a:ext uri="{9D8B030D-6E8A-4147-A177-3AD203B41FA5}">
                      <a16:colId xmlns:a16="http://schemas.microsoft.com/office/drawing/2014/main" val="4250660070"/>
                    </a:ext>
                  </a:extLst>
                </a:gridCol>
                <a:gridCol w="1069487">
                  <a:extLst>
                    <a:ext uri="{9D8B030D-6E8A-4147-A177-3AD203B41FA5}">
                      <a16:colId xmlns:a16="http://schemas.microsoft.com/office/drawing/2014/main" val="3051390861"/>
                    </a:ext>
                  </a:extLst>
                </a:gridCol>
                <a:gridCol w="1290088">
                  <a:extLst>
                    <a:ext uri="{9D8B030D-6E8A-4147-A177-3AD203B41FA5}">
                      <a16:colId xmlns:a16="http://schemas.microsoft.com/office/drawing/2014/main" val="3959481789"/>
                    </a:ext>
                  </a:extLst>
                </a:gridCol>
              </a:tblGrid>
              <a:tr h="18018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Application</a:t>
                      </a:r>
                    </a:p>
                  </a:txBody>
                  <a:tcPr marL="68580" marR="68580" marT="0" marB="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Incident</a:t>
                      </a:r>
                    </a:p>
                  </a:txBody>
                  <a:tcPr marL="68580" marR="68580" marT="0" marB="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Priority</a:t>
                      </a:r>
                    </a:p>
                  </a:txBody>
                  <a:tcPr marL="68580" marR="68580" marT="0" marB="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Root cause</a:t>
                      </a:r>
                    </a:p>
                  </a:txBody>
                  <a:tcPr marL="68580" marR="68580" marT="0" marB="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Sub-Category</a:t>
                      </a:r>
                    </a:p>
                  </a:txBody>
                  <a:tcPr marL="68580" marR="68580" marT="0" marB="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8779907"/>
                  </a:ext>
                </a:extLst>
              </a:tr>
              <a:tr h="331838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100" b="0" i="0" u="none" strike="noStrike" kern="1200" baseline="0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Blue Chip Application</a:t>
                      </a:r>
                    </a:p>
                  </a:txBody>
                  <a:tcPr marL="68580" marR="68580" marT="0" marB="0"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 b="0" i="0" u="none" strike="noStrike" kern="1200" baseline="0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INC4091742</a:t>
                      </a:r>
                      <a:endParaRPr lang="en-US"/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P2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baseline="0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Infrastructure Monitoring</a:t>
                      </a:r>
                    </a:p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i="0" u="none" strike="noStrike" kern="1200" baseline="0" noProof="0" dirty="0">
                        <a:solidFill>
                          <a:srgbClr val="000000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baseline="0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Server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81532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100" b="0" i="0" u="none" strike="noStrike" kern="1200" baseline="0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Blue Chip National Accounts</a:t>
                      </a:r>
                    </a:p>
                  </a:txBody>
                  <a:tcPr marL="68580" marR="6858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 b="0" i="0" u="none" strike="noStrike" kern="1200" baseline="0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INC4096593</a:t>
                      </a:r>
                      <a:endParaRPr lang="en-US" sz="1100" b="0" i="0" u="none" strike="noStrike" kern="1200" baseline="0" dirty="0">
                        <a:solidFill>
                          <a:srgbClr val="000000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P3</a:t>
                      </a:r>
                    </a:p>
                    <a:p>
                      <a:pPr lvl="0" algn="ctr">
                        <a:buNone/>
                      </a:pPr>
                      <a:endParaRPr lang="en-US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baseline="0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Bad data abend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100" b="0" i="0" u="none" strike="noStrike" kern="1200" baseline="0" noProof="0" dirty="0">
                        <a:solidFill>
                          <a:srgbClr val="000000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baseline="0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Input Data File</a:t>
                      </a: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100" b="0" i="0" u="none" strike="noStrike" kern="1200" baseline="0" noProof="0" dirty="0">
                        <a:solidFill>
                          <a:srgbClr val="000000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9683531"/>
                  </a:ext>
                </a:extLst>
              </a:tr>
            </a:tbl>
          </a:graphicData>
        </a:graphic>
      </p:graphicFrame>
      <p:pic>
        <p:nvPicPr>
          <p:cNvPr id="4" name="Picture 3" descr="A graph of different colored bars&#10;&#10;Description automatically generated">
            <a:extLst>
              <a:ext uri="{FF2B5EF4-FFF2-40B4-BE49-F238E27FC236}">
                <a16:creationId xmlns:a16="http://schemas.microsoft.com/office/drawing/2014/main" id="{72ACFEFD-9B86-DCF8-6013-067FB75204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317" y="1500188"/>
            <a:ext cx="5633117" cy="234478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1B8405D-53A5-E247-CF49-2192DDEA99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260" y="4166130"/>
            <a:ext cx="5659020" cy="2483908"/>
          </a:xfrm>
          <a:prstGeom prst="rect">
            <a:avLst/>
          </a:prstGeom>
        </p:spPr>
      </p:pic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6E869896-AA0F-9B96-C6A9-8CA85D1A19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5252109"/>
              </p:ext>
            </p:extLst>
          </p:nvPr>
        </p:nvGraphicFramePr>
        <p:xfrm>
          <a:off x="6183569" y="2532456"/>
          <a:ext cx="5638317" cy="110609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47317">
                  <a:extLst>
                    <a:ext uri="{9D8B030D-6E8A-4147-A177-3AD203B41FA5}">
                      <a16:colId xmlns:a16="http://schemas.microsoft.com/office/drawing/2014/main" val="1367187992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val="3311004741"/>
                    </a:ext>
                  </a:extLst>
                </a:gridCol>
                <a:gridCol w="783772">
                  <a:extLst>
                    <a:ext uri="{9D8B030D-6E8A-4147-A177-3AD203B41FA5}">
                      <a16:colId xmlns:a16="http://schemas.microsoft.com/office/drawing/2014/main" val="2594789940"/>
                    </a:ext>
                  </a:extLst>
                </a:gridCol>
                <a:gridCol w="1055914">
                  <a:extLst>
                    <a:ext uri="{9D8B030D-6E8A-4147-A177-3AD203B41FA5}">
                      <a16:colId xmlns:a16="http://schemas.microsoft.com/office/drawing/2014/main" val="743560195"/>
                    </a:ext>
                  </a:extLst>
                </a:gridCol>
                <a:gridCol w="1306286">
                  <a:extLst>
                    <a:ext uri="{9D8B030D-6E8A-4147-A177-3AD203B41FA5}">
                      <a16:colId xmlns:a16="http://schemas.microsoft.com/office/drawing/2014/main" val="2775011348"/>
                    </a:ext>
                  </a:extLst>
                </a:gridCol>
              </a:tblGrid>
              <a:tr h="36314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Blue Chip Claims Front End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INC4116774</a:t>
                      </a:r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P3</a:t>
                      </a:r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Database Monitoring</a:t>
                      </a:r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Server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177774480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Blue Chip Application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INC4119774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P3</a:t>
                      </a:r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Batch job delayed</a:t>
                      </a:r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Input Data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528792484"/>
                  </a:ext>
                </a:extLst>
              </a:tr>
              <a:tr h="37465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Blue Chip Application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INC4126093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P3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Infrastructure      Monitoring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Server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970332793"/>
                  </a:ext>
                </a:extLst>
              </a:tr>
            </a:tbl>
          </a:graphicData>
        </a:graphic>
      </p:graphicFrame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B5768364-C1EC-47A6-FCD8-D01A788B41A5}"/>
              </a:ext>
            </a:extLst>
          </p:cNvPr>
          <p:cNvCxnSpPr/>
          <p:nvPr/>
        </p:nvCxnSpPr>
        <p:spPr bwMode="auto">
          <a:xfrm>
            <a:off x="8665029" y="2532456"/>
            <a:ext cx="0" cy="110609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BC95C97E-5B53-838F-BCDF-424760E75D9F}"/>
              </a:ext>
            </a:extLst>
          </p:cNvPr>
          <p:cNvCxnSpPr/>
          <p:nvPr/>
        </p:nvCxnSpPr>
        <p:spPr bwMode="auto">
          <a:xfrm>
            <a:off x="6207845" y="2532456"/>
            <a:ext cx="0" cy="110609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C9429C29-AEB4-8481-EF71-0F9E7C27316C}"/>
              </a:ext>
            </a:extLst>
          </p:cNvPr>
          <p:cNvCxnSpPr/>
          <p:nvPr/>
        </p:nvCxnSpPr>
        <p:spPr bwMode="auto">
          <a:xfrm flipH="1">
            <a:off x="11798531" y="2532456"/>
            <a:ext cx="18152" cy="110609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AA722581-4984-B49A-C706-ECE5B84371D5}"/>
              </a:ext>
            </a:extLst>
          </p:cNvPr>
          <p:cNvCxnSpPr/>
          <p:nvPr/>
        </p:nvCxnSpPr>
        <p:spPr bwMode="auto">
          <a:xfrm>
            <a:off x="6207845" y="3243943"/>
            <a:ext cx="5608838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D63DB595-ABF4-626C-98FC-85BB327ACDBF}"/>
              </a:ext>
            </a:extLst>
          </p:cNvPr>
          <p:cNvCxnSpPr/>
          <p:nvPr/>
        </p:nvCxnSpPr>
        <p:spPr bwMode="auto">
          <a:xfrm>
            <a:off x="6183569" y="3638550"/>
            <a:ext cx="561496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1ACC91DD-0E12-8EDE-8337-1EE02F3F1151}"/>
              </a:ext>
            </a:extLst>
          </p:cNvPr>
          <p:cNvCxnSpPr/>
          <p:nvPr/>
        </p:nvCxnSpPr>
        <p:spPr bwMode="auto">
          <a:xfrm>
            <a:off x="6207845" y="2532456"/>
            <a:ext cx="5608838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518EEBC1-ECDF-10C9-1EC2-AE6741CFD3AF}"/>
              </a:ext>
            </a:extLst>
          </p:cNvPr>
          <p:cNvCxnSpPr/>
          <p:nvPr/>
        </p:nvCxnSpPr>
        <p:spPr bwMode="auto">
          <a:xfrm>
            <a:off x="6189693" y="2884715"/>
            <a:ext cx="5608838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E0BABB10-8EC1-0AB5-2701-EFC79996B533}"/>
              </a:ext>
            </a:extLst>
          </p:cNvPr>
          <p:cNvCxnSpPr/>
          <p:nvPr/>
        </p:nvCxnSpPr>
        <p:spPr bwMode="auto">
          <a:xfrm>
            <a:off x="7630886" y="2532456"/>
            <a:ext cx="0" cy="110609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DABBD13A-9600-2ECB-2439-93ABDA010250}"/>
              </a:ext>
            </a:extLst>
          </p:cNvPr>
          <p:cNvCxnSpPr/>
          <p:nvPr/>
        </p:nvCxnSpPr>
        <p:spPr bwMode="auto">
          <a:xfrm>
            <a:off x="10526486" y="2532456"/>
            <a:ext cx="0" cy="110609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DF84DFAF-E445-D7C7-7030-1141FD6B00C0}"/>
              </a:ext>
            </a:extLst>
          </p:cNvPr>
          <p:cNvCxnSpPr/>
          <p:nvPr/>
        </p:nvCxnSpPr>
        <p:spPr bwMode="auto">
          <a:xfrm>
            <a:off x="9459686" y="2532456"/>
            <a:ext cx="0" cy="110609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3330461-8527-33A3-62E9-1082862711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2430396"/>
              </p:ext>
            </p:extLst>
          </p:nvPr>
        </p:nvGraphicFramePr>
        <p:xfrm>
          <a:off x="6189693" y="3638550"/>
          <a:ext cx="5621307" cy="7493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52078">
                  <a:extLst>
                    <a:ext uri="{9D8B030D-6E8A-4147-A177-3AD203B41FA5}">
                      <a16:colId xmlns:a16="http://schemas.microsoft.com/office/drawing/2014/main" val="1053288815"/>
                    </a:ext>
                  </a:extLst>
                </a:gridCol>
                <a:gridCol w="1034143">
                  <a:extLst>
                    <a:ext uri="{9D8B030D-6E8A-4147-A177-3AD203B41FA5}">
                      <a16:colId xmlns:a16="http://schemas.microsoft.com/office/drawing/2014/main" val="1892816651"/>
                    </a:ext>
                  </a:extLst>
                </a:gridCol>
                <a:gridCol w="794657">
                  <a:extLst>
                    <a:ext uri="{9D8B030D-6E8A-4147-A177-3AD203B41FA5}">
                      <a16:colId xmlns:a16="http://schemas.microsoft.com/office/drawing/2014/main" val="739569078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470704698"/>
                    </a:ext>
                  </a:extLst>
                </a:gridCol>
                <a:gridCol w="1273629">
                  <a:extLst>
                    <a:ext uri="{9D8B030D-6E8A-4147-A177-3AD203B41FA5}">
                      <a16:colId xmlns:a16="http://schemas.microsoft.com/office/drawing/2014/main" val="1402364692"/>
                    </a:ext>
                  </a:extLst>
                </a:gridCol>
              </a:tblGrid>
              <a:tr h="37465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Blue Chip Application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INC4136590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P3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Connectivity Issue</a:t>
                      </a:r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Server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437947609"/>
                  </a:ext>
                </a:extLst>
              </a:tr>
              <a:tr h="37465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Multiple Applications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u="none" strike="noStrike" dirty="0">
                          <a:effectLst/>
                          <a:highlight>
                            <a:srgbClr val="E7F3F4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INC4138642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E7F3F4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u="none" strike="noStrike" dirty="0">
                          <a:effectLst/>
                          <a:highlight>
                            <a:srgbClr val="E7F3F4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E7F3F4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u="none" strike="noStrike" dirty="0">
                          <a:effectLst/>
                          <a:highlight>
                            <a:srgbClr val="E7F3F4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Connectivity Issue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E7F3F4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u="none" strike="noStrike" dirty="0">
                          <a:effectLst/>
                          <a:highlight>
                            <a:srgbClr val="E7F3F4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Server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E7F3F4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917629342"/>
                  </a:ext>
                </a:extLst>
              </a:tr>
            </a:tbl>
          </a:graphicData>
        </a:graphic>
      </p:graphicFrame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BC5812E-BF6E-0B73-CCD1-1E5769C8C0AF}"/>
              </a:ext>
            </a:extLst>
          </p:cNvPr>
          <p:cNvCxnSpPr/>
          <p:nvPr/>
        </p:nvCxnSpPr>
        <p:spPr bwMode="auto">
          <a:xfrm>
            <a:off x="6207845" y="3638550"/>
            <a:ext cx="0" cy="7493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DEEB069-ACC5-AD58-92ED-9540378BC87C}"/>
              </a:ext>
            </a:extLst>
          </p:cNvPr>
          <p:cNvCxnSpPr/>
          <p:nvPr/>
        </p:nvCxnSpPr>
        <p:spPr bwMode="auto">
          <a:xfrm>
            <a:off x="6207845" y="3638550"/>
            <a:ext cx="559068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F79BEF8-E0ED-2675-2867-9AAFFDA50B41}"/>
              </a:ext>
            </a:extLst>
          </p:cNvPr>
          <p:cNvCxnSpPr>
            <a:endCxn id="7" idx="3"/>
          </p:cNvCxnSpPr>
          <p:nvPr/>
        </p:nvCxnSpPr>
        <p:spPr bwMode="auto">
          <a:xfrm>
            <a:off x="6207845" y="4013200"/>
            <a:ext cx="5603155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737BCF9-0B98-DA41-6229-B3F889F5336C}"/>
              </a:ext>
            </a:extLst>
          </p:cNvPr>
          <p:cNvCxnSpPr/>
          <p:nvPr/>
        </p:nvCxnSpPr>
        <p:spPr bwMode="auto">
          <a:xfrm>
            <a:off x="6183569" y="4387850"/>
            <a:ext cx="561496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6241BA9-9958-2AAE-6231-14155E71E4BB}"/>
              </a:ext>
            </a:extLst>
          </p:cNvPr>
          <p:cNvCxnSpPr/>
          <p:nvPr/>
        </p:nvCxnSpPr>
        <p:spPr bwMode="auto">
          <a:xfrm>
            <a:off x="11807607" y="3638550"/>
            <a:ext cx="0" cy="7493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83154B9-8C8B-7750-AE60-9704DCB5C108}"/>
              </a:ext>
            </a:extLst>
          </p:cNvPr>
          <p:cNvCxnSpPr/>
          <p:nvPr/>
        </p:nvCxnSpPr>
        <p:spPr bwMode="auto">
          <a:xfrm>
            <a:off x="7630886" y="3638550"/>
            <a:ext cx="0" cy="7493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E619E2D-E4E4-5923-FE6A-ECC23029F9AE}"/>
              </a:ext>
            </a:extLst>
          </p:cNvPr>
          <p:cNvCxnSpPr/>
          <p:nvPr/>
        </p:nvCxnSpPr>
        <p:spPr bwMode="auto">
          <a:xfrm>
            <a:off x="8665029" y="3638550"/>
            <a:ext cx="0" cy="7493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3FAAA22-1A15-1471-CF63-315949995E22}"/>
              </a:ext>
            </a:extLst>
          </p:cNvPr>
          <p:cNvCxnSpPr/>
          <p:nvPr/>
        </p:nvCxnSpPr>
        <p:spPr bwMode="auto">
          <a:xfrm>
            <a:off x="9459686" y="3638550"/>
            <a:ext cx="0" cy="7493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996B748-3F07-1B77-973C-A0A4753D94DB}"/>
              </a:ext>
            </a:extLst>
          </p:cNvPr>
          <p:cNvCxnSpPr/>
          <p:nvPr/>
        </p:nvCxnSpPr>
        <p:spPr bwMode="auto">
          <a:xfrm>
            <a:off x="10526486" y="3638550"/>
            <a:ext cx="0" cy="7493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34753561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47A8F-501F-D835-0669-56A08D147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1051FEE-F05E-805D-8B8A-605C074B29F2}"/>
              </a:ext>
            </a:extLst>
          </p:cNvPr>
          <p:cNvSpPr/>
          <p:nvPr/>
        </p:nvSpPr>
        <p:spPr>
          <a:xfrm>
            <a:off x="559923" y="438273"/>
            <a:ext cx="6337487" cy="36933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defRPr sz="1800" b="1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r>
              <a:rPr lang="en-US" b="1">
                <a:solidFill>
                  <a:sysClr val="windowText" lastClr="000000"/>
                </a:solidFill>
                <a:latin typeface="Arial"/>
              </a:rPr>
              <a:t> P2/P3 -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Technical Bridges </a:t>
            </a:r>
            <a:r>
              <a:rPr lang="en-US" b="1">
                <a:solidFill>
                  <a:sysClr val="windowText" lastClr="000000"/>
                </a:solidFill>
                <a:latin typeface="Arial"/>
              </a:rPr>
              <a:t>(</a:t>
            </a:r>
            <a:r>
              <a:rPr lang="en-US">
                <a:solidFill>
                  <a:sysClr val="windowText" lastClr="000000"/>
                </a:solidFill>
                <a:ea typeface="+mn-lt"/>
                <a:cs typeface="+mn-lt"/>
              </a:rPr>
              <a:t>05/13 - 05/19</a:t>
            </a:r>
            <a:r>
              <a:rPr lang="en-US" b="1">
                <a:solidFill>
                  <a:sysClr val="windowText" lastClr="000000"/>
                </a:solidFill>
                <a:latin typeface="Arial"/>
              </a:rPr>
              <a:t>)</a:t>
            </a:r>
            <a:endParaRPr lang="en-US">
              <a:solidFill>
                <a:sysClr val="windowText" lastClr="000000"/>
              </a:solidFill>
              <a:ea typeface="+mn-ea"/>
              <a:cs typeface="+mn-cs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6555FA9-1EE5-3422-64E7-682903E827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3712714"/>
              </p:ext>
            </p:extLst>
          </p:nvPr>
        </p:nvGraphicFramePr>
        <p:xfrm>
          <a:off x="217728" y="1117416"/>
          <a:ext cx="11566370" cy="45386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54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238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5904">
                  <a:extLst>
                    <a:ext uri="{9D8B030D-6E8A-4147-A177-3AD203B41FA5}">
                      <a16:colId xmlns:a16="http://schemas.microsoft.com/office/drawing/2014/main" val="2527302685"/>
                    </a:ext>
                  </a:extLst>
                </a:gridCol>
                <a:gridCol w="20972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13836">
                  <a:extLst>
                    <a:ext uri="{9D8B030D-6E8A-4147-A177-3AD203B41FA5}">
                      <a16:colId xmlns:a16="http://schemas.microsoft.com/office/drawing/2014/main" val="2370214827"/>
                    </a:ext>
                  </a:extLst>
                </a:gridCol>
              </a:tblGrid>
              <a:tr h="443552"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/>
                          </a:solidFill>
                        </a:rPr>
                        <a:t>Portfolio, Incident &amp; Application</a:t>
                      </a:r>
                    </a:p>
                  </a:txBody>
                  <a:tcPr marL="92354" marR="923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Issue, Resolution Actions</a:t>
                      </a:r>
                    </a:p>
                  </a:txBody>
                  <a:tcPr marL="92354" marR="923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Impact / Recommendations / Preventive Actions </a:t>
                      </a:r>
                    </a:p>
                  </a:txBody>
                  <a:tcPr marL="92354" marR="923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Root Cause &amp; Subcategory</a:t>
                      </a:r>
                    </a:p>
                  </a:txBody>
                  <a:tcPr marL="92354" marR="923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Action Owners</a:t>
                      </a:r>
                    </a:p>
                  </a:txBody>
                  <a:tcPr marL="92354" marR="923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77182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</a:rPr>
                        <a:t>Claims</a:t>
                      </a: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</a:rPr>
                        <a:t>Blue Chip Application</a:t>
                      </a: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</a:rPr>
                        <a:t>INC4091742– 05/15/2024</a:t>
                      </a:r>
                      <a:endParaRPr lang="en-US"/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dk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100" b="0" i="0" u="none" strike="noStrike" kern="120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Issue</a:t>
                      </a:r>
                      <a:r>
                        <a:rPr lang="en-US" sz="12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: </a:t>
                      </a:r>
                      <a:r>
                        <a:rPr lang="en-US" sz="1050" b="0" i="0" u="none" strike="noStrike" kern="1200" noProof="0" dirty="0">
                          <a:solidFill>
                            <a:schemeClr val="tx1"/>
                          </a:solidFill>
                          <a:effectLst/>
                        </a:rPr>
                        <a:t>Blue Chip Application - Unable to Process Claims; Caused by Cotiviti Application Server - Partial Outage</a:t>
                      </a:r>
                      <a:endParaRPr lang="en-US" sz="105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12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Root Cause:</a:t>
                      </a:r>
                      <a:r>
                        <a:rPr lang="en-US" sz="12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 Cotiviti Application Server not reachable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Resolution</a:t>
                      </a:r>
                      <a:r>
                        <a:rPr lang="en-US" sz="12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: Restarted Cotiviti HCSC Application Server's , issue got resolved.</a:t>
                      </a:r>
                      <a:endParaRPr lang="en-US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Impact</a:t>
                      </a:r>
                      <a:r>
                        <a:rPr lang="en-US" sz="12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: User Session got impacted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="1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Recommendations: </a:t>
                      </a:r>
                      <a:r>
                        <a:rPr lang="en-US" sz="12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 Debrief requested to identify the root cause, scheduled on 05/</a:t>
                      </a:r>
                      <a:endParaRPr lang="en-US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Root Cause</a:t>
                      </a:r>
                      <a:r>
                        <a:rPr lang="en-US" sz="12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:  Infrastructure Monitoring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Subcategory</a:t>
                      </a:r>
                      <a:r>
                        <a:rPr lang="en-US" sz="12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:  Server</a:t>
                      </a:r>
                      <a:endParaRPr lang="en-US" sz="11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noProof="0">
                          <a:solidFill>
                            <a:schemeClr val="dk1"/>
                          </a:solidFill>
                          <a:latin typeface="Calibri"/>
                        </a:rPr>
                        <a:t>Cotiviti - Vendor</a:t>
                      </a:r>
                    </a:p>
                  </a:txBody>
                  <a:tcPr marL="9524" marR="9524" marT="952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3638851"/>
                  </a:ext>
                </a:extLst>
              </a:tr>
              <a:tr h="2017886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</a:rPr>
                        <a:t>Claims</a:t>
                      </a:r>
                      <a:endParaRPr lang="en-US" dirty="0"/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</a:rPr>
                        <a:t>Blue Chip National Accounts</a:t>
                      </a:r>
                      <a:endParaRPr lang="en-US" dirty="0"/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</a:rPr>
                        <a:t>INC4096593– 05/17/2024</a:t>
                      </a:r>
                      <a:endParaRPr lang="en-US" dirty="0"/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dk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1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Issue</a:t>
                      </a:r>
                      <a:r>
                        <a:rPr lang="en-US" sz="12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: </a:t>
                      </a:r>
                      <a:r>
                        <a:rPr lang="en-US" sz="105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Blue Chip National Accounts - Critical Batch Job NAD01BTH Abended - Caused By Bad Records - Proactive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="1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Root Cause: D</a:t>
                      </a:r>
                      <a:r>
                        <a:rPr lang="en-US" sz="1200" b="0" i="0" u="none" strike="noStrike" kern="1200" noProof="0" dirty="0">
                          <a:solidFill>
                            <a:schemeClr val="tx1"/>
                          </a:solidFill>
                          <a:effectLst/>
                        </a:rPr>
                        <a:t>ue to multiple bad records.</a:t>
                      </a:r>
                      <a:endParaRPr lang="en-US" sz="11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="1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Resolution</a:t>
                      </a:r>
                      <a:r>
                        <a:rPr lang="en-US" sz="12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:  R</a:t>
                      </a:r>
                      <a:r>
                        <a:rPr lang="en-US" sz="1200" b="0" i="0" u="none" strike="noStrike" kern="1200" noProof="0" dirty="0">
                          <a:solidFill>
                            <a:schemeClr val="tx1"/>
                          </a:solidFill>
                          <a:effectLst/>
                        </a:rPr>
                        <a:t>emoved all bad records which were starting with the SCCF number 3112023.</a:t>
                      </a:r>
                      <a:endParaRPr lang="en-US" sz="11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Impact</a:t>
                      </a:r>
                      <a:r>
                        <a:rPr lang="en-US" sz="12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:  </a:t>
                      </a:r>
                      <a:r>
                        <a:rPr lang="en-US" sz="105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Format Database critical path and Medicare Advantage PPO reports delayed.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="1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Recommendations:  </a:t>
                      </a:r>
                      <a:r>
                        <a:rPr lang="en-US" sz="105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Team shared the bad records to business and have them submitted to be re-processed following a validation.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kern="1200" noProof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Root Cause</a:t>
                      </a:r>
                      <a:r>
                        <a:rPr lang="en-US" sz="1200" b="0" i="0" u="none" strike="noStrike" kern="1200" noProof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:  </a:t>
                      </a:r>
                      <a:r>
                        <a:rPr lang="en-US" sz="1050" b="0" i="0" u="none" strike="noStrike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Bad data abend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="0" i="0" u="none" strike="noStrike" kern="1200" noProof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kern="1200" noProof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Subcategory</a:t>
                      </a:r>
                      <a:r>
                        <a:rPr lang="en-US" sz="1200" b="0" i="0" u="none" strike="noStrike" kern="1200" noProof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:  Input Data File</a:t>
                      </a:r>
                      <a:endParaRPr lang="en-US" sz="1100" b="0" i="0" u="none" strike="noStrike" kern="1200" noProof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="0" i="0" u="none" strike="noStrike" kern="1200" noProof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noProof="0" dirty="0">
                          <a:solidFill>
                            <a:schemeClr val="dk1"/>
                          </a:solidFill>
                          <a:latin typeface="Calibri"/>
                        </a:rPr>
                        <a:t>Provider/Business</a:t>
                      </a:r>
                    </a:p>
                  </a:txBody>
                  <a:tcPr marL="9524" marR="9524" marT="952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09683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47956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47A8F-501F-D835-0669-56A08D147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1051FEE-F05E-805D-8B8A-605C074B29F2}"/>
              </a:ext>
            </a:extLst>
          </p:cNvPr>
          <p:cNvSpPr/>
          <p:nvPr/>
        </p:nvSpPr>
        <p:spPr>
          <a:xfrm>
            <a:off x="559923" y="438273"/>
            <a:ext cx="6337487" cy="36933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defRPr sz="1800" b="1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r>
              <a:rPr lang="en-US" b="1" dirty="0">
                <a:solidFill>
                  <a:sysClr val="windowText" lastClr="000000"/>
                </a:solidFill>
                <a:latin typeface="Arial"/>
              </a:rPr>
              <a:t> P2/P3 -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Technical Bridges </a:t>
            </a:r>
            <a:r>
              <a:rPr lang="en-US" b="1" dirty="0">
                <a:solidFill>
                  <a:sysClr val="windowText" lastClr="000000"/>
                </a:solidFill>
                <a:latin typeface="Arial"/>
              </a:rPr>
              <a:t>(</a:t>
            </a:r>
            <a:r>
              <a:rPr lang="en-US" dirty="0">
                <a:solidFill>
                  <a:sysClr val="windowText" lastClr="000000"/>
                </a:solidFill>
                <a:ea typeface="+mn-lt"/>
                <a:cs typeface="+mn-lt"/>
              </a:rPr>
              <a:t>05/20 - 05/26</a:t>
            </a:r>
            <a:r>
              <a:rPr lang="en-US" b="1" dirty="0">
                <a:solidFill>
                  <a:sysClr val="windowText" lastClr="000000"/>
                </a:solidFill>
                <a:latin typeface="Arial"/>
              </a:rPr>
              <a:t>)</a:t>
            </a:r>
            <a:endParaRPr lang="en-US" dirty="0">
              <a:solidFill>
                <a:sysClr val="windowText" lastClr="000000"/>
              </a:solidFill>
              <a:ea typeface="+mn-ea"/>
              <a:cs typeface="+mn-cs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6555FA9-1EE5-3422-64E7-682903E827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4847464"/>
              </p:ext>
            </p:extLst>
          </p:nvPr>
        </p:nvGraphicFramePr>
        <p:xfrm>
          <a:off x="217728" y="1117416"/>
          <a:ext cx="11566370" cy="45386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54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238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5904">
                  <a:extLst>
                    <a:ext uri="{9D8B030D-6E8A-4147-A177-3AD203B41FA5}">
                      <a16:colId xmlns:a16="http://schemas.microsoft.com/office/drawing/2014/main" val="2527302685"/>
                    </a:ext>
                  </a:extLst>
                </a:gridCol>
                <a:gridCol w="20972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13836">
                  <a:extLst>
                    <a:ext uri="{9D8B030D-6E8A-4147-A177-3AD203B41FA5}">
                      <a16:colId xmlns:a16="http://schemas.microsoft.com/office/drawing/2014/main" val="2370214827"/>
                    </a:ext>
                  </a:extLst>
                </a:gridCol>
              </a:tblGrid>
              <a:tr h="443552"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/>
                          </a:solidFill>
                        </a:rPr>
                        <a:t>Portfolio, Incident &amp; Application</a:t>
                      </a:r>
                    </a:p>
                  </a:txBody>
                  <a:tcPr marL="92354" marR="923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Issue, Resolution Actions</a:t>
                      </a:r>
                    </a:p>
                  </a:txBody>
                  <a:tcPr marL="92354" marR="923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Impact / Recommendations / Preventive Actions </a:t>
                      </a:r>
                    </a:p>
                  </a:txBody>
                  <a:tcPr marL="92354" marR="923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Root Cause &amp; Subcategory</a:t>
                      </a:r>
                    </a:p>
                  </a:txBody>
                  <a:tcPr marL="92354" marR="923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Action Owners</a:t>
                      </a:r>
                    </a:p>
                  </a:txBody>
                  <a:tcPr marL="92354" marR="923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77182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</a:rPr>
                        <a:t>Claims</a:t>
                      </a: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</a:rPr>
                        <a:t>Blue Chip Claims Front End</a:t>
                      </a: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INC4116774</a:t>
                      </a:r>
                      <a:r>
                        <a:rPr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</a:rPr>
                        <a:t>– 05/23/2024</a:t>
                      </a:r>
                      <a:endParaRPr lang="en-US" dirty="0"/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dk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1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Issue</a:t>
                      </a:r>
                      <a:r>
                        <a:rPr lang="en-US" sz="12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: </a:t>
                      </a:r>
                      <a:r>
                        <a:rPr lang="en-US" sz="1050" b="0" i="0" u="none" strike="noStrike" kern="1200" noProof="0" dirty="0">
                          <a:solidFill>
                            <a:schemeClr val="tx1"/>
                          </a:solidFill>
                          <a:effectLst/>
                        </a:rPr>
                        <a:t>Blue Chip Claims Front End - </a:t>
                      </a:r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 Claims gone into suspension queue (MQFP1QM1: RTML.PROD.PREMDB.SUS) - Proactive</a:t>
                      </a:r>
                      <a:endParaRPr lang="en-US" sz="105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12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Root Cause:</a:t>
                      </a:r>
                      <a:r>
                        <a:rPr lang="en-US" sz="12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 Yet to be identified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Resolution</a:t>
                      </a:r>
                      <a:r>
                        <a:rPr lang="en-US" sz="12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: Reported SCCF were reintroduced and processed as expected by running the batch jobs</a:t>
                      </a:r>
                      <a:endParaRPr lang="en-US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Impact</a:t>
                      </a:r>
                      <a:r>
                        <a:rPr lang="en-US" sz="12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: Claims processing got delayed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="1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Recommendations: </a:t>
                      </a:r>
                      <a:r>
                        <a:rPr lang="en-US" sz="12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 Debrief requested to identify the root cause.</a:t>
                      </a:r>
                      <a:endParaRPr lang="en-US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Root Cause</a:t>
                      </a:r>
                      <a:r>
                        <a:rPr lang="en-US" sz="12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:  Database Monitoring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Subcategory</a:t>
                      </a:r>
                      <a:r>
                        <a:rPr lang="en-US" sz="12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:  Server</a:t>
                      </a:r>
                      <a:endParaRPr lang="en-US" sz="11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noProof="0" dirty="0">
                          <a:solidFill>
                            <a:schemeClr val="dk1"/>
                          </a:solidFill>
                          <a:latin typeface="Calibri"/>
                        </a:rPr>
                        <a:t>Business</a:t>
                      </a:r>
                    </a:p>
                  </a:txBody>
                  <a:tcPr marL="9524" marR="9524" marT="952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3638851"/>
                  </a:ext>
                </a:extLst>
              </a:tr>
              <a:tr h="2017886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</a:rPr>
                        <a:t>Claims</a:t>
                      </a:r>
                      <a:endParaRPr lang="en-US" dirty="0"/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</a:rPr>
                        <a:t>Blue Chip Application</a:t>
                      </a:r>
                      <a:endParaRPr lang="en-US" dirty="0"/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</a:rPr>
                        <a:t>INC4119774– 05/25/2024</a:t>
                      </a:r>
                      <a:endParaRPr lang="en-US" dirty="0"/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dk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1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Issue</a:t>
                      </a:r>
                      <a:r>
                        <a:rPr lang="en-US" sz="11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: </a:t>
                      </a:r>
                      <a:r>
                        <a:rPr lang="en-US" sz="105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Multiple Applications - </a:t>
                      </a:r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Premier Pricing Down and Errors When Processing Claims; Caused by Large Data Migration - Partial Outage</a:t>
                      </a:r>
                      <a:endParaRPr lang="en-US" sz="1050" b="1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="1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Root Cause: </a:t>
                      </a:r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193,000 NCD records were included as part of data migration which resulted delay in nightly pricing batch cycle completion</a:t>
                      </a:r>
                      <a:endParaRPr lang="en-US" sz="105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="1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Resolution</a:t>
                      </a:r>
                      <a:r>
                        <a:rPr lang="en-US" sz="12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:  Issue was  restored when all the pricing JVMs came up successfully</a:t>
                      </a:r>
                      <a:endParaRPr lang="en-US" sz="11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Impact</a:t>
                      </a:r>
                      <a:r>
                        <a:rPr lang="en-US" sz="12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:  </a:t>
                      </a:r>
                      <a:r>
                        <a:rPr lang="en-US" sz="105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Users were unable to process claims in Blue Chip Application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="1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Recommendations:  </a:t>
                      </a:r>
                      <a:r>
                        <a:rPr lang="en-US" sz="105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Team is investigating to </a:t>
                      </a:r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identify why such a large number of records was marked for data migration.</a:t>
                      </a:r>
                      <a:endParaRPr lang="en-US" sz="105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Root Cause</a:t>
                      </a:r>
                      <a:r>
                        <a:rPr lang="en-US" sz="12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:  </a:t>
                      </a:r>
                      <a:r>
                        <a:rPr lang="en-US" sz="105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Batch job delayed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Subcategory</a:t>
                      </a:r>
                      <a:r>
                        <a:rPr lang="en-US" sz="12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:  Input Data</a:t>
                      </a:r>
                      <a:endParaRPr lang="en-US" sz="11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noProof="0" dirty="0">
                          <a:solidFill>
                            <a:schemeClr val="dk1"/>
                          </a:solidFill>
                          <a:latin typeface="Calibri"/>
                        </a:rPr>
                        <a:t>Provider/Business</a:t>
                      </a:r>
                    </a:p>
                  </a:txBody>
                  <a:tcPr marL="9524" marR="9524" marT="952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09683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67822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47A8F-501F-D835-0669-56A08D147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1051FEE-F05E-805D-8B8A-605C074B29F2}"/>
              </a:ext>
            </a:extLst>
          </p:cNvPr>
          <p:cNvSpPr/>
          <p:nvPr/>
        </p:nvSpPr>
        <p:spPr>
          <a:xfrm>
            <a:off x="559923" y="438273"/>
            <a:ext cx="6337487" cy="36933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defRPr sz="1800" b="1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r>
              <a:rPr lang="en-US" b="1" dirty="0">
                <a:solidFill>
                  <a:sysClr val="windowText" lastClr="000000"/>
                </a:solidFill>
                <a:latin typeface="Arial"/>
              </a:rPr>
              <a:t> P2/P3 -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Technical Bridges </a:t>
            </a:r>
            <a:r>
              <a:rPr lang="en-US" b="1" dirty="0">
                <a:solidFill>
                  <a:sysClr val="windowText" lastClr="000000"/>
                </a:solidFill>
                <a:latin typeface="Arial"/>
              </a:rPr>
              <a:t>(</a:t>
            </a:r>
            <a:r>
              <a:rPr lang="en-US" dirty="0">
                <a:solidFill>
                  <a:sysClr val="windowText" lastClr="000000"/>
                </a:solidFill>
                <a:ea typeface="+mn-lt"/>
                <a:cs typeface="+mn-lt"/>
              </a:rPr>
              <a:t>05/27 - 06/02</a:t>
            </a:r>
            <a:r>
              <a:rPr lang="en-US" b="1" dirty="0">
                <a:solidFill>
                  <a:sysClr val="windowText" lastClr="000000"/>
                </a:solidFill>
                <a:latin typeface="Arial"/>
              </a:rPr>
              <a:t>)</a:t>
            </a:r>
            <a:endParaRPr lang="en-US" dirty="0">
              <a:solidFill>
                <a:sysClr val="windowText" lastClr="000000"/>
              </a:solidFill>
              <a:ea typeface="+mn-ea"/>
              <a:cs typeface="+mn-cs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6555FA9-1EE5-3422-64E7-682903E827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5908369"/>
              </p:ext>
            </p:extLst>
          </p:nvPr>
        </p:nvGraphicFramePr>
        <p:xfrm>
          <a:off x="217728" y="1117416"/>
          <a:ext cx="11566370" cy="45386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54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238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5904">
                  <a:extLst>
                    <a:ext uri="{9D8B030D-6E8A-4147-A177-3AD203B41FA5}">
                      <a16:colId xmlns:a16="http://schemas.microsoft.com/office/drawing/2014/main" val="2527302685"/>
                    </a:ext>
                  </a:extLst>
                </a:gridCol>
                <a:gridCol w="20972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13836">
                  <a:extLst>
                    <a:ext uri="{9D8B030D-6E8A-4147-A177-3AD203B41FA5}">
                      <a16:colId xmlns:a16="http://schemas.microsoft.com/office/drawing/2014/main" val="2370214827"/>
                    </a:ext>
                  </a:extLst>
                </a:gridCol>
              </a:tblGrid>
              <a:tr h="443552"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/>
                          </a:solidFill>
                        </a:rPr>
                        <a:t>Portfolio, Incident &amp; Application</a:t>
                      </a:r>
                    </a:p>
                  </a:txBody>
                  <a:tcPr marL="92354" marR="923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Issue, Resolution Actions</a:t>
                      </a:r>
                    </a:p>
                  </a:txBody>
                  <a:tcPr marL="92354" marR="923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Impact / Recommendations / Preventive Actions </a:t>
                      </a:r>
                    </a:p>
                  </a:txBody>
                  <a:tcPr marL="92354" marR="923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Root Cause &amp; Subcategory</a:t>
                      </a:r>
                    </a:p>
                  </a:txBody>
                  <a:tcPr marL="92354" marR="923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Action Owners</a:t>
                      </a:r>
                    </a:p>
                  </a:txBody>
                  <a:tcPr marL="92354" marR="923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77182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</a:rPr>
                        <a:t>Claims</a:t>
                      </a: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Blue Chip Application</a:t>
                      </a: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INC4126093</a:t>
                      </a:r>
                      <a:r>
                        <a:rPr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– 05/29/2024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dirty="0"/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dk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1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Issue</a:t>
                      </a:r>
                      <a:r>
                        <a:rPr lang="en-US" sz="12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: </a:t>
                      </a:r>
                      <a:r>
                        <a:rPr lang="en-US" sz="11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Blue Chip Application : Multiple Critical Batch Jobs Running Post Holiday Weekend 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1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12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Root Cause:</a:t>
                      </a:r>
                      <a:r>
                        <a:rPr lang="en-US" sz="12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 Due to Long weekend batch run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Resolution</a:t>
                      </a:r>
                      <a:r>
                        <a:rPr lang="en-US" sz="12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: All Critical paths completed successfully without delay</a:t>
                      </a:r>
                      <a:endParaRPr lang="en-US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Impact</a:t>
                      </a:r>
                      <a:r>
                        <a:rPr lang="en-US" sz="12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: No Business impact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="1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Recommendations: </a:t>
                      </a:r>
                      <a:r>
                        <a:rPr lang="en-US" sz="12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 No Further actions</a:t>
                      </a:r>
                      <a:endParaRPr lang="en-US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Root Cause</a:t>
                      </a:r>
                      <a:r>
                        <a:rPr lang="en-US" sz="12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:  Infrastructure Monitoring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Subcategory</a:t>
                      </a:r>
                      <a:r>
                        <a:rPr lang="en-US" sz="12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:  Server</a:t>
                      </a:r>
                      <a:endParaRPr lang="en-US" sz="11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noProof="0" dirty="0">
                          <a:solidFill>
                            <a:schemeClr val="dk1"/>
                          </a:solidFill>
                          <a:latin typeface="Calibri"/>
                        </a:rPr>
                        <a:t>Business</a:t>
                      </a:r>
                    </a:p>
                  </a:txBody>
                  <a:tcPr marL="9524" marR="9524" marT="952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3638851"/>
                  </a:ext>
                </a:extLst>
              </a:tr>
              <a:tr h="2017886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</a:rPr>
                        <a:t>Claims</a:t>
                      </a:r>
                      <a:endParaRPr lang="en-US" dirty="0"/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</a:rPr>
                        <a:t>Blue Chip Application</a:t>
                      </a:r>
                      <a:endParaRPr lang="en-US" dirty="0"/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</a:rPr>
                        <a:t>INC4136590– 06/01/2024</a:t>
                      </a:r>
                      <a:endParaRPr lang="en-US" dirty="0"/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dk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1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Issue</a:t>
                      </a:r>
                      <a:r>
                        <a:rPr lang="en-US" sz="11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: </a:t>
                      </a:r>
                      <a:r>
                        <a:rPr lang="en-US" sz="105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Blue Chip Application- </a:t>
                      </a:r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Multiple users received TCH00999 and MQLBMHCK – No Msg from MQ  errors in Blue Chip Application</a:t>
                      </a:r>
                      <a:endParaRPr lang="en-US" sz="1050" b="1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="1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Root Cause: </a:t>
                      </a:r>
                      <a:r>
                        <a:rPr lang="en-US" sz="12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HTTP</a:t>
                      </a:r>
                      <a:r>
                        <a:rPr lang="en-US" sz="12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 </a:t>
                      </a:r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Connectivity errors between HCSC and Avalon vendor which caused users unable to process claims in Blue Chip Application</a:t>
                      </a:r>
                      <a:endParaRPr lang="en-US" sz="105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="1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Resolution</a:t>
                      </a:r>
                      <a:r>
                        <a:rPr lang="en-US" sz="12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:  Issue was restored when mulesoft team performed restart of esb-prod-claim2 service.</a:t>
                      </a:r>
                      <a:endParaRPr lang="en-US" sz="11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Impact</a:t>
                      </a:r>
                      <a:r>
                        <a:rPr lang="en-US" sz="12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:  </a:t>
                      </a:r>
                      <a:r>
                        <a:rPr lang="en-US" sz="105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Users were unable to process claims in Blue Chip Application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="1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Recommendations: </a:t>
                      </a:r>
                      <a:r>
                        <a:rPr lang="en-US" sz="12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Team is investigating in the CAT tool on why users unable to path through the error prompt whereas through CAT tool users were able to path through the error prompt   </a:t>
                      </a:r>
                      <a:endParaRPr lang="en-US" sz="105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Root Cause</a:t>
                      </a:r>
                      <a:r>
                        <a:rPr lang="en-US" sz="12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:  </a:t>
                      </a:r>
                      <a:r>
                        <a:rPr lang="en-US" sz="105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Connectivity Issue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Subcategory</a:t>
                      </a:r>
                      <a:r>
                        <a:rPr lang="en-US" sz="12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:  Server</a:t>
                      </a:r>
                      <a:endParaRPr lang="en-US" sz="11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noProof="0" dirty="0">
                          <a:solidFill>
                            <a:schemeClr val="dk1"/>
                          </a:solidFill>
                          <a:latin typeface="Calibri"/>
                        </a:rPr>
                        <a:t>Business</a:t>
                      </a:r>
                    </a:p>
                  </a:txBody>
                  <a:tcPr marL="9524" marR="9524" marT="952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09683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62148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47A8F-501F-D835-0669-56A08D147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1051FEE-F05E-805D-8B8A-605C074B29F2}"/>
              </a:ext>
            </a:extLst>
          </p:cNvPr>
          <p:cNvSpPr/>
          <p:nvPr/>
        </p:nvSpPr>
        <p:spPr>
          <a:xfrm>
            <a:off x="559923" y="438273"/>
            <a:ext cx="6337487" cy="36933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defRPr sz="1800" b="1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r>
              <a:rPr lang="en-US" b="1" dirty="0">
                <a:solidFill>
                  <a:sysClr val="windowText" lastClr="000000"/>
                </a:solidFill>
                <a:latin typeface="Arial"/>
              </a:rPr>
              <a:t> P2/P3 -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Technical Bridges </a:t>
            </a:r>
            <a:r>
              <a:rPr lang="en-US" b="1" dirty="0">
                <a:solidFill>
                  <a:sysClr val="windowText" lastClr="000000"/>
                </a:solidFill>
                <a:latin typeface="Arial"/>
              </a:rPr>
              <a:t>(</a:t>
            </a:r>
            <a:r>
              <a:rPr lang="en-US" dirty="0">
                <a:solidFill>
                  <a:sysClr val="windowText" lastClr="000000"/>
                </a:solidFill>
                <a:ea typeface="+mn-lt"/>
                <a:cs typeface="+mn-lt"/>
              </a:rPr>
              <a:t>05/27 - 06/02</a:t>
            </a:r>
            <a:r>
              <a:rPr lang="en-US" b="1" dirty="0">
                <a:solidFill>
                  <a:sysClr val="windowText" lastClr="000000"/>
                </a:solidFill>
                <a:latin typeface="Arial"/>
              </a:rPr>
              <a:t>) </a:t>
            </a:r>
            <a:endParaRPr lang="en-US" dirty="0">
              <a:solidFill>
                <a:sysClr val="windowText" lastClr="000000"/>
              </a:solidFill>
              <a:ea typeface="+mn-ea"/>
              <a:cs typeface="+mn-cs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6555FA9-1EE5-3422-64E7-682903E827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8887627"/>
              </p:ext>
            </p:extLst>
          </p:nvPr>
        </p:nvGraphicFramePr>
        <p:xfrm>
          <a:off x="217728" y="1117416"/>
          <a:ext cx="11566370" cy="25207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54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238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5904">
                  <a:extLst>
                    <a:ext uri="{9D8B030D-6E8A-4147-A177-3AD203B41FA5}">
                      <a16:colId xmlns:a16="http://schemas.microsoft.com/office/drawing/2014/main" val="2527302685"/>
                    </a:ext>
                  </a:extLst>
                </a:gridCol>
                <a:gridCol w="20972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13836">
                  <a:extLst>
                    <a:ext uri="{9D8B030D-6E8A-4147-A177-3AD203B41FA5}">
                      <a16:colId xmlns:a16="http://schemas.microsoft.com/office/drawing/2014/main" val="2370214827"/>
                    </a:ext>
                  </a:extLst>
                </a:gridCol>
              </a:tblGrid>
              <a:tr h="443552"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Portfolio, Incident &amp; Application</a:t>
                      </a:r>
                    </a:p>
                  </a:txBody>
                  <a:tcPr marL="92354" marR="923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Issue, Resolution Actions</a:t>
                      </a:r>
                    </a:p>
                  </a:txBody>
                  <a:tcPr marL="92354" marR="923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Impact / Recommendations / Preventive Actions </a:t>
                      </a:r>
                    </a:p>
                  </a:txBody>
                  <a:tcPr marL="92354" marR="923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Root Cause &amp; Subcategory</a:t>
                      </a:r>
                    </a:p>
                  </a:txBody>
                  <a:tcPr marL="92354" marR="923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Action Owners</a:t>
                      </a:r>
                    </a:p>
                  </a:txBody>
                  <a:tcPr marL="92354" marR="923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77182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</a:rPr>
                        <a:t>Claims</a:t>
                      </a: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</a:rPr>
                        <a:t>COB Solutions</a:t>
                      </a: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INC4138642</a:t>
                      </a:r>
                      <a:r>
                        <a:rPr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</a:rPr>
                        <a:t>– 06/02/2024</a:t>
                      </a:r>
                      <a:endParaRPr lang="en-US" dirty="0"/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dk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1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Issue</a:t>
                      </a:r>
                      <a:r>
                        <a:rPr lang="en-US" sz="12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: </a:t>
                      </a:r>
                      <a:r>
                        <a:rPr lang="en-US" sz="1200" b="0" i="0" u="none" strike="noStrike" kern="1200" noProof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Multiple Applications</a:t>
                      </a:r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: COB Solutions, RTIS and Blue Chip Claims Front End were getting connection refused when connecting to ZOSAYS on port 2044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1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12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Root Cause:</a:t>
                      </a:r>
                      <a:r>
                        <a:rPr lang="en-US" sz="12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 Caused by this CHG0705614.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Resolution</a:t>
                      </a:r>
                      <a:r>
                        <a:rPr lang="en-US" sz="12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: Backed out of the CHG0705614 which had restored the issue.</a:t>
                      </a:r>
                      <a:endParaRPr lang="en-US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Impact</a:t>
                      </a:r>
                      <a:r>
                        <a:rPr lang="en-US" sz="12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: No Business impact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="1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Recommendations: </a:t>
                      </a:r>
                      <a:r>
                        <a:rPr lang="en-US" sz="12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 IBM had collected the logs to analyze why new connection profile did not affect as intended.</a:t>
                      </a:r>
                      <a:endParaRPr lang="en-US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Root Cause</a:t>
                      </a:r>
                      <a:r>
                        <a:rPr lang="en-US" sz="12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: Connectivity Issue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Subcategory</a:t>
                      </a:r>
                      <a:r>
                        <a:rPr lang="en-US" sz="12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:  Server</a:t>
                      </a:r>
                      <a:endParaRPr lang="en-US" sz="11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noProof="0" dirty="0">
                          <a:solidFill>
                            <a:schemeClr val="dk1"/>
                          </a:solidFill>
                          <a:latin typeface="Calibri"/>
                        </a:rPr>
                        <a:t>Business</a:t>
                      </a:r>
                    </a:p>
                  </a:txBody>
                  <a:tcPr marL="9524" marR="9524" marT="952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36388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201680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TxkM_WtTOGnz5dZtQcSsQ"/>
</p:tagLst>
</file>

<file path=ppt/theme/theme1.xml><?xml version="1.0" encoding="utf-8"?>
<a:theme xmlns:a="http://schemas.openxmlformats.org/drawingml/2006/main" name="HCSC template (Updated)">
  <a:themeElements>
    <a:clrScheme name="1_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1_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A7D1F7"/>
        </a:accent1>
        <a:accent2>
          <a:srgbClr val="5990BA"/>
        </a:accent2>
        <a:accent3>
          <a:srgbClr val="FFFFFF"/>
        </a:accent3>
        <a:accent4>
          <a:srgbClr val="000000"/>
        </a:accent4>
        <a:accent5>
          <a:srgbClr val="D0E5FA"/>
        </a:accent5>
        <a:accent6>
          <a:srgbClr val="5082A8"/>
        </a:accent6>
        <a:hlink>
          <a:srgbClr val="006DBB"/>
        </a:hlink>
        <a:folHlink>
          <a:srgbClr val="46464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14">
        <a:dk1>
          <a:srgbClr val="000000"/>
        </a:dk1>
        <a:lt1>
          <a:srgbClr val="FFFFFF"/>
        </a:lt1>
        <a:dk2>
          <a:srgbClr val="000000"/>
        </a:dk2>
        <a:lt2>
          <a:srgbClr val="9FB9D1"/>
        </a:lt2>
        <a:accent1>
          <a:srgbClr val="A7D1F7"/>
        </a:accent1>
        <a:accent2>
          <a:srgbClr val="5990BA"/>
        </a:accent2>
        <a:accent3>
          <a:srgbClr val="FFFFFF"/>
        </a:accent3>
        <a:accent4>
          <a:srgbClr val="000000"/>
        </a:accent4>
        <a:accent5>
          <a:srgbClr val="D0E5FA"/>
        </a:accent5>
        <a:accent6>
          <a:srgbClr val="5082A8"/>
        </a:accent6>
        <a:hlink>
          <a:srgbClr val="006DBB"/>
        </a:hlink>
        <a:folHlink>
          <a:srgbClr val="46464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HCSC template (Updated)">
  <a:themeElements>
    <a:clrScheme name="1_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1_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A7D1F7"/>
        </a:accent1>
        <a:accent2>
          <a:srgbClr val="5990BA"/>
        </a:accent2>
        <a:accent3>
          <a:srgbClr val="FFFFFF"/>
        </a:accent3>
        <a:accent4>
          <a:srgbClr val="000000"/>
        </a:accent4>
        <a:accent5>
          <a:srgbClr val="D0E5FA"/>
        </a:accent5>
        <a:accent6>
          <a:srgbClr val="5082A8"/>
        </a:accent6>
        <a:hlink>
          <a:srgbClr val="006DBB"/>
        </a:hlink>
        <a:folHlink>
          <a:srgbClr val="46464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14">
        <a:dk1>
          <a:srgbClr val="000000"/>
        </a:dk1>
        <a:lt1>
          <a:srgbClr val="FFFFFF"/>
        </a:lt1>
        <a:dk2>
          <a:srgbClr val="000000"/>
        </a:dk2>
        <a:lt2>
          <a:srgbClr val="9FB9D1"/>
        </a:lt2>
        <a:accent1>
          <a:srgbClr val="A7D1F7"/>
        </a:accent1>
        <a:accent2>
          <a:srgbClr val="5990BA"/>
        </a:accent2>
        <a:accent3>
          <a:srgbClr val="FFFFFF"/>
        </a:accent3>
        <a:accent4>
          <a:srgbClr val="000000"/>
        </a:accent4>
        <a:accent5>
          <a:srgbClr val="D0E5FA"/>
        </a:accent5>
        <a:accent6>
          <a:srgbClr val="5082A8"/>
        </a:accent6>
        <a:hlink>
          <a:srgbClr val="006DBB"/>
        </a:hlink>
        <a:folHlink>
          <a:srgbClr val="46464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Titles">
  <a:themeElements>
    <a:clrScheme name="Angles">
      <a:dk1>
        <a:srgbClr val="000000"/>
      </a:dk1>
      <a:lt1>
        <a:srgbClr val="FFFFFF"/>
      </a:lt1>
      <a:dk2>
        <a:srgbClr val="434342"/>
      </a:dk2>
      <a:lt2>
        <a:srgbClr val="CDD7D9"/>
      </a:lt2>
      <a:accent1>
        <a:srgbClr val="797B7E"/>
      </a:accent1>
      <a:accent2>
        <a:srgbClr val="F96A1B"/>
      </a:accent2>
      <a:accent3>
        <a:srgbClr val="08A1D9"/>
      </a:accent3>
      <a:accent4>
        <a:srgbClr val="7C984A"/>
      </a:accent4>
      <a:accent5>
        <a:srgbClr val="C2AD8D"/>
      </a:accent5>
      <a:accent6>
        <a:srgbClr val="506E94"/>
      </a:accent6>
      <a:hlink>
        <a:srgbClr val="5F5F5F"/>
      </a:hlink>
      <a:folHlink>
        <a:srgbClr val="969696"/>
      </a:folHlink>
    </a:clrScheme>
    <a:fontScheme name="Arial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lIns="0" tIns="0" rIns="0" bIns="45720" rtlCol="0">
        <a:spAutoFit/>
      </a:bodyPr>
      <a:lstStyle>
        <a:defPPr>
          <a:defRPr sz="1600" dirty="0" err="1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Acc_Digital_Template_Arial_v2" id="{7E5354B8-16CC-4CCD-93BC-DE42E38B4FEF}" vid="{3E17E4EC-38AB-4BA1-A249-CAA23088CD13}"/>
    </a:ext>
  </a:extLst>
</a:theme>
</file>

<file path=ppt/theme/theme4.xml><?xml version="1.0" encoding="utf-8"?>
<a:theme xmlns:a="http://schemas.openxmlformats.org/drawingml/2006/main" name="6_Accenture GET-CSU Standard Template">
  <a:themeElements>
    <a:clrScheme name="Custom 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C00000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HCSC template (Updated)">
  <a:themeElements>
    <a:clrScheme name="1_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1_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A7D1F7"/>
        </a:accent1>
        <a:accent2>
          <a:srgbClr val="5990BA"/>
        </a:accent2>
        <a:accent3>
          <a:srgbClr val="FFFFFF"/>
        </a:accent3>
        <a:accent4>
          <a:srgbClr val="000000"/>
        </a:accent4>
        <a:accent5>
          <a:srgbClr val="D0E5FA"/>
        </a:accent5>
        <a:accent6>
          <a:srgbClr val="5082A8"/>
        </a:accent6>
        <a:hlink>
          <a:srgbClr val="006DBB"/>
        </a:hlink>
        <a:folHlink>
          <a:srgbClr val="46464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14">
        <a:dk1>
          <a:srgbClr val="000000"/>
        </a:dk1>
        <a:lt1>
          <a:srgbClr val="FFFFFF"/>
        </a:lt1>
        <a:dk2>
          <a:srgbClr val="000000"/>
        </a:dk2>
        <a:lt2>
          <a:srgbClr val="9FB9D1"/>
        </a:lt2>
        <a:accent1>
          <a:srgbClr val="A7D1F7"/>
        </a:accent1>
        <a:accent2>
          <a:srgbClr val="5990BA"/>
        </a:accent2>
        <a:accent3>
          <a:srgbClr val="FFFFFF"/>
        </a:accent3>
        <a:accent4>
          <a:srgbClr val="000000"/>
        </a:accent4>
        <a:accent5>
          <a:srgbClr val="D0E5FA"/>
        </a:accent5>
        <a:accent6>
          <a:srgbClr val="5082A8"/>
        </a:accent6>
        <a:hlink>
          <a:srgbClr val="006DBB"/>
        </a:hlink>
        <a:folHlink>
          <a:srgbClr val="46464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5_HCSC template (Updated)">
  <a:themeElements>
    <a:clrScheme name="1_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1_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A7D1F7"/>
        </a:accent1>
        <a:accent2>
          <a:srgbClr val="5990BA"/>
        </a:accent2>
        <a:accent3>
          <a:srgbClr val="FFFFFF"/>
        </a:accent3>
        <a:accent4>
          <a:srgbClr val="000000"/>
        </a:accent4>
        <a:accent5>
          <a:srgbClr val="D0E5FA"/>
        </a:accent5>
        <a:accent6>
          <a:srgbClr val="5082A8"/>
        </a:accent6>
        <a:hlink>
          <a:srgbClr val="006DBB"/>
        </a:hlink>
        <a:folHlink>
          <a:srgbClr val="46464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14">
        <a:dk1>
          <a:srgbClr val="000000"/>
        </a:dk1>
        <a:lt1>
          <a:srgbClr val="FFFFFF"/>
        </a:lt1>
        <a:dk2>
          <a:srgbClr val="000000"/>
        </a:dk2>
        <a:lt2>
          <a:srgbClr val="9FB9D1"/>
        </a:lt2>
        <a:accent1>
          <a:srgbClr val="A7D1F7"/>
        </a:accent1>
        <a:accent2>
          <a:srgbClr val="5990BA"/>
        </a:accent2>
        <a:accent3>
          <a:srgbClr val="FFFFFF"/>
        </a:accent3>
        <a:accent4>
          <a:srgbClr val="000000"/>
        </a:accent4>
        <a:accent5>
          <a:srgbClr val="D0E5FA"/>
        </a:accent5>
        <a:accent6>
          <a:srgbClr val="5082A8"/>
        </a:accent6>
        <a:hlink>
          <a:srgbClr val="006DBB"/>
        </a:hlink>
        <a:folHlink>
          <a:srgbClr val="46464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3_HCSC template (Updated)">
  <a:themeElements>
    <a:clrScheme name="1_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1_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A7D1F7"/>
        </a:accent1>
        <a:accent2>
          <a:srgbClr val="5990BA"/>
        </a:accent2>
        <a:accent3>
          <a:srgbClr val="FFFFFF"/>
        </a:accent3>
        <a:accent4>
          <a:srgbClr val="000000"/>
        </a:accent4>
        <a:accent5>
          <a:srgbClr val="D0E5FA"/>
        </a:accent5>
        <a:accent6>
          <a:srgbClr val="5082A8"/>
        </a:accent6>
        <a:hlink>
          <a:srgbClr val="006DBB"/>
        </a:hlink>
        <a:folHlink>
          <a:srgbClr val="46464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14">
        <a:dk1>
          <a:srgbClr val="000000"/>
        </a:dk1>
        <a:lt1>
          <a:srgbClr val="FFFFFF"/>
        </a:lt1>
        <a:dk2>
          <a:srgbClr val="000000"/>
        </a:dk2>
        <a:lt2>
          <a:srgbClr val="9FB9D1"/>
        </a:lt2>
        <a:accent1>
          <a:srgbClr val="A7D1F7"/>
        </a:accent1>
        <a:accent2>
          <a:srgbClr val="5990BA"/>
        </a:accent2>
        <a:accent3>
          <a:srgbClr val="FFFFFF"/>
        </a:accent3>
        <a:accent4>
          <a:srgbClr val="000000"/>
        </a:accent4>
        <a:accent5>
          <a:srgbClr val="D0E5FA"/>
        </a:accent5>
        <a:accent6>
          <a:srgbClr val="5082A8"/>
        </a:accent6>
        <a:hlink>
          <a:srgbClr val="006DBB"/>
        </a:hlink>
        <a:folHlink>
          <a:srgbClr val="46464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Ford-RFI">
  <a:themeElements>
    <a:clrScheme name="Accenture 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Custom 2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custClrLst>
    <a:custClr name="Accent Purple 1">
      <a:srgbClr val="B455AA"/>
    </a:custClr>
    <a:custClr name="Accent Purple 2">
      <a:srgbClr val="A055F5"/>
    </a:custClr>
    <a:custClr name="Accent Purple 3">
      <a:srgbClr val="BE82FF"/>
    </a:custClr>
    <a:custClr name="Accent Purple 4">
      <a:srgbClr val="DCAFFF"/>
    </a:custClr>
    <a:custClr name="Accent Purple 5">
      <a:srgbClr val="E6DC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ue">
      <a:srgbClr val="0041F0"/>
    </a:custClr>
    <a:custClr name="Light Blue">
      <a:srgbClr val="00FFFF"/>
    </a:custClr>
    <a:custClr name="Green">
      <a:srgbClr val="64FF50"/>
    </a:custClr>
    <a:custClr name="Blue Green">
      <a:srgbClr val="05F0A5"/>
    </a:custClr>
    <a:custClr name="Red">
      <a:srgbClr val="FF3246"/>
    </a:custClr>
    <a:custClr name="Pink">
      <a:srgbClr val="FF50A0"/>
    </a:custClr>
    <a:custClr name="Orange">
      <a:srgbClr val="FF7800"/>
    </a:custClr>
    <a:custClr name="Yellow">
      <a:srgbClr val="FFEB32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IMP_Acc_PPT_Starter_Pack_Graphik_210303_Fixed_Accessibility.potx" id="{5533E145-E600-4444-BC3D-5102D2EEDB31}" vid="{383380C5-E3D1-4977-8974-3F092EA624F2}"/>
    </a:ext>
  </a:extLst>
</a:theme>
</file>

<file path=ppt/theme/theme9.xml><?xml version="1.0" encoding="utf-8"?>
<a:theme xmlns:a="http://schemas.openxmlformats.org/drawingml/2006/main" name="Accenture 2020">
  <a:themeElements>
    <a:clrScheme name="Accenture 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Accenture - 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custClrLst>
    <a:custClr name="Accent Purple 1">
      <a:srgbClr val="B455AA"/>
    </a:custClr>
    <a:custClr name="Accent Purple 2">
      <a:srgbClr val="A055F5"/>
    </a:custClr>
    <a:custClr name="Accent Purple 3">
      <a:srgbClr val="BE82FF"/>
    </a:custClr>
    <a:custClr name="Accent Purple 4">
      <a:srgbClr val="DCAFFF"/>
    </a:custClr>
    <a:custClr name="Accent Purple 5">
      <a:srgbClr val="E6DC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ue">
      <a:srgbClr val="0041F0"/>
    </a:custClr>
    <a:custClr name="Light Blue">
      <a:srgbClr val="00FFFF"/>
    </a:custClr>
    <a:custClr name="Green">
      <a:srgbClr val="64FF50"/>
    </a:custClr>
    <a:custClr name="Blue Green">
      <a:srgbClr val="05F0A5"/>
    </a:custClr>
    <a:custClr name="Red">
      <a:srgbClr val="FF3246"/>
    </a:custClr>
    <a:custClr name="Pink">
      <a:srgbClr val="FF50A0"/>
    </a:custClr>
    <a:custClr name="Orange">
      <a:srgbClr val="FF7800"/>
    </a:custClr>
    <a:custClr name="Yellow">
      <a:srgbClr val="FFEB32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IMP_Acc_PPT_Tmplt_Graphik_210225_Fixed_Accessible.potx" id="{80BF15C9-A5DA-472C-9F1E-82F4EBB43D59}" vid="{02DD174B-CE7A-418B-90DA-AC9D16AAE59C}"/>
    </a:ext>
  </a:extLst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2F14FEF4FA57844A317120FD9DF929A" ma:contentTypeVersion="11" ma:contentTypeDescription="Create a new document." ma:contentTypeScope="" ma:versionID="e2c091002c19f0dc171d9429380b59a4">
  <xsd:schema xmlns:xsd="http://www.w3.org/2001/XMLSchema" xmlns:xs="http://www.w3.org/2001/XMLSchema" xmlns:p="http://schemas.microsoft.com/office/2006/metadata/properties" xmlns:ns2="a0de369f-5525-48b2-a783-64af7f02bc0c" xmlns:ns3="1c7c2aea-e501-44c9-b959-49dde4c3ee5b" targetNamespace="http://schemas.microsoft.com/office/2006/metadata/properties" ma:root="true" ma:fieldsID="55e877951f0e782741a03044e69cd6bb" ns2:_="" ns3:_="">
    <xsd:import namespace="a0de369f-5525-48b2-a783-64af7f02bc0c"/>
    <xsd:import namespace="1c7c2aea-e501-44c9-b959-49dde4c3ee5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de369f-5525-48b2-a783-64af7f02bc0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6d165d17-9b79-46c3-82b9-c927e733c42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7c2aea-e501-44c9-b959-49dde4c3ee5b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4e8b8f6a-f652-4549-ae86-54c0c31d3c1d}" ma:internalName="TaxCatchAll" ma:showField="CatchAllData" ma:web="1c7c2aea-e501-44c9-b959-49dde4c3ee5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1c7c2aea-e501-44c9-b959-49dde4c3ee5b">
      <UserInfo>
        <DisplayName>Sadasivam, Namasivayam</DisplayName>
        <AccountId>43</AccountId>
        <AccountType/>
      </UserInfo>
      <UserInfo>
        <DisplayName>Manongsong, Dennis T.</DisplayName>
        <AccountId>68</AccountId>
        <AccountType/>
      </UserInfo>
      <UserInfo>
        <DisplayName>Ravindran, Nivedh</DisplayName>
        <AccountId>26</AccountId>
        <AccountType/>
      </UserInfo>
      <UserInfo>
        <DisplayName>Follett, Kevin P.</DisplayName>
        <AccountId>13</AccountId>
        <AccountType/>
      </UserInfo>
      <UserInfo>
        <DisplayName>Jain, Manish Kumar</DisplayName>
        <AccountId>11</AccountId>
        <AccountType/>
      </UserInfo>
      <UserInfo>
        <DisplayName>Muppa, Ajay</DisplayName>
        <AccountId>20</AccountId>
        <AccountType/>
      </UserInfo>
      <UserInfo>
        <DisplayName>Jadhav, Amol</DisplayName>
        <AccountId>18</AccountId>
        <AccountType/>
      </UserInfo>
      <UserInfo>
        <DisplayName>Lindemann, Gerald W.</DisplayName>
        <AccountId>36</AccountId>
        <AccountType/>
      </UserInfo>
      <UserInfo>
        <DisplayName>Manjunath, Ajay</DisplayName>
        <AccountId>19</AccountId>
        <AccountType/>
      </UserInfo>
      <UserInfo>
        <DisplayName>Pranatharthiharan, Ramprasad</DisplayName>
        <AccountId>21</AccountId>
        <AccountType/>
      </UserInfo>
      <UserInfo>
        <DisplayName>Rajendran, Kanag</DisplayName>
        <AccountId>22</AccountId>
        <AccountType/>
      </UserInfo>
      <UserInfo>
        <DisplayName>Modi, Premal</DisplayName>
        <AccountId>17</AccountId>
        <AccountType/>
      </UserInfo>
      <UserInfo>
        <DisplayName>Philip, Leeba S.</DisplayName>
        <AccountId>38</AccountId>
        <AccountType/>
      </UserInfo>
      <UserInfo>
        <DisplayName>Puthuru, Ankeswar Rao</DisplayName>
        <AccountId>39</AccountId>
        <AccountType/>
      </UserInfo>
      <UserInfo>
        <DisplayName>Easwaran, Natarajan</DisplayName>
        <AccountId>40</AccountId>
        <AccountType/>
      </UserInfo>
      <UserInfo>
        <DisplayName>Doraisami, Kaminy</DisplayName>
        <AccountId>29</AccountId>
        <AccountType/>
      </UserInfo>
      <UserInfo>
        <DisplayName>Koteru, Srikar reddy</DisplayName>
        <AccountId>28</AccountId>
        <AccountType/>
      </UserInfo>
      <UserInfo>
        <DisplayName>Dharmarajan, Jennifer</DisplayName>
        <AccountId>42</AccountId>
        <AccountType/>
      </UserInfo>
      <UserInfo>
        <DisplayName>Prakash, Madhan</DisplayName>
        <AccountId>23</AccountId>
        <AccountType/>
      </UserInfo>
      <UserInfo>
        <DisplayName>Annaldas, Srujankumar</DisplayName>
        <AccountId>55</AccountId>
        <AccountType/>
      </UserInfo>
      <UserInfo>
        <DisplayName>Pal, Pralay</DisplayName>
        <AccountId>47</AccountId>
        <AccountType/>
      </UserInfo>
      <UserInfo>
        <DisplayName>Backus, Emily K.</DisplayName>
        <AccountId>64</AccountId>
        <AccountType/>
      </UserInfo>
      <UserInfo>
        <DisplayName>Kocherlakota, Vijaya</DisplayName>
        <AccountId>78</AccountId>
        <AccountType/>
      </UserInfo>
      <UserInfo>
        <DisplayName>Vasu, Shankar</DisplayName>
        <AccountId>84</AccountId>
        <AccountType/>
      </UserInfo>
      <UserInfo>
        <DisplayName>Ramamoorthy, Gopinath</DisplayName>
        <AccountId>25</AccountId>
        <AccountType/>
      </UserInfo>
      <UserInfo>
        <DisplayName>Thirunavukkarasu, Gomathi</DisplayName>
        <AccountId>79</AccountId>
        <AccountType/>
      </UserInfo>
    </SharedWithUsers>
    <TaxCatchAll xmlns="1c7c2aea-e501-44c9-b959-49dde4c3ee5b" xsi:nil="true"/>
    <lcf76f155ced4ddcb4097134ff3c332f xmlns="a0de369f-5525-48b2-a783-64af7f02bc0c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FFC92D5-6A51-4C11-856A-DCFD492CB58F}">
  <ds:schemaRefs>
    <ds:schemaRef ds:uri="1c7c2aea-e501-44c9-b959-49dde4c3ee5b"/>
    <ds:schemaRef ds:uri="a0de369f-5525-48b2-a783-64af7f02bc0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435A6C34-122A-41A0-AE65-F8C64A657C9D}">
  <ds:schemaRefs>
    <ds:schemaRef ds:uri="1c7c2aea-e501-44c9-b959-49dde4c3ee5b"/>
    <ds:schemaRef ds:uri="a0de369f-5525-48b2-a783-64af7f02bc0c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325CF356-5743-480A-AE3B-40D1965BBBCB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02513295-34d7-4ce7-95f0-d6d90e122a36}" enabled="1" method="Standard" siteId="{2e0cb644-c094-41d7-ab3d-43201da24438}" removed="0"/>
  <clbl:label id="{1bc0f418-96a4-4caf-9d7c-ccc5ec7f9d91}" enabled="1" method="Privileged" siteId="{e0793d39-0939-496d-b129-198edd916feb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361</TotalTime>
  <Words>862</Words>
  <Application>Microsoft Office PowerPoint</Application>
  <PresentationFormat>Widescreen</PresentationFormat>
  <Paragraphs>203</Paragraphs>
  <Slides>5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19</vt:i4>
      </vt:variant>
      <vt:variant>
        <vt:lpstr>Theme</vt:lpstr>
      </vt:variant>
      <vt:variant>
        <vt:i4>9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34" baseType="lpstr">
      <vt:lpstr>Arial</vt:lpstr>
      <vt:lpstr>Arial Black</vt:lpstr>
      <vt:lpstr>Calibri</vt:lpstr>
      <vt:lpstr>Courier New</vt:lpstr>
      <vt:lpstr>Fields Display Semi Bold</vt:lpstr>
      <vt:lpstr>Futura ND for Nike 365 Cn XBd</vt:lpstr>
      <vt:lpstr>Graphik</vt:lpstr>
      <vt:lpstr>Graphik Light</vt:lpstr>
      <vt:lpstr>Graphik Regular</vt:lpstr>
      <vt:lpstr>Graphik Semibold</vt:lpstr>
      <vt:lpstr>GT Sectra Fine Rg</vt:lpstr>
      <vt:lpstr>Kokila</vt:lpstr>
      <vt:lpstr>Lato Regular</vt:lpstr>
      <vt:lpstr>Mistral</vt:lpstr>
      <vt:lpstr>Palatino</vt:lpstr>
      <vt:lpstr>Palatino Linotype</vt:lpstr>
      <vt:lpstr>System Font</vt:lpstr>
      <vt:lpstr>Trade Gothic for Nike 365</vt:lpstr>
      <vt:lpstr>Wingdings</vt:lpstr>
      <vt:lpstr>HCSC template (Updated)</vt:lpstr>
      <vt:lpstr>1_HCSC template (Updated)</vt:lpstr>
      <vt:lpstr>Titles</vt:lpstr>
      <vt:lpstr>6_Accenture GET-CSU Standard Template</vt:lpstr>
      <vt:lpstr>2_HCSC template (Updated)</vt:lpstr>
      <vt:lpstr>5_HCSC template (Updated)</vt:lpstr>
      <vt:lpstr>3_HCSC template (Updated)</vt:lpstr>
      <vt:lpstr>Ford-RFI</vt:lpstr>
      <vt:lpstr>Accenture 2020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Governance Deck Agenda</dc:title>
  <dc:creator>Ganjoo, Amit</dc:creator>
  <cp:lastModifiedBy>Vardhan Vankayala, A.</cp:lastModifiedBy>
  <cp:revision>9</cp:revision>
  <dcterms:created xsi:type="dcterms:W3CDTF">2020-07-08T13:28:43Z</dcterms:created>
  <dcterms:modified xsi:type="dcterms:W3CDTF">2024-06-04T11:40:09Z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0x010100A2F14FEF4FA57844A317120FD9DF929A</vt:lpwstr>
  </property>
  <property fmtid="{D5CDD505-2E9C-101B-9397-08002B2CF9AE}" pid="3" name="_dlc_DocIdItemGuid">
    <vt:lpwstr>39840db8-8ad7-4d16-9abe-e59329393971</vt:lpwstr>
  </property>
  <property fmtid="{D5CDD505-2E9C-101B-9397-08002B2CF9AE}" pid="4" name="MSIP_Label_1bc0f418-96a4-4caf-9d7c-ccc5ec7f9d91_SetDate">
    <vt:lpwstr>2020-12-09T01:32:26Z</vt:lpwstr>
  </property>
  <property fmtid="{D5CDD505-2E9C-101B-9397-08002B2CF9AE}" pid="5" name="MSIP_Label_1bc0f418-96a4-4caf-9d7c-ccc5ec7f9d91_Method">
    <vt:lpwstr>Privileged</vt:lpwstr>
  </property>
  <property fmtid="{D5CDD505-2E9C-101B-9397-08002B2CF9AE}" pid="6" name="MSIP_Label_1bc0f418-96a4-4caf-9d7c-ccc5ec7f9d91_ContentBits">
    <vt:lpwstr>0</vt:lpwstr>
  </property>
  <property fmtid="{D5CDD505-2E9C-101B-9397-08002B2CF9AE}" pid="7" name="MSIP_Label_1bc0f418-96a4-4caf-9d7c-ccc5ec7f9d91_Name">
    <vt:lpwstr>1bc0f418-96a4-4caf-9d7c-ccc5ec7f9d91</vt:lpwstr>
  </property>
  <property fmtid="{D5CDD505-2E9C-101B-9397-08002B2CF9AE}" pid="8" name="MSIP_Label_1bc0f418-96a4-4caf-9d7c-ccc5ec7f9d91_Enabled">
    <vt:lpwstr>true</vt:lpwstr>
  </property>
  <property fmtid="{D5CDD505-2E9C-101B-9397-08002B2CF9AE}" pid="9" name="MSIP_Label_1bc0f418-96a4-4caf-9d7c-ccc5ec7f9d91_SiteId">
    <vt:lpwstr>e0793d39-0939-496d-b129-198edd916feb</vt:lpwstr>
  </property>
  <property fmtid="{D5CDD505-2E9C-101B-9397-08002B2CF9AE}" pid="10" name="MSIP_Label_1bc0f418-96a4-4caf-9d7c-ccc5ec7f9d91_ActionId">
    <vt:lpwstr>5cf1512f-02f4-4b5a-9fce-8f517bc22f16</vt:lpwstr>
  </property>
  <property fmtid="{D5CDD505-2E9C-101B-9397-08002B2CF9AE}" pid="11" name="MediaServiceImageTags">
    <vt:lpwstr/>
  </property>
  <property fmtid="{D5CDD505-2E9C-101B-9397-08002B2CF9AE}" pid="12" name="ClassificationContentMarkingHeaderLocations">
    <vt:lpwstr>HCSC template (Updated):3\1_HCSC template (Updated):3\Titles:6\6_Accenture GET-CSU Standard Template:5\2_HCSC template (Updated):3\5_HCSC template (Updated):3\3_HCSC template (Updated):3</vt:lpwstr>
  </property>
  <property fmtid="{D5CDD505-2E9C-101B-9397-08002B2CF9AE}" pid="13" name="ClassificationContentMarkingHeaderText">
    <vt:lpwstr>***Material, Non-Public - Not To Be Distributed Further***</vt:lpwstr>
  </property>
</Properties>
</file>