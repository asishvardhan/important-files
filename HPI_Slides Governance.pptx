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6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7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8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4"/>
    <p:sldMasterId id="2147483715" r:id="rId5"/>
    <p:sldMasterId id="2147483899" r:id="rId6"/>
    <p:sldMasterId id="2147483774" r:id="rId7"/>
    <p:sldMasterId id="2147483808" r:id="rId8"/>
    <p:sldMasterId id="2147483904" r:id="rId9"/>
    <p:sldMasterId id="2147483914" r:id="rId10"/>
    <p:sldMasterId id="2147483972" r:id="rId11"/>
    <p:sldMasterId id="2147484010" r:id="rId12"/>
  </p:sldMasterIdLst>
  <p:notesMasterIdLst>
    <p:notesMasterId r:id="rId16"/>
  </p:notesMasterIdLst>
  <p:sldIdLst>
    <p:sldId id="2147480175" r:id="rId13"/>
    <p:sldId id="2147480178" r:id="rId14"/>
    <p:sldId id="21474801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overnance Slides" id="{8D2766CC-46B9-4126-B00E-5C6AD84E5331}">
          <p14:sldIdLst>
            <p14:sldId id="2147480175"/>
            <p14:sldId id="2147480178"/>
            <p14:sldId id="21474801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uli Kakara, Chandra" initials="MKC" lastIdx="1" clrIdx="0"/>
  <p:cmAuthor id="2" name="Muppa, Ajay" initials="MA" lastIdx="2" clrIdx="1"/>
  <p:cmAuthor id="3" name="Follett, Kevin P." initials="FKP" lastIdx="1" clrIdx="2">
    <p:extLst>
      <p:ext uri="{19B8F6BF-5375-455C-9EA6-DF929625EA0E}">
        <p15:presenceInfo xmlns:p15="http://schemas.microsoft.com/office/powerpoint/2012/main" userId="S::kevin.p.follett@accenture.com::f5f3fdb7-59aa-433c-a42e-1248ea414e6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3F4"/>
    <a:srgbClr val="FFFFFF"/>
    <a:srgbClr val="CDCDDE"/>
    <a:srgbClr val="F3F9FA"/>
    <a:srgbClr val="460073"/>
    <a:srgbClr val="000000"/>
    <a:srgbClr val="FFB600"/>
    <a:srgbClr val="E2EFDA"/>
    <a:srgbClr val="003300"/>
    <a:srgbClr val="CEE0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10" Type="http://schemas.openxmlformats.org/officeDocument/2006/relationships/slideMaster" Target="slideMasters/slideMaster7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4A4E7-E665-4929-B8EF-64844439C0F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ECADA-A49C-4B40-9EDF-0776932F0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59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DD27-5BFC-D046-6F65-4D122AE18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3876A-9398-5F44-1A35-642D09F02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ED489-E031-AA95-64AA-CFA3D169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B75D5-316E-3A01-3D2C-B2570673B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97AF93-A1B4-4653-9B0D-7B2F2289E5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024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DD27-5BFC-D046-6F65-4D122AE18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3876A-9398-5F44-1A35-642D09F02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ED489-E031-AA95-64AA-CFA3D169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B75D5-316E-3A01-3D2C-B2570673B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97AF93-A1B4-4653-9B0D-7B2F2289E5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615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DD27-5BFC-D046-6F65-4D122AE18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3876A-9398-5F44-1A35-642D09F02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ED489-E031-AA95-64AA-CFA3D169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B75D5-316E-3A01-3D2C-B2570673B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97AF93-A1B4-4653-9B0D-7B2F2289E5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089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2.emf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7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7.sv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Relationship Id="rId5" Type="http://schemas.openxmlformats.org/officeDocument/2006/relationships/hyperlink" Target="https://unsplash.com/s/photos/car-ride-freedom?utm_source=unsplash&amp;utm_medium=referral&amp;utm_content=creditCopyText" TargetMode="External"/><Relationship Id="rId4" Type="http://schemas.openxmlformats.org/officeDocument/2006/relationships/hyperlink" Target="https://unsplash.com/@lin_alessio?utm_source=unsplash&amp;utm_medium=referral&amp;utm_content=creditCopyText" TargetMode="Externa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Relationship Id="rId5" Type="http://schemas.openxmlformats.org/officeDocument/2006/relationships/hyperlink" Target="https://unsplash.com/s/photos/ford?utm_source=unsplash&amp;utm_medium=referral&amp;utm_content=creditCopyText" TargetMode="External"/><Relationship Id="rId4" Type="http://schemas.openxmlformats.org/officeDocument/2006/relationships/hyperlink" Target="https://unsplash.com/@mills_digital_imaging?utm_source=unsplash&amp;utm_medium=referral&amp;utm_content=creditCopyText" TargetMode="Externa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.bin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7.svg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081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4974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73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54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3553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220433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Mast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9F3CC1-245D-49CB-B12F-C9289F95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159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61E8B95-C4BC-D749-8FD2-19A57D43B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197" y="6398359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pPr algn="r"/>
            <a:r>
              <a:rPr lang="en-GB"/>
              <a:t>Copyright © 2022 Accenture.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6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753CF-01DA-5C0B-3083-1EB118A16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B338C-3B7B-4977-B915-584E408B966B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FC815-464C-EA33-296C-19AD7F8C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79717-8991-0E58-0BFA-F29DF1D0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871A2-D7C2-4040-A9C1-DE3B6BFE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98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Copyright © 2020 Accenture.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0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Basic - bulle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445143"/>
            <a:ext cx="10090629" cy="878840"/>
          </a:xfrm>
        </p:spPr>
        <p:txBody>
          <a:bodyPr/>
          <a:lstStyle>
            <a:lvl1pPr>
              <a:buFontTx/>
              <a:buNone/>
              <a:defRPr sz="4400" b="0" i="0">
                <a:solidFill>
                  <a:schemeClr val="tx2"/>
                </a:solidFill>
                <a:latin typeface="Fields Display Semi Bold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F09DC9-43AB-D54E-86FB-13BC852CD7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320" y="2388324"/>
            <a:ext cx="11274299" cy="345175"/>
          </a:xfrm>
        </p:spPr>
        <p:txBody>
          <a:bodyPr/>
          <a:lstStyle>
            <a:lvl1pPr marL="0" indent="0">
              <a:buFontTx/>
              <a:buNone/>
              <a:defRPr sz="2200" b="1" cap="all" baseline="0">
                <a:solidFill>
                  <a:schemeClr val="accent2"/>
                </a:solidFill>
              </a:defRPr>
            </a:lvl1pPr>
            <a:lvl2pPr marL="246826" indent="0">
              <a:buFontTx/>
              <a:buNone/>
              <a:defRPr b="1">
                <a:solidFill>
                  <a:schemeClr val="bg1"/>
                </a:solidFill>
              </a:defRPr>
            </a:lvl2pPr>
            <a:lvl3pPr marL="685629" indent="0">
              <a:buFontTx/>
              <a:buNone/>
              <a:defRPr b="1">
                <a:solidFill>
                  <a:schemeClr val="bg1"/>
                </a:solidFill>
              </a:defRPr>
            </a:lvl3pPr>
            <a:lvl4pPr marL="1028443" indent="0">
              <a:buFontTx/>
              <a:buNone/>
              <a:defRPr b="1">
                <a:solidFill>
                  <a:schemeClr val="bg1"/>
                </a:solidFill>
              </a:defRPr>
            </a:lvl4pPr>
            <a:lvl5pPr marL="1371257" indent="0">
              <a:buFontTx/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9210C-47DD-634C-9103-8315CAA91ED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320" y="2827381"/>
            <a:ext cx="11277600" cy="359519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 marL="685629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E11D7-BC62-494D-A39E-DEC194FB5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57200" y="6601522"/>
            <a:ext cx="6870182" cy="25647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596856"/>
            <a:ext cx="457200" cy="252499"/>
          </a:xfrm>
        </p:spPr>
        <p:txBody>
          <a:bodyPr/>
          <a:lstStyle>
            <a:lvl1pPr>
              <a:buFontTx/>
              <a:buNone/>
              <a:defRPr sz="900" b="0">
                <a:solidFill>
                  <a:schemeClr val="tx2"/>
                </a:solidFill>
              </a:defRPr>
            </a:lvl1pPr>
          </a:lstStyle>
          <a:p>
            <a:fld id="{2D55A223-BDE3-4662-BD05-6BDBDD27824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D7A544-7276-16F9-10BA-F9AC90D54D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15463" y="55476"/>
            <a:ext cx="2055043" cy="81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58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4907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371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148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301296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1575221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2017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2763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11234527" y="6679279"/>
            <a:ext cx="533400" cy="12812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271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3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06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4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77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12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48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83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6189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: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265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5C384-60B3-465D-80E9-C7F1D0B96D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2" y="1035586"/>
            <a:ext cx="11430000" cy="914400"/>
          </a:xfrm>
        </p:spPr>
        <p:txBody>
          <a:bodyPr tIns="0" bIns="0">
            <a:noAutofit/>
          </a:bodyPr>
          <a:lstStyle>
            <a:lvl1pPr>
              <a:defRPr sz="1600" spc="-7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6FC9157-0DA7-49BF-9DEC-355390BD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0688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9F3CC1-245D-49CB-B12F-C9289F95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338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7042017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11234527" y="6679279"/>
            <a:ext cx="533400" cy="12812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271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3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06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4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77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12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48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83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8284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12959006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74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(White Logo)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8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3783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493" y="4612891"/>
            <a:ext cx="6635999" cy="836839"/>
          </a:xfrm>
        </p:spPr>
        <p:txBody>
          <a:bodyPr lIns="0" tIns="0" rIns="0" bIns="0" anchor="b">
            <a:normAutofit/>
          </a:bodyPr>
          <a:lstStyle>
            <a:lvl1pPr algn="l">
              <a:defRPr sz="3000" b="1" spc="-11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493" y="5583936"/>
            <a:ext cx="6635999" cy="702205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7556154" y="1712991"/>
            <a:ext cx="4099193" cy="2060440"/>
            <a:chOff x="5701703" y="682760"/>
            <a:chExt cx="3074395" cy="2060440"/>
          </a:xfrm>
        </p:grpSpPr>
        <p:sp>
          <p:nvSpPr>
            <p:cNvPr id="13" name="Freeform 12"/>
            <p:cNvSpPr/>
            <p:nvPr/>
          </p:nvSpPr>
          <p:spPr>
            <a:xfrm>
              <a:off x="6164291" y="682760"/>
              <a:ext cx="2013677" cy="2060440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1"/>
              <a:endParaRPr lang="en-CA" sz="1800">
                <a:solidFill>
                  <a:prstClr val="white"/>
                </a:solidFill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703" y="1523009"/>
              <a:ext cx="3074395" cy="252000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 userDrawn="1"/>
        </p:nvGrpSpPr>
        <p:grpSpPr>
          <a:xfrm>
            <a:off x="612435" y="420420"/>
            <a:ext cx="2911625" cy="635721"/>
            <a:chOff x="448031" y="5788818"/>
            <a:chExt cx="2183719" cy="635721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031" y="6039743"/>
              <a:ext cx="2183719" cy="384796"/>
            </a:xfrm>
            <a:prstGeom prst="rect">
              <a:avLst/>
            </a:prstGeom>
          </p:spPr>
        </p:pic>
        <p:sp>
          <p:nvSpPr>
            <p:cNvPr id="25" name="Freeform 24"/>
            <p:cNvSpPr/>
            <p:nvPr/>
          </p:nvSpPr>
          <p:spPr>
            <a:xfrm>
              <a:off x="1730496" y="5788818"/>
              <a:ext cx="210221" cy="21510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1"/>
              <a:endParaRPr lang="en-CA" sz="1800">
                <a:solidFill>
                  <a:prstClr val="white"/>
                </a:solidFill>
              </a:endParaRPr>
            </a:p>
          </p:txBody>
        </p:sp>
      </p:grpSp>
      <p:pic>
        <p:nvPicPr>
          <p:cNvPr id="26" name="Picture 25" descr="Acc_Strat_Line_5_RGB_Wht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499" y="371696"/>
            <a:ext cx="6258564" cy="228600"/>
          </a:xfrm>
          <a:prstGeom prst="rect">
            <a:avLst/>
          </a:prstGeom>
        </p:spPr>
      </p:pic>
      <p:pic>
        <p:nvPicPr>
          <p:cNvPr id="19" name="Picture 1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96775" y="2975395"/>
            <a:ext cx="2588684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282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54" y="541350"/>
            <a:ext cx="11521271" cy="518205"/>
          </a:xfrm>
        </p:spPr>
        <p:txBody>
          <a:bodyPr wrap="none" lIns="0" tIns="0" rIns="0" bIns="0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BCBS_Nat_Ctr_Whit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69600" y="288131"/>
            <a:ext cx="1219200" cy="50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027" descr="accenture_white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69600" y="794546"/>
            <a:ext cx="1219200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 userDrawn="1"/>
        </p:nvSpPr>
        <p:spPr>
          <a:xfrm>
            <a:off x="11259939" y="6562940"/>
            <a:ext cx="7152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oter Placeholder 3"/>
          <p:cNvSpPr txBox="1">
            <a:spLocks/>
          </p:cNvSpPr>
          <p:nvPr userDrawn="1"/>
        </p:nvSpPr>
        <p:spPr bwMode="auto">
          <a:xfrm>
            <a:off x="4287320" y="6672804"/>
            <a:ext cx="325490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B38538"/>
              </a:buClr>
              <a:buSzPct val="80000"/>
              <a:buChar char="•"/>
              <a:defRPr sz="1000" b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38538"/>
              </a:buClr>
              <a:buSzPct val="80000"/>
              <a:buChar char="•"/>
              <a:defRPr sz="1800" b="1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38538"/>
              </a:buClr>
              <a:buSzPct val="80000"/>
              <a:buFont typeface="Arial" pitchFamily="34" charset="0"/>
              <a:buChar char="–"/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pitchFamily="34" charset="0"/>
              <a:buChar char="–"/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r">
              <a:buNone/>
              <a:defRPr/>
            </a:pPr>
            <a:r>
              <a:rPr lang="en-US" sz="800" kern="0">
                <a:solidFill>
                  <a:srgbClr val="000000"/>
                </a:solidFill>
              </a:rPr>
              <a:t>Confidential and Proprietary to Accenture and HCSC</a:t>
            </a:r>
          </a:p>
        </p:txBody>
      </p:sp>
    </p:spTree>
    <p:extLst>
      <p:ext uri="{BB962C8B-B14F-4D97-AF65-F5344CB8AC3E}">
        <p14:creationId xmlns:p14="http://schemas.microsoft.com/office/powerpoint/2010/main" val="25549062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592669" y="6572250"/>
            <a:ext cx="3430969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>
              <a:defRPr/>
            </a:pPr>
            <a:r>
              <a:rPr lang="en-US" sz="90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t>Copyright © 2012 Accenture  All rights reserved.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10660" y="1162050"/>
            <a:ext cx="1158134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Slide Headline</a:t>
            </a:r>
            <a:endParaRPr lang="en-CA"/>
          </a:p>
        </p:txBody>
      </p:sp>
      <p:sp>
        <p:nvSpPr>
          <p:cNvPr id="6" name="TextBox 5"/>
          <p:cNvSpPr txBox="1"/>
          <p:nvPr userDrawn="1"/>
        </p:nvSpPr>
        <p:spPr>
          <a:xfrm>
            <a:off x="11259939" y="6562940"/>
            <a:ext cx="7152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846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/>
          <p:cNvSpPr>
            <a:spLocks noGrp="1"/>
          </p:cNvSpPr>
          <p:nvPr>
            <p:ph type="body" idx="13"/>
          </p:nvPr>
        </p:nvSpPr>
        <p:spPr>
          <a:xfrm>
            <a:off x="624421" y="1117605"/>
            <a:ext cx="10943167" cy="5629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None/>
              <a:defRPr lang="de-DE" sz="1600" b="1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176213" lvl="0" indent="-176213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Tx/>
              <a:buNone/>
            </a:pPr>
            <a:endParaRPr lang="en-US" noProof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09604" y="157487"/>
            <a:ext cx="11094721" cy="838199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>
          <a:xfrm>
            <a:off x="624421" y="1447800"/>
            <a:ext cx="10943167" cy="45529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>
            <a:lvl1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itchFamily="34" charset="0"/>
              <a:defRPr lang="de-DE" sz="18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itchFamily="34" charset="0"/>
              <a:defRPr lang="de-DE" sz="16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9750" indent="-144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itchFamily="34" charset="0"/>
              <a:tabLst/>
              <a:defRPr lang="de-DE" sz="14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4000" indent="-144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itchFamily="34" charset="0"/>
              <a:defRPr lang="de-DE" sz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28000" indent="-108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itchFamily="34" charset="0"/>
              <a:defRPr lang="de-DE" sz="11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Bullet 1</a:t>
            </a:r>
          </a:p>
          <a:p>
            <a:pPr lvl="1"/>
            <a:r>
              <a:rPr lang="en-US" noProof="0"/>
              <a:t>Bullet 2</a:t>
            </a:r>
          </a:p>
          <a:p>
            <a:pPr lvl="2"/>
            <a:r>
              <a:rPr lang="en-US" noProof="0"/>
              <a:t>Bullet 3</a:t>
            </a:r>
          </a:p>
          <a:p>
            <a:pPr lvl="3"/>
            <a:r>
              <a:rPr lang="en-US" noProof="0"/>
              <a:t>Bullet 4</a:t>
            </a:r>
          </a:p>
          <a:p>
            <a:pPr lvl="4"/>
            <a:r>
              <a:rPr lang="en-US" noProof="0"/>
              <a:t>Bullet 5</a:t>
            </a:r>
          </a:p>
        </p:txBody>
      </p:sp>
    </p:spTree>
    <p:extLst>
      <p:ext uri="{BB962C8B-B14F-4D97-AF65-F5344CB8AC3E}">
        <p14:creationId xmlns:p14="http://schemas.microsoft.com/office/powerpoint/2010/main" val="3818793661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63730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109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5673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5603487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34529642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080000" cy="4114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981200"/>
            <a:ext cx="5080000" cy="4114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800"/>
            </a:lvl1pPr>
          </a:lstStyle>
          <a:p>
            <a:fld id="{25C50DBA-DAC5-493C-B981-4EBE3F94235E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6383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6502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2174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3076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2399330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1954618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11234527" y="6679279"/>
            <a:ext cx="533400" cy="12812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271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3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06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4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77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12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48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83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4953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45941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7655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7120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7221838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21728655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080000" cy="4114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981200"/>
            <a:ext cx="5080000" cy="4114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800"/>
            </a:lvl1pPr>
          </a:lstStyle>
          <a:p>
            <a:fld id="{25C50DBA-DAC5-493C-B981-4EBE3F94235E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9383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11234527" y="6679279"/>
            <a:ext cx="533400" cy="12812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271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3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06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4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77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12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48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83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4001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58BB26-F3FB-257A-9040-317762C9CC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00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D96DFF-DA03-BBD6-DF59-3A522008F2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grpSp>
        <p:nvGrpSpPr>
          <p:cNvPr id="11" name="Logo_WH" descr="Accenture logo in white">
            <a:extLst>
              <a:ext uri="{FF2B5EF4-FFF2-40B4-BE49-F238E27FC236}">
                <a16:creationId xmlns:a16="http://schemas.microsoft.com/office/drawing/2014/main" id="{CE1DBD15-DAF9-F915-3653-DBBDE58DEAE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4475797" y="5447904"/>
            <a:ext cx="1401582" cy="369244"/>
            <a:chOff x="1561" y="187"/>
            <a:chExt cx="4536" cy="1195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A1F8BA1-6C59-9D34-2B3F-FF5539F79A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26C6BD96-11C7-365B-69F8-80D12E04CB6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2674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05DFDC-A5E4-51F8-9C44-A47506CFE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05610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16025F-E39E-C991-54DE-9B1705326C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0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097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2BA3351-48FE-40D3-2138-75BE0335BD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grpSp>
        <p:nvGrpSpPr>
          <p:cNvPr id="22" name="Logo_WH" descr="Accenture logo in white">
            <a:extLst>
              <a:ext uri="{FF2B5EF4-FFF2-40B4-BE49-F238E27FC236}">
                <a16:creationId xmlns:a16="http://schemas.microsoft.com/office/drawing/2014/main" id="{AA089A7E-8CCE-13FA-6AC4-5758980D22F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F21AD37D-7CB8-3419-72F0-F1B2B7CE84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66E596E5-9380-DC20-B0B6-D21CD2CAFD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FDFB143-063E-94AB-D59C-9AFBC7D92AB9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42F6C5-1A8B-160E-2849-38A28790668E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391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BE3AE93-3BBE-1C0A-BA13-E5673CFE4F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B68D09-457D-254C-BE21-D886F893B08B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23C9DD-D161-3F41-A1AF-0A53FDC567BF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9" name="Logo_WH" descr="Accenture logo in white">
            <a:extLst>
              <a:ext uri="{FF2B5EF4-FFF2-40B4-BE49-F238E27FC236}">
                <a16:creationId xmlns:a16="http://schemas.microsoft.com/office/drawing/2014/main" id="{4918DE31-78B4-0856-2A6A-DBE2858D172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74374" y="6475768"/>
            <a:ext cx="781613" cy="205914"/>
            <a:chOff x="1561" y="187"/>
            <a:chExt cx="4536" cy="1195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F834907-71E0-83F0-6594-F3D38040438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03BFE8C7-B4FE-5F14-DA30-5E68AE74466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9122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16pt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53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83BDE77-68A0-F9BB-D26A-2977EFCADB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06BC97-1582-A4D6-C406-CD50C7A553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13585" y="0"/>
            <a:ext cx="6096000" cy="6875585"/>
          </a:xfrm>
          <a:prstGeom prst="rect">
            <a:avLst/>
          </a:prstGeom>
        </p:spPr>
      </p:pic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B16487D9-B120-7F69-00C8-96E39811735A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B3B3D62-17AB-7852-E001-6489385668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807F3C2-4C07-D2C0-0B19-627E0546B6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43F5E-A23B-C4D8-68D1-343F748E7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6777" y="408723"/>
            <a:ext cx="2600968" cy="905662"/>
          </a:xfrm>
        </p:spPr>
        <p:txBody>
          <a:bodyPr tIns="0"/>
          <a:lstStyle>
            <a:lvl1pPr marL="0" indent="0" algn="l">
              <a:spcAft>
                <a:spcPts val="0"/>
              </a:spcAft>
              <a:buNone/>
              <a:defRPr sz="6000" b="1" i="0">
                <a:solidFill>
                  <a:schemeClr val="accent5">
                    <a:lumMod val="40000"/>
                    <a:lumOff val="60000"/>
                  </a:schemeClr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4FBD041-182B-84DB-FAD0-30243CB16F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6776" y="1562408"/>
            <a:ext cx="4844452" cy="4222930"/>
          </a:xfrm>
        </p:spPr>
        <p:txBody>
          <a:bodyPr anchor="ctr"/>
          <a:lstStyle>
            <a:lvl1pPr marL="0" indent="0" algn="l">
              <a:buNone/>
              <a:defRPr sz="4000" b="0" i="0">
                <a:solidFill>
                  <a:schemeClr val="bg1"/>
                </a:solidFill>
                <a:latin typeface="Graphik Light" panose="020B0403030202060203" pitchFamily="34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56037E-F27F-A726-00AC-B05752754AC6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4944CB-BD1A-4952-48F1-BDD118FD2A90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bg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62780F-3624-CB71-6466-A6ED6939AA26}"/>
              </a:ext>
            </a:extLst>
          </p:cNvPr>
          <p:cNvCxnSpPr>
            <a:cxnSpLocks/>
          </p:cNvCxnSpPr>
          <p:nvPr userDrawn="1"/>
        </p:nvCxnSpPr>
        <p:spPr>
          <a:xfrm>
            <a:off x="606776" y="1437478"/>
            <a:ext cx="1239609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F716D6-96B9-6D1B-93A2-340337A1DDB9}"/>
              </a:ext>
            </a:extLst>
          </p:cNvPr>
          <p:cNvSpPr txBox="1"/>
          <p:nvPr userDrawn="1"/>
        </p:nvSpPr>
        <p:spPr>
          <a:xfrm rot="16200000">
            <a:off x="10614578" y="4948024"/>
            <a:ext cx="2773191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algn="ctr" defTabSz="228600" rtl="0" eaLnBrk="1" latinLnBrk="0" hangingPunct="1">
              <a:spcAft>
                <a:spcPts val="1200"/>
              </a:spcAft>
            </a:pPr>
            <a:r>
              <a:rPr lang="en-CA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Photo by </a:t>
            </a:r>
            <a:r>
              <a:rPr lang="en-CA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Alessio Lin</a:t>
            </a:r>
            <a:r>
              <a:rPr lang="en-CA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 on </a:t>
            </a:r>
            <a:r>
              <a:rPr lang="en-CA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CA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endParaRPr lang="en-US" sz="800" kern="1200" noProof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445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GB"/>
              <a:t>Place headline here (28pt)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5993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7D0DF1-0258-FA46-9BC5-3EB030823E37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ACE937-6A33-6C44-A111-CB9EF3DFBA50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8" name="Logo_WH" descr="Accenture logo in white">
            <a:extLst>
              <a:ext uri="{FF2B5EF4-FFF2-40B4-BE49-F238E27FC236}">
                <a16:creationId xmlns:a16="http://schemas.microsoft.com/office/drawing/2014/main" id="{E931E983-A268-7D40-B151-95E2F6336429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A485CEB3-1400-9942-89EB-DFD02CBD76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5FB10A62-FEC1-054E-AC9F-0C7B9E476F4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790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33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9AA030BE-0C62-7F85-908F-CAB50CCA7D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574842-1E72-0841-B823-98EDA80F03B2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218FCC-E8FC-834D-8653-C67331CE796D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2" name="Logo_WH" descr="Accenture logo in white">
            <a:extLst>
              <a:ext uri="{FF2B5EF4-FFF2-40B4-BE49-F238E27FC236}">
                <a16:creationId xmlns:a16="http://schemas.microsoft.com/office/drawing/2014/main" id="{54620C12-A7EC-C943-94F8-082AB9A60A7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64EBCA1E-6409-2445-A30E-43CB6188BBF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AFFDF6F2-52C4-0546-A5B6-5125315A0A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9149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lang="en-US" sz="2000" b="0" i="0" kern="1200" dirty="0" smtClean="0">
                <a:solidFill>
                  <a:schemeClr val="accent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20pt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84746" y="5883738"/>
            <a:ext cx="326254" cy="201168"/>
          </a:xfrm>
          <a:prstGeom prst="rect">
            <a:avLst/>
          </a:prstGeom>
        </p:spPr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C2B949AF-39D8-F249-BB2C-23F05545F9B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0" y="6467776"/>
            <a:ext cx="781597" cy="205956"/>
            <a:chOff x="2387" y="1701"/>
            <a:chExt cx="4535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AB7BBCB-327D-094E-B312-FF60A5EDD5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711241D-A3E7-BA4A-AB93-328A0A1BF8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86253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C175DBF-B214-322E-EF67-DDAA0181A0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6194" y="6309426"/>
            <a:ext cx="12218194" cy="561600"/>
          </a:xfrm>
          <a:prstGeom prst="rect">
            <a:avLst/>
          </a:prstGeom>
        </p:spPr>
      </p:pic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47D4F0-685A-0C4E-A4FD-C14F126ED38F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D4EA8F-64B7-1E4E-B0F7-42415579543D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7" name="Logo_WH" descr="Accenture logo in white">
            <a:extLst>
              <a:ext uri="{FF2B5EF4-FFF2-40B4-BE49-F238E27FC236}">
                <a16:creationId xmlns:a16="http://schemas.microsoft.com/office/drawing/2014/main" id="{FC352633-9AA7-CA43-B55D-8D0984C8DB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C8302EB6-27F4-C84F-95A5-C9391885C3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12D43CD1-A278-5C47-BA3F-B824C304AC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5453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FBE538-190D-67F2-2EB6-44B13C735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7062697" y="937954"/>
            <a:ext cx="4177552" cy="4976446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</p:spTree>
    <p:extLst>
      <p:ext uri="{BB962C8B-B14F-4D97-AF65-F5344CB8AC3E}">
        <p14:creationId xmlns:p14="http://schemas.microsoft.com/office/powerpoint/2010/main" val="2654648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</p:spTree>
    <p:extLst>
      <p:ext uri="{BB962C8B-B14F-4D97-AF65-F5344CB8AC3E}">
        <p14:creationId xmlns:p14="http://schemas.microsoft.com/office/powerpoint/2010/main" val="2845532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DC781BF-2F59-382D-4E38-63C331BE1A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240755"/>
            <a:ext cx="5524500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lang="en-US" sz="1800" b="0" i="0" kern="1200" dirty="0">
                <a:solidFill>
                  <a:schemeClr val="accent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sub-headline here in GT Sectra Fine, indent for other levels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3666BA3D-0ADF-0D9A-C757-64B0E6AE2F3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607899"/>
            <a:ext cx="5524500" cy="450242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502B31A-F135-FABF-8BE2-6629B878C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607899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265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35FA7CF-814D-F111-F732-2E9CAACBF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6194" y="6309426"/>
            <a:ext cx="12218194" cy="561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74E9BF-7106-AE42-A23D-92E0F90301C9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FA7DD8-19C2-FA43-A40D-6180EDD03855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bg1">
                  <a:lumMod val="75000"/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0" name="Logo_WH" descr="Accenture logo in white">
            <a:extLst>
              <a:ext uri="{FF2B5EF4-FFF2-40B4-BE49-F238E27FC236}">
                <a16:creationId xmlns:a16="http://schemas.microsoft.com/office/drawing/2014/main" id="{8FBD53CB-D310-FD41-9E4D-2BB03378258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7995EAEC-FE55-A442-8381-11DD6E5FDED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ECAACFAE-1566-CD42-A3E5-866F7B745FA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3585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F5966A0-41BD-8D8C-C2F8-A2793720A8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6194" y="6309426"/>
            <a:ext cx="12218194" cy="561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5333969" cy="2393952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536CED-3AA6-DD4D-B09D-B3FD5D1D4BC1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3A4C50-E675-F347-9112-8007801F6FB0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bg1">
                  <a:lumMod val="75000"/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0" name="Logo_WH" descr="Accenture logo in white">
            <a:extLst>
              <a:ext uri="{FF2B5EF4-FFF2-40B4-BE49-F238E27FC236}">
                <a16:creationId xmlns:a16="http://schemas.microsoft.com/office/drawing/2014/main" id="{44DF9FF2-C91D-B34F-910C-6F98E644B59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0" y="6472465"/>
            <a:ext cx="781613" cy="205914"/>
            <a:chOff x="1561" y="187"/>
            <a:chExt cx="4536" cy="1195"/>
          </a:xfrm>
        </p:grpSpPr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3707A266-59AD-4E42-B7EA-6BA11653647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AE710F9E-D0BB-C540-BE45-F96738E34BD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425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0EF86F2-9E30-665D-4653-82EEFF5AF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73853D-DD67-0A4D-8304-DD477F3A536E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lumMod val="8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02D6FC-4C47-1F41-8987-DAFB233933C3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lumMod val="8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lumMod val="85000"/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5" name="Logo_WH" descr="Accenture logo in white">
            <a:extLst>
              <a:ext uri="{FF2B5EF4-FFF2-40B4-BE49-F238E27FC236}">
                <a16:creationId xmlns:a16="http://schemas.microsoft.com/office/drawing/2014/main" id="{8407E676-AF7A-CA44-A5B4-E06514E484A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C00883E5-8D35-B441-88AA-9C204DB29BA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CBBA508A-0B57-9849-A9FA-74CA13C976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4091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49979-1CE5-8448-888E-74AC4988A2D6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lumMod val="8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7378D-28E6-C545-A253-BB41CA71934C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lumMod val="8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lumMod val="85000"/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Logo_WH" descr="Accenture logo in white">
            <a:extLst>
              <a:ext uri="{FF2B5EF4-FFF2-40B4-BE49-F238E27FC236}">
                <a16:creationId xmlns:a16="http://schemas.microsoft.com/office/drawing/2014/main" id="{0BEC22B2-3A94-A64C-B18F-7149C4B854A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74374" y="6475768"/>
            <a:ext cx="781613" cy="205914"/>
            <a:chOff x="1561" y="187"/>
            <a:chExt cx="4536" cy="1195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CCD3C947-AF43-6D46-9D27-89F48047E72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F8C8BBAB-83C7-5E49-BDBD-633CE656CCD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2203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Place headline here (28pt)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43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Place headline here (28pt)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803716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600" b="0" i="0" kern="1200" dirty="0">
                <a:solidFill>
                  <a:schemeClr val="accent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16pt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71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Place headline here (28pt)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600" b="0" i="0" kern="1200" dirty="0">
                <a:solidFill>
                  <a:schemeClr val="accent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16pt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39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15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1D9134-7DFA-5052-9A88-2DFD4ACFF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person holding a steering wheel&#10;&#10;Description automatically generated with medium confidence">
            <a:extLst>
              <a:ext uri="{FF2B5EF4-FFF2-40B4-BE49-F238E27FC236}">
                <a16:creationId xmlns:a16="http://schemas.microsoft.com/office/drawing/2014/main" id="{9D755549-C0A2-5BF4-520B-7AA73418F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"/>
          <a:stretch/>
        </p:blipFill>
        <p:spPr>
          <a:xfrm>
            <a:off x="6528175" y="0"/>
            <a:ext cx="566382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1F145E-0E92-4C19-4510-5E742A3D694A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1D161-034C-0DA3-2451-EDD7AD138A16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bg1">
                  <a:lumMod val="75000"/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71D79-B3F1-934D-A322-11FFA2E48CD3}"/>
              </a:ext>
            </a:extLst>
          </p:cNvPr>
          <p:cNvSpPr txBox="1"/>
          <p:nvPr userDrawn="1"/>
        </p:nvSpPr>
        <p:spPr>
          <a:xfrm rot="16200000">
            <a:off x="10608166" y="1590460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  <a:defRPr/>
            </a:pPr>
            <a:r>
              <a:rPr lang="en-CA" sz="800">
                <a:solidFill>
                  <a:schemeClr val="bg1">
                    <a:lumMod val="75000"/>
                    <a:alpha val="75000"/>
                  </a:schemeClr>
                </a:solidFill>
              </a:rPr>
              <a:t>Photo by </a:t>
            </a:r>
            <a:r>
              <a:rPr lang="en-CA" sz="800">
                <a:solidFill>
                  <a:schemeClr val="bg1">
                    <a:lumMod val="75000"/>
                    <a:alpha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Adam Mills</a:t>
            </a:r>
            <a:r>
              <a:rPr lang="en-CA" sz="800">
                <a:solidFill>
                  <a:schemeClr val="bg1">
                    <a:lumMod val="75000"/>
                    <a:alpha val="75000"/>
                  </a:schemeClr>
                </a:solidFill>
              </a:rPr>
              <a:t> on </a:t>
            </a:r>
            <a:r>
              <a:rPr lang="en-CA" sz="800">
                <a:solidFill>
                  <a:schemeClr val="bg1">
                    <a:lumMod val="75000"/>
                    <a:alpha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CA" sz="800">
                <a:solidFill>
                  <a:schemeClr val="bg1">
                    <a:lumMod val="75000"/>
                    <a:alpha val="75000"/>
                  </a:schemeClr>
                </a:solidFill>
              </a:rPr>
              <a:t> </a:t>
            </a:r>
            <a:endParaRPr lang="en-GB" sz="800">
              <a:solidFill>
                <a:schemeClr val="bg1">
                  <a:lumMod val="75000"/>
                  <a:alpha val="75000"/>
                </a:schemeClr>
              </a:solidFill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EF81315C-EC94-631E-366D-3BD588FE89A9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BDE1EB6-3169-40E0-0173-85F47E17F24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A484B0C-9152-1AF5-A167-650D82ECA9B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BA5B4494-82E4-A919-21D6-EEFB948B4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381600"/>
            <a:ext cx="5843032" cy="483814"/>
          </a:xfrm>
        </p:spPr>
        <p:txBody>
          <a:bodyPr anchor="t"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headline here 28pt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F1E080B-A858-6BB0-10C7-25C9E575BD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404257"/>
            <a:ext cx="5843632" cy="4880287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600" b="0" i="0" kern="1200" dirty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16pt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89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D9FB57-A3E8-E75A-3D6B-4AED75589C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1F5EAD-10FC-A065-22C3-86D0669E0FB4}"/>
              </a:ext>
            </a:extLst>
          </p:cNvPr>
          <p:cNvSpPr/>
          <p:nvPr userDrawn="1"/>
        </p:nvSpPr>
        <p:spPr>
          <a:xfrm>
            <a:off x="174098" y="172720"/>
            <a:ext cx="11843804" cy="6512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0C87B8-4D87-6476-625D-1B37809FB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Place headline here (28pt)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5A8A7A9-2DDA-6F56-F114-042D47EB27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803716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600" b="0" i="0" kern="1200" dirty="0">
                <a:solidFill>
                  <a:schemeClr val="accent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16pt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6A034-0BBD-8FA0-5DDA-05E66B9A1C45}"/>
              </a:ext>
            </a:extLst>
          </p:cNvPr>
          <p:cNvSpPr txBox="1"/>
          <p:nvPr userDrawn="1"/>
        </p:nvSpPr>
        <p:spPr>
          <a:xfrm>
            <a:off x="8786191" y="6375104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21256-F0EF-C342-6F59-FAE4FD38A1F4}"/>
              </a:ext>
            </a:extLst>
          </p:cNvPr>
          <p:cNvSpPr txBox="1"/>
          <p:nvPr userDrawn="1"/>
        </p:nvSpPr>
        <p:spPr>
          <a:xfrm>
            <a:off x="11491372" y="6375105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7D1A0FF4-F7D4-6FE6-8664-E2F08C53202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0" y="6318488"/>
            <a:ext cx="781597" cy="205956"/>
            <a:chOff x="2387" y="1701"/>
            <a:chExt cx="4535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C1370E-5ECA-058C-7616-859131B7AC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C63A06C-4A00-0026-F7DE-C18CDBBF32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9059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D2F50-2EC3-4C06-8FCC-EACB471BCB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91392"/>
            <a:ext cx="11430000" cy="2944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2800" cap="all" baseline="0">
                <a:solidFill>
                  <a:schemeClr val="tx1"/>
                </a:solidFill>
                <a:latin typeface="+mj-lt"/>
              </a:defRPr>
            </a:lvl1pPr>
            <a:lvl2pPr marL="457198" indent="0">
              <a:buNone/>
              <a:defRPr/>
            </a:lvl2pPr>
            <a:lvl3pPr marL="914396" indent="0">
              <a:buNone/>
              <a:defRPr/>
            </a:lvl3pPr>
            <a:lvl4pPr marL="1371595" indent="0">
              <a:buNone/>
              <a:defRPr/>
            </a:lvl4pPr>
            <a:lvl5pPr marL="182879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F86C72-21E6-4A0B-8948-741563AAD3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727364"/>
            <a:ext cx="11430000" cy="1766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457198" indent="0">
              <a:buNone/>
              <a:defRPr sz="1400"/>
            </a:lvl2pPr>
            <a:lvl3pPr marL="914396" indent="0">
              <a:buNone/>
              <a:defRPr sz="1400"/>
            </a:lvl3pPr>
            <a:lvl4pPr marL="1371595" indent="0">
              <a:buNone/>
              <a:defRPr sz="1400"/>
            </a:lvl4pPr>
            <a:lvl5pPr marL="182879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2676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14579F65-F731-404A-9178-440262CF600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08163"/>
            <a:ext cx="11430000" cy="4357687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 Regular" panose="020B0604020202020204" pitchFamily="34" charset="0"/>
              <a:buNone/>
              <a:tabLst/>
              <a:defRPr lang="en-US" sz="1600" cap="none" baseline="0">
                <a:solidFill>
                  <a:schemeClr val="tx1"/>
                </a:solidFill>
                <a:latin typeface="+mn-lt"/>
              </a:defRPr>
            </a:lvl1pPr>
            <a:lvl2pPr marL="180000" indent="-180000">
              <a:defRPr lang="en-US" sz="1600" dirty="0" smtClean="0"/>
            </a:lvl2pPr>
            <a:lvl3pPr marL="360000">
              <a:defRPr lang="en-US" sz="1600" dirty="0" smtClean="0"/>
            </a:lvl3pPr>
            <a:lvl4pPr>
              <a:defRPr lang="en-US" sz="1600" dirty="0" smtClean="0"/>
            </a:lvl4pPr>
            <a:lvl5pPr>
              <a:defRPr lang="en-US" sz="1600" dirty="0"/>
            </a:lvl5pPr>
          </a:lstStyle>
          <a:p>
            <a:pPr marL="108625" marR="0" lvl="0" indent="-2857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err="1"/>
              <a:t>Erste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1"/>
            <a:r>
              <a:rPr lang="en-US" err="1"/>
              <a:t>Zweite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2"/>
            <a:r>
              <a:rPr lang="en-US" err="1"/>
              <a:t>Dritte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3"/>
            <a:r>
              <a:rPr lang="en-US" err="1"/>
              <a:t>Vierte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4"/>
            <a:r>
              <a:rPr lang="en-US" err="1"/>
              <a:t>Fünfte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E836B03-E516-480B-8794-60D6D5A08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err="1"/>
              <a:t>Mastertitelformat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51C0F5B-7299-4A89-95CD-4BF9F634CE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830104"/>
            <a:ext cx="11430000" cy="56464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2000" cap="all" baseline="0" dirty="0" smtClean="0">
                <a:solidFill>
                  <a:schemeClr val="accent2"/>
                </a:solidFill>
                <a:latin typeface="+mj-lt"/>
              </a:defRPr>
            </a:lvl1pPr>
            <a:lvl2pPr marL="182875">
              <a:defRPr lang="en-US" sz="1600" dirty="0" smtClean="0"/>
            </a:lvl2pPr>
            <a:lvl3pPr marL="365751">
              <a:defRPr lang="en-US" sz="1600" dirty="0" smtClean="0"/>
            </a:lvl3pPr>
            <a:lvl4pPr>
              <a:defRPr lang="en-US" sz="1600" dirty="0" smtClean="0"/>
            </a:lvl4pPr>
            <a:lvl5pPr>
              <a:defRPr lang="en-US" sz="1600" dirty="0"/>
            </a:lvl5pPr>
          </a:lstStyle>
          <a:p>
            <a:pPr lvl="0"/>
            <a:r>
              <a:rPr lang="en-US" err="1"/>
              <a:t>Mastertextformat</a:t>
            </a:r>
            <a:endParaRPr lang="en-US"/>
          </a:p>
          <a:p>
            <a:pPr lvl="0"/>
            <a:r>
              <a:rPr lang="en-US" err="1"/>
              <a:t>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3380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E527-2808-4A0F-8AF1-F84404664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9"/>
            <a:ext cx="11430000" cy="364601"/>
          </a:xfrm>
          <a:prstGeom prst="rect">
            <a:avLst/>
          </a:prstGeom>
        </p:spPr>
        <p:txBody>
          <a:bodyPr lIns="0" tIns="0" bIns="0"/>
          <a:lstStyle>
            <a:lvl1pPr>
              <a:lnSpc>
                <a:spcPct val="100000"/>
              </a:lnSpc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265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 dir="r"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058905"/>
            <a:ext cx="11430000" cy="288541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59F6E9D-8074-4949-B526-C0807251A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9"/>
            <a:ext cx="11430000" cy="66099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6260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2589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7375" y="884939"/>
            <a:ext cx="11223626" cy="215444"/>
          </a:xfrm>
        </p:spPr>
        <p:txBody>
          <a:bodyPr>
            <a:spAutoFit/>
          </a:bodyPr>
          <a:lstStyle/>
          <a:p>
            <a:pPr lvl="0"/>
            <a:r>
              <a:rPr lang="en-US"/>
              <a:t>Place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04B3CE-BA9E-47D2-B136-F288E869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2291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ub_Title Only w/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8B1EC-FA17-45DA-8517-D23A942161D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876872E1-3CB8-45EA-A826-1429BD5BE353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3B901D4-4AB4-4317-8E8C-C33E0BDFA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00099"/>
            <a:ext cx="11430000" cy="9906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7750D682-3F2F-4D5B-AC31-E03F13B25B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3600" y="1697100"/>
            <a:ext cx="11437371" cy="422405"/>
          </a:xfrm>
          <a:prstGeom prst="rect">
            <a:avLst/>
          </a:prstGeom>
        </p:spPr>
        <p:txBody>
          <a:bodyPr wrap="square" lIns="0" tIns="144000" rIns="0" bIns="0">
            <a:spAutoFit/>
          </a:bodyPr>
          <a:lstStyle>
            <a:lvl1pPr marL="0" marR="0" indent="0" algn="l" defTabSz="17346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17346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/>
              <a:t>Insert subtitle here at 18pt, align to the baseline of the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71014-54FA-4A9D-8197-E40E0C47599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81000" y="328612"/>
            <a:ext cx="4752975" cy="471488"/>
          </a:xfrm>
        </p:spPr>
        <p:txBody>
          <a:bodyPr tIns="0"/>
          <a:lstStyle>
            <a:lvl1pPr>
              <a:defRPr sz="240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 sz="2400">
                <a:solidFill>
                  <a:schemeClr val="accent2"/>
                </a:solidFill>
                <a:latin typeface="Graphik Semibold" panose="020B070303020206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7841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07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1164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85774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08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61727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33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4578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5624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55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714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8760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04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739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43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714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8490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813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5775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6730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3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72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88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20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35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25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586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64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, indent for other levels 24pt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68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25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86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94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9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05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96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48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799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55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15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, indent for other levels 24pt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383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, indent for other levels 24pt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40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776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70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922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0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11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45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001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67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6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NIKE DARK FOOTER BLANK with line (don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9B1CE6-EB3A-C742-AF82-FDA3D845538E}"/>
              </a:ext>
            </a:extLst>
          </p:cNvPr>
          <p:cNvCxnSpPr/>
          <p:nvPr userDrawn="1"/>
        </p:nvCxnSpPr>
        <p:spPr bwMode="auto">
          <a:xfrm>
            <a:off x="228600" y="6494123"/>
            <a:ext cx="1173003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DA8CA-43DF-7447-B7A5-3E0FADAE1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741541" y="6530699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spc="0">
                <a:solidFill>
                  <a:schemeClr val="tx1"/>
                </a:solidFill>
                <a:latin typeface="Trade Gothic for Nike 365" panose="020B0503040303020004" pitchFamily="34" charset="77"/>
              </a:defRPr>
            </a:lvl1pPr>
          </a:lstStyle>
          <a:p>
            <a:fld id="{72D0377C-D089-2048-A7FC-DF090D5D2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1138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CAB7E4D-481F-8D49-9C98-27E138E44866}"/>
              </a:ext>
            </a:extLst>
          </p:cNvPr>
          <p:cNvSpPr/>
          <p:nvPr userDrawn="1"/>
        </p:nvSpPr>
        <p:spPr>
          <a:xfrm>
            <a:off x="644577" y="695073"/>
            <a:ext cx="5321508" cy="5321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EC9D7B-DF11-7D4E-8B54-ECC321F4CB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3422" y="1481863"/>
            <a:ext cx="4290170" cy="2300286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4000" b="1" kern="1200" dirty="0">
                <a:solidFill>
                  <a:schemeClr val="tx1"/>
                </a:solidFill>
                <a:latin typeface="Futura ND for Nike 365 Cn XBd" panose="020B0806020204030204" pitchFamily="34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E1FAEFC-0FF8-9243-824E-CB15EE6CD4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3422" y="3811701"/>
            <a:ext cx="3968750" cy="757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2000" kern="1200" spc="0" dirty="0" smtClean="0">
                <a:solidFill>
                  <a:schemeClr val="tx1"/>
                </a:solidFill>
                <a:latin typeface="Palatino" pitchFamily="2" charset="77"/>
                <a:ea typeface="Palatino" pitchFamily="2" charset="77"/>
                <a:cs typeface="Trade Gothic for Nike 365 Light"/>
                <a:sym typeface="Trade Gothic for Nike 365 Light"/>
              </a:defRPr>
            </a:lvl1pPr>
            <a:lvl2pPr marL="228600" indent="0">
              <a:buNone/>
              <a:defRPr lang="en-US" sz="2000" kern="1200" spc="0" dirty="0" smtClean="0">
                <a:solidFill>
                  <a:schemeClr val="tx1"/>
                </a:solidFill>
                <a:latin typeface="Palatino" pitchFamily="2" charset="77"/>
                <a:ea typeface="Palatino" pitchFamily="2" charset="77"/>
                <a:cs typeface="Trade Gothic for Nike 365 Light"/>
                <a:sym typeface="Trade Gothic for Nike 365 Light"/>
              </a:defRPr>
            </a:lvl2pPr>
            <a:lvl3pPr marL="457200" indent="0">
              <a:buNone/>
              <a:defRPr lang="en-US" sz="2000" kern="1200" spc="0" dirty="0" smtClean="0">
                <a:solidFill>
                  <a:schemeClr val="tx1"/>
                </a:solidFill>
                <a:latin typeface="Palatino" pitchFamily="2" charset="77"/>
                <a:ea typeface="Palatino" pitchFamily="2" charset="77"/>
                <a:cs typeface="Trade Gothic for Nike 365 Light"/>
                <a:sym typeface="Trade Gothic for Nike 365 Light"/>
              </a:defRPr>
            </a:lvl3pPr>
            <a:lvl4pPr marL="685800" indent="0">
              <a:buNone/>
              <a:defRPr lang="en-US" sz="2000" kern="1200" spc="0" dirty="0" smtClean="0">
                <a:solidFill>
                  <a:schemeClr val="tx1"/>
                </a:solidFill>
                <a:latin typeface="Palatino" pitchFamily="2" charset="77"/>
                <a:ea typeface="Palatino" pitchFamily="2" charset="77"/>
                <a:cs typeface="Trade Gothic for Nike 365 Light"/>
                <a:sym typeface="Trade Gothic for Nike 365 Light"/>
              </a:defRPr>
            </a:lvl4pPr>
            <a:lvl5pPr marL="914400" indent="0">
              <a:buNone/>
              <a:defRPr lang="en-US" sz="2000" kern="1200" spc="0" dirty="0">
                <a:solidFill>
                  <a:schemeClr val="tx1"/>
                </a:solidFill>
                <a:latin typeface="Palatino" pitchFamily="2" charset="77"/>
                <a:ea typeface="Palatino" pitchFamily="2" charset="77"/>
                <a:cs typeface="Trade Gothic for Nike 365 Light"/>
                <a:sym typeface="Trade Gothic for Nike 365 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020A8050-788B-B04D-A097-C95AAA1F77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14126" y="695065"/>
            <a:ext cx="476250" cy="532150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kumimoji="0" lang="en-US" sz="2400" b="1" u="none" strike="noStrike" kern="0" cap="none" spc="0" normalizeH="0" baseline="0" dirty="0">
                <a:ln>
                  <a:noFill/>
                </a:ln>
                <a:solidFill>
                  <a:srgbClr val="2DA5D4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Graphik Semibold" panose="020B0503030202060203" pitchFamily="34" charset="77"/>
              </a:defRPr>
            </a:lvl1pPr>
          </a:lstStyle>
          <a:p>
            <a:pPr marR="0" lvl="0" fontAlgn="auto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SzTx/>
              <a:tabLst/>
            </a:pPr>
            <a:endParaRPr lang="en-US"/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1D1C8453-BDCF-DF4C-81A2-58D57AEE32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4744" y="695065"/>
            <a:ext cx="4584278" cy="53215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Clr>
                <a:srgbClr val="54A2D0"/>
              </a:buClr>
              <a:buSzTx/>
              <a:buFont typeface="Courier New" panose="02070309020205020404" pitchFamily="49" charset="0"/>
              <a:buNone/>
              <a:tabLst/>
              <a:defRPr kumimoji="0" lang="en-US" sz="2400" b="1" i="0" u="none" strike="noStrike" kern="0" cap="all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Graphik Semibold" panose="020B0503030202060203" pitchFamily="34" charset="77"/>
              </a:defRPr>
            </a:lvl1pPr>
          </a:lstStyle>
          <a:p>
            <a:pPr lvl="0"/>
            <a:r>
              <a:rPr lang="en-US" cap="none"/>
              <a:t>Item description </a:t>
            </a:r>
          </a:p>
          <a:p>
            <a:r>
              <a:rPr lang="en-US" cap="none"/>
              <a:t>Item description </a:t>
            </a:r>
          </a:p>
          <a:p>
            <a:r>
              <a:rPr lang="en-US" cap="none"/>
              <a:t>Item description </a:t>
            </a:r>
          </a:p>
          <a:p>
            <a:r>
              <a:rPr lang="en-US" cap="none"/>
              <a:t>Item description </a:t>
            </a:r>
          </a:p>
          <a:p>
            <a:r>
              <a:rPr lang="en-US" cap="none"/>
              <a:t>Item description </a:t>
            </a:r>
          </a:p>
          <a:p>
            <a:r>
              <a:rPr lang="en-US" cap="none"/>
              <a:t>Item description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D78E65-9537-BD45-921F-D44E7EF75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1541" y="6530699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spc="0">
                <a:solidFill>
                  <a:schemeClr val="tx1"/>
                </a:solidFill>
                <a:latin typeface="Trade Gothic for Nike 365" panose="020B0503040303020004" pitchFamily="34" charset="77"/>
              </a:defRPr>
            </a:lvl1pPr>
          </a:lstStyle>
          <a:p>
            <a:fld id="{72D0377C-D089-2048-A7FC-DF090D5D2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58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IKE DARK FOOTE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DA8CA-43DF-7447-B7A5-3E0FADAE1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1541" y="6530699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spc="0">
                <a:solidFill>
                  <a:schemeClr val="tx1"/>
                </a:solidFill>
                <a:latin typeface="Trade Gothic for Nike 365" panose="020B0503040303020004" pitchFamily="34" charset="77"/>
              </a:defRPr>
            </a:lvl1pPr>
          </a:lstStyle>
          <a:p>
            <a:fld id="{72D0377C-D089-2048-A7FC-DF090D5D2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0915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No Sub Blank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8120-E182-DC4B-8868-3C3748CACE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90117" y="648353"/>
            <a:ext cx="10515600" cy="384149"/>
          </a:xfrm>
          <a:prstGeom prst="rect">
            <a:avLst/>
          </a:prstGeom>
        </p:spPr>
        <p:txBody>
          <a:bodyPr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 ND for Nike 365 Cn XBd" panose="020B0806020204030204" pitchFamily="34" charset="0"/>
                <a:ea typeface="+mn-ea"/>
                <a:cs typeface="Futura" panose="020B0602020204020303" pitchFamily="34" charset="-79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221398DD-FFBF-FB42-858B-2125830D83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99544" y="298255"/>
            <a:ext cx="4497388" cy="26766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50" b="0" i="0" kern="1200" dirty="0" smtClean="0">
                <a:solidFill>
                  <a:sysClr val="windowText" lastClr="000000"/>
                </a:solidFill>
                <a:latin typeface="Trade Gothic for Nike 365" panose="020B0503040303020004" pitchFamily="34" charset="77"/>
                <a:ea typeface="Palatino" pitchFamily="2" charset="77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50" b="0" i="0" kern="1200" dirty="0" smtClean="0">
                <a:solidFill>
                  <a:schemeClr val="accent3"/>
                </a:solidFill>
                <a:latin typeface="Trade Gothic for Nike 365" panose="020B0503040303020004" pitchFamily="34" charset="77"/>
                <a:ea typeface="Helvetica Neue Light" panose="02000403000000020004" pitchFamily="2" charset="0"/>
                <a:cs typeface="+mn-cs"/>
              </a:defRPr>
            </a:lvl2pPr>
            <a:lvl3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50" b="0" i="0" kern="1200" dirty="0" smtClean="0">
                <a:solidFill>
                  <a:schemeClr val="accent3"/>
                </a:solidFill>
                <a:latin typeface="Trade Gothic for Nike 365" panose="020B0503040303020004" pitchFamily="34" charset="77"/>
                <a:ea typeface="Helvetica Neue Light" panose="02000403000000020004" pitchFamily="2" charset="0"/>
                <a:cs typeface="+mn-cs"/>
              </a:defRPr>
            </a:lvl3pPr>
            <a:lvl4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50" b="0" i="0" kern="1200" dirty="0" smtClean="0">
                <a:solidFill>
                  <a:schemeClr val="accent3"/>
                </a:solidFill>
                <a:latin typeface="Trade Gothic for Nike 365" panose="020B0503040303020004" pitchFamily="34" charset="77"/>
                <a:ea typeface="Helvetica Neue Light" panose="02000403000000020004" pitchFamily="2" charset="0"/>
                <a:cs typeface="+mn-cs"/>
              </a:defRPr>
            </a:lvl4pPr>
            <a:lvl5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50" b="0" i="0" kern="1200" dirty="0">
                <a:solidFill>
                  <a:schemeClr val="accent3"/>
                </a:solidFill>
                <a:latin typeface="Trade Gothic for Nike 365" panose="020B0503040303020004" pitchFamily="34" charset="77"/>
                <a:ea typeface="Helvetica Neue Light" panose="02000403000000020004" pitchFamily="2" charset="0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B92081E-DA85-7B48-B106-0E991D5EA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741541" y="6530699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spc="0">
                <a:solidFill>
                  <a:schemeClr val="tx1"/>
                </a:solidFill>
                <a:latin typeface="Trade Gothic for Nike 365" panose="020B0503040303020004" pitchFamily="34" charset="77"/>
              </a:defRPr>
            </a:lvl1pPr>
          </a:lstStyle>
          <a:p>
            <a:fld id="{72D0377C-D089-2048-A7FC-DF090D5D2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1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.jpe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2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82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36" Type="http://schemas.openxmlformats.org/officeDocument/2006/relationships/theme" Target="../theme/theme8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83.xml"/><Relationship Id="rId8" Type="http://schemas.openxmlformats.org/officeDocument/2006/relationships/slideLayout" Target="../slideLayouts/slideLayout56.xml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6.xml"/><Relationship Id="rId18" Type="http://schemas.openxmlformats.org/officeDocument/2006/relationships/slideLayout" Target="../slideLayouts/slideLayout101.xml"/><Relationship Id="rId26" Type="http://schemas.openxmlformats.org/officeDocument/2006/relationships/slideLayout" Target="../slideLayouts/slideLayout109.xml"/><Relationship Id="rId39" Type="http://schemas.openxmlformats.org/officeDocument/2006/relationships/slideLayout" Target="../slideLayouts/slideLayout122.xml"/><Relationship Id="rId21" Type="http://schemas.openxmlformats.org/officeDocument/2006/relationships/slideLayout" Target="../slideLayouts/slideLayout104.xml"/><Relationship Id="rId34" Type="http://schemas.openxmlformats.org/officeDocument/2006/relationships/slideLayout" Target="../slideLayouts/slideLayout117.xml"/><Relationship Id="rId42" Type="http://schemas.openxmlformats.org/officeDocument/2006/relationships/slideLayout" Target="../slideLayouts/slideLayout125.xml"/><Relationship Id="rId47" Type="http://schemas.openxmlformats.org/officeDocument/2006/relationships/slideLayout" Target="../slideLayouts/slideLayout130.xml"/><Relationship Id="rId50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29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94.xml"/><Relationship Id="rId24" Type="http://schemas.openxmlformats.org/officeDocument/2006/relationships/slideLayout" Target="../slideLayouts/slideLayout107.xml"/><Relationship Id="rId32" Type="http://schemas.openxmlformats.org/officeDocument/2006/relationships/slideLayout" Target="../slideLayouts/slideLayout115.xml"/><Relationship Id="rId37" Type="http://schemas.openxmlformats.org/officeDocument/2006/relationships/slideLayout" Target="../slideLayouts/slideLayout120.xml"/><Relationship Id="rId40" Type="http://schemas.openxmlformats.org/officeDocument/2006/relationships/slideLayout" Target="../slideLayouts/slideLayout123.xml"/><Relationship Id="rId45" Type="http://schemas.openxmlformats.org/officeDocument/2006/relationships/slideLayout" Target="../slideLayouts/slideLayout128.xml"/><Relationship Id="rId53" Type="http://schemas.openxmlformats.org/officeDocument/2006/relationships/theme" Target="../theme/theme9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102.xml"/><Relationship Id="rId31" Type="http://schemas.openxmlformats.org/officeDocument/2006/relationships/slideLayout" Target="../slideLayouts/slideLayout114.xml"/><Relationship Id="rId44" Type="http://schemas.openxmlformats.org/officeDocument/2006/relationships/slideLayout" Target="../slideLayouts/slideLayout127.xml"/><Relationship Id="rId52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105.xml"/><Relationship Id="rId27" Type="http://schemas.openxmlformats.org/officeDocument/2006/relationships/slideLayout" Target="../slideLayouts/slideLayout110.xml"/><Relationship Id="rId30" Type="http://schemas.openxmlformats.org/officeDocument/2006/relationships/slideLayout" Target="../slideLayouts/slideLayout113.xml"/><Relationship Id="rId35" Type="http://schemas.openxmlformats.org/officeDocument/2006/relationships/slideLayout" Target="../slideLayouts/slideLayout118.xml"/><Relationship Id="rId43" Type="http://schemas.openxmlformats.org/officeDocument/2006/relationships/slideLayout" Target="../slideLayouts/slideLayout126.xml"/><Relationship Id="rId48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91.xml"/><Relationship Id="rId51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5" Type="http://schemas.openxmlformats.org/officeDocument/2006/relationships/slideLayout" Target="../slideLayouts/slideLayout108.xml"/><Relationship Id="rId33" Type="http://schemas.openxmlformats.org/officeDocument/2006/relationships/slideLayout" Target="../slideLayouts/slideLayout116.xml"/><Relationship Id="rId38" Type="http://schemas.openxmlformats.org/officeDocument/2006/relationships/slideLayout" Target="../slideLayouts/slideLayout121.xml"/><Relationship Id="rId46" Type="http://schemas.openxmlformats.org/officeDocument/2006/relationships/slideLayout" Target="../slideLayouts/slideLayout129.xml"/><Relationship Id="rId20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8.xml"/><Relationship Id="rId23" Type="http://schemas.openxmlformats.org/officeDocument/2006/relationships/slideLayout" Target="../slideLayouts/slideLayout106.xml"/><Relationship Id="rId28" Type="http://schemas.openxmlformats.org/officeDocument/2006/relationships/slideLayout" Target="../slideLayouts/slideLayout111.xml"/><Relationship Id="rId36" Type="http://schemas.openxmlformats.org/officeDocument/2006/relationships/slideLayout" Target="../slideLayouts/slideLayout119.xml"/><Relationship Id="rId49" Type="http://schemas.openxmlformats.org/officeDocument/2006/relationships/slideLayout" Target="../slideLayouts/slideLayout1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1027" name="AutoShape 3"/>
          <p:cNvSpPr>
            <a:spLocks noChangeArrowheads="1"/>
          </p:cNvSpPr>
          <p:nvPr/>
        </p:nvSpPr>
        <p:spPr bwMode="auto">
          <a:xfrm>
            <a:off x="203200" y="190500"/>
            <a:ext cx="11785600" cy="6477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47923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57976"/>
            <a:ext cx="609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CFFEB2-D3CB-4710-BC6F-8F232AF4085A}" type="slidenum">
              <a:rPr lang="en-US" sz="8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39700"/>
            <a:ext cx="995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432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0743" y="1598613"/>
            <a:ext cx="1133051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32" name="Rectangle 15" descr="Light downward diagonal"/>
          <p:cNvSpPr>
            <a:spLocks noChangeArrowheads="1"/>
          </p:cNvSpPr>
          <p:nvPr/>
        </p:nvSpPr>
        <p:spPr bwMode="auto">
          <a:xfrm rot="10800000" flipV="1">
            <a:off x="0" y="1079500"/>
            <a:ext cx="12192000" cy="889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548640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33" name="Text Box 16"/>
          <p:cNvSpPr txBox="1">
            <a:spLocks noChangeArrowheads="1"/>
          </p:cNvSpPr>
          <p:nvPr/>
        </p:nvSpPr>
        <p:spPr bwMode="auto">
          <a:xfrm>
            <a:off x="321734" y="6659563"/>
            <a:ext cx="1102995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/>
                </a:solidFill>
              </a:rPr>
              <a:t>©</a:t>
            </a:r>
            <a:r>
              <a:rPr lang="en-US" sz="800">
                <a:solidFill>
                  <a:srgbClr val="000000"/>
                </a:solidFill>
              </a:rPr>
              <a:t>Health Care Service Corporation                                                                                                                		              Confidential &amp; Proprietary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9144000" y="418678"/>
            <a:ext cx="3048000" cy="495723"/>
            <a:chOff x="3585043" y="796998"/>
            <a:chExt cx="2018128" cy="458692"/>
          </a:xfrm>
        </p:grpSpPr>
        <p:sp>
          <p:nvSpPr>
            <p:cNvPr id="10" name="TextBox 9"/>
            <p:cNvSpPr txBox="1"/>
            <p:nvPr/>
          </p:nvSpPr>
          <p:spPr>
            <a:xfrm>
              <a:off x="4214591" y="970904"/>
              <a:ext cx="1264369" cy="2847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B96DB"/>
                  </a:solidFill>
                  <a:effectLst/>
                  <a:uLnTx/>
                  <a:uFillTx/>
                  <a:latin typeface="Mistral" panose="03090702030407020403" pitchFamily="66" charset="0"/>
                  <a:ea typeface="+mn-ea"/>
                  <a:cs typeface="+mn-cs"/>
                </a:rPr>
                <a:t>Vendor Management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585043" y="796998"/>
              <a:ext cx="685800" cy="40957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214591" y="814771"/>
              <a:ext cx="1388580" cy="284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7406D">
                      <a:lumMod val="75000"/>
                    </a:srgbClr>
                  </a:solidFill>
                  <a:effectLst/>
                  <a:uLnTx/>
                  <a:uFillTx/>
                  <a:latin typeface="Kokila" panose="020B0604020202020204" pitchFamily="34" charset="0"/>
                  <a:ea typeface="+mn-ea"/>
                  <a:cs typeface="Kokila" panose="020B0604020202020204" pitchFamily="34" charset="0"/>
                </a:rPr>
                <a:t>Strategic Sourcing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38260F6-9ABF-1531-2B3E-C1E18896483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3091071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901" r:id="rId2"/>
    <p:sldLayoutId id="2147483662" r:id="rId3"/>
    <p:sldLayoutId id="2147483663" r:id="rId4"/>
    <p:sldLayoutId id="2147483664" r:id="rId5"/>
    <p:sldLayoutId id="2147483665" r:id="rId6"/>
    <p:sldLayoutId id="2147483842" r:id="rId7"/>
    <p:sldLayoutId id="2147483902" r:id="rId8"/>
    <p:sldLayoutId id="2147483903" r:id="rId9"/>
    <p:sldLayoutId id="2147483906" r:id="rId10"/>
    <p:sldLayoutId id="2147483908" r:id="rId11"/>
  </p:sldLayoutIdLst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90513" indent="-29051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7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2625" indent="-22542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Char char="•"/>
        <a:defRPr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SzPct val="110000"/>
        <a:buChar char="•"/>
        <a:defRPr sz="1600">
          <a:solidFill>
            <a:schemeClr val="tx1"/>
          </a:solidFill>
          <a:latin typeface="+mn-lt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SzPct val="110000"/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1027" name="AutoShape 3"/>
          <p:cNvSpPr>
            <a:spLocks noChangeArrowheads="1"/>
          </p:cNvSpPr>
          <p:nvPr/>
        </p:nvSpPr>
        <p:spPr bwMode="auto">
          <a:xfrm>
            <a:off x="203200" y="190500"/>
            <a:ext cx="11785600" cy="6477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47923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57976"/>
            <a:ext cx="609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CFFEB2-D3CB-4710-BC6F-8F232AF4085A}" type="slidenum">
              <a:rPr lang="en-US" sz="8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39700"/>
            <a:ext cx="995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432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0743" y="1598613"/>
            <a:ext cx="1133051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32" name="Rectangle 15" descr="Light downward diagonal"/>
          <p:cNvSpPr>
            <a:spLocks noChangeArrowheads="1"/>
          </p:cNvSpPr>
          <p:nvPr/>
        </p:nvSpPr>
        <p:spPr bwMode="auto">
          <a:xfrm rot="10800000" flipV="1">
            <a:off x="0" y="1079500"/>
            <a:ext cx="12192000" cy="889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548640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33" name="Text Box 16"/>
          <p:cNvSpPr txBox="1">
            <a:spLocks noChangeArrowheads="1"/>
          </p:cNvSpPr>
          <p:nvPr/>
        </p:nvSpPr>
        <p:spPr bwMode="auto">
          <a:xfrm>
            <a:off x="321734" y="6659563"/>
            <a:ext cx="1102995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/>
                </a:solidFill>
              </a:rPr>
              <a:t>©</a:t>
            </a:r>
            <a:r>
              <a:rPr lang="en-US" sz="800">
                <a:solidFill>
                  <a:srgbClr val="000000"/>
                </a:solidFill>
              </a:rPr>
              <a:t>Health Care Service Corporation                                                                                                                		              Confidential &amp; Proprietary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9144000" y="418678"/>
            <a:ext cx="3048000" cy="495723"/>
            <a:chOff x="3585043" y="796998"/>
            <a:chExt cx="2018128" cy="458692"/>
          </a:xfrm>
        </p:grpSpPr>
        <p:sp>
          <p:nvSpPr>
            <p:cNvPr id="10" name="TextBox 9"/>
            <p:cNvSpPr txBox="1"/>
            <p:nvPr/>
          </p:nvSpPr>
          <p:spPr>
            <a:xfrm>
              <a:off x="4214591" y="970904"/>
              <a:ext cx="1264369" cy="2847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B96DB"/>
                  </a:solidFill>
                  <a:effectLst/>
                  <a:uLnTx/>
                  <a:uFillTx/>
                  <a:latin typeface="Mistral" panose="03090702030407020403" pitchFamily="66" charset="0"/>
                  <a:ea typeface="+mn-ea"/>
                  <a:cs typeface="+mn-cs"/>
                </a:rPr>
                <a:t>Vendor Management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85043" y="796998"/>
              <a:ext cx="685800" cy="40957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214591" y="814771"/>
              <a:ext cx="1388580" cy="284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7406D">
                      <a:lumMod val="75000"/>
                    </a:srgbClr>
                  </a:solidFill>
                  <a:effectLst/>
                  <a:uLnTx/>
                  <a:uFillTx/>
                  <a:latin typeface="Kokila" panose="020B0604020202020204" pitchFamily="34" charset="0"/>
                  <a:ea typeface="+mn-ea"/>
                  <a:cs typeface="Kokila" panose="020B0604020202020204" pitchFamily="34" charset="0"/>
                </a:rPr>
                <a:t>Strategic Sourcing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8898BEF-1163-EA62-CD3C-08F2CB66085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233541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2" r:id="rId6"/>
    <p:sldLayoutId id="2147483723" r:id="rId7"/>
  </p:sldLayoutIdLst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90513" indent="-29051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7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2625" indent="-22542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Char char="•"/>
        <a:defRPr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SzPct val="110000"/>
        <a:buChar char="•"/>
        <a:defRPr sz="1600">
          <a:solidFill>
            <a:schemeClr val="tx1"/>
          </a:solidFill>
          <a:latin typeface="+mn-lt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SzPct val="110000"/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77801"/>
            <a:ext cx="11430000" cy="857785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35586"/>
            <a:ext cx="11430000" cy="5336639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F920B-7D98-4199-BC9E-9BCE83F4C6E7}"/>
              </a:ext>
            </a:extLst>
          </p:cNvPr>
          <p:cNvSpPr txBox="1"/>
          <p:nvPr userDrawn="1"/>
        </p:nvSpPr>
        <p:spPr>
          <a:xfrm>
            <a:off x="138450" y="6571714"/>
            <a:ext cx="246888" cy="206375"/>
          </a:xfrm>
          <a:prstGeom prst="ellipse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11DDEC-6B18-4750-9ABF-5F17990D8BD0}" type="slidenum">
              <a:rPr lang="en-US" sz="1100" b="0" cap="none" baseline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pitchFamily="34" charset="0"/>
              </a:rPr>
              <a:t>‹#›</a:t>
            </a:fld>
            <a:endParaRPr lang="en-US" sz="1100" b="0" cap="none" baseline="0">
              <a:solidFill>
                <a:schemeClr val="bg1">
                  <a:lumMod val="50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160F5-F55A-F63C-E021-E541A807BD6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4254072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90" r:id="rId4"/>
    <p:sldLayoutId id="2147483791" r:id="rId5"/>
    <p:sldLayoutId id="2147483792" r:id="rId6"/>
    <p:sldLayoutId id="2147483793" r:id="rId7"/>
  </p:sldLayoutIdLst>
  <p:hf hdr="0" ftr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lang="en-US" sz="3600" b="0" kern="1200" cap="all" baseline="0" dirty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pos="240">
          <p15:clr>
            <a:srgbClr val="F26B43"/>
          </p15:clr>
        </p15:guide>
        <p15:guide id="11" pos="38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160">
          <p15:clr>
            <a:srgbClr val="F26B43"/>
          </p15:clr>
        </p15:guide>
        <p15:guide id="16" pos="3816">
          <p15:clr>
            <a:srgbClr val="F26B43"/>
          </p15:clr>
        </p15:guide>
        <p15:guide id="17" pos="3864">
          <p15:clr>
            <a:srgbClr val="F26B43"/>
          </p15:clr>
        </p15:guide>
        <p15:guide id="18" orient="horz" pos="648">
          <p15:clr>
            <a:srgbClr val="F26B43"/>
          </p15:clr>
        </p15:guide>
        <p15:guide id="19" orient="horz" pos="405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590"/>
          <a:stretch/>
        </p:blipFill>
        <p:spPr>
          <a:xfrm>
            <a:off x="0" y="167565"/>
            <a:ext cx="12192000" cy="102624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7217" y="12"/>
            <a:ext cx="11424139" cy="7794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217" y="955675"/>
            <a:ext cx="11424139" cy="562097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-12700" y="-21657"/>
            <a:ext cx="12217400" cy="58771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solidFill>
            <a:srgbClr val="3285C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0">
              <a:solidFill>
                <a:srgbClr val="0000FF"/>
              </a:solidFill>
              <a:latin typeface="Calibri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5842000" y="-21658"/>
            <a:ext cx="6350000" cy="36015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solidFill>
            <a:srgbClr val="98DEF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0">
              <a:solidFill>
                <a:srgbClr val="0000FF"/>
              </a:solidFill>
              <a:latin typeface="Calibri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-25356" y="96602"/>
            <a:ext cx="12240731" cy="366390"/>
            <a:chOff x="-19045" y="216550"/>
            <a:chExt cx="9180548" cy="649224"/>
          </a:xfrm>
        </p:grpSpPr>
        <p:sp>
          <p:nvSpPr>
            <p:cNvPr id="14" name="Freeform 13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rgbClr val="0BD0D9">
                      <a:shade val="75000"/>
                    </a:srgbClr>
                  </a:gs>
                  <a:gs pos="86000">
                    <a:srgbClr val="0000FF">
                      <a:alpha val="29000"/>
                    </a:srgbClr>
                  </a:gs>
                  <a:gs pos="16000">
                    <a:srgbClr val="009DD9">
                      <a:shade val="75000"/>
                      <a:alpha val="56000"/>
                    </a:srgb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0">
                <a:solidFill>
                  <a:srgbClr val="0000FF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rgbClr val="10CF9B"/>
                  </a:gs>
                  <a:gs pos="44000">
                    <a:srgbClr val="0F6FC6"/>
                  </a:gs>
                  <a:gs pos="33000">
                    <a:srgbClr val="009DD9">
                      <a:alpha val="56000"/>
                    </a:srgb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0">
                <a:solidFill>
                  <a:srgbClr val="0000FF"/>
                </a:solidFill>
              </a:endParaRPr>
            </a:p>
          </p:txBody>
        </p:sp>
      </p:grpSp>
      <p:cxnSp>
        <p:nvCxnSpPr>
          <p:cNvPr id="18" name="Straight Connector 17"/>
          <p:cNvCxnSpPr/>
          <p:nvPr/>
        </p:nvCxnSpPr>
        <p:spPr>
          <a:xfrm flipV="1">
            <a:off x="1229100" y="6555422"/>
            <a:ext cx="0" cy="286081"/>
          </a:xfrm>
          <a:prstGeom prst="line">
            <a:avLst/>
          </a:prstGeom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health-care-services-corporation.png (960×960)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14" b="31797"/>
          <a:stretch/>
        </p:blipFill>
        <p:spPr bwMode="auto">
          <a:xfrm>
            <a:off x="327379" y="6620234"/>
            <a:ext cx="781756" cy="22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1290547" y="6595424"/>
            <a:ext cx="4131735" cy="21544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914271">
              <a:defRPr/>
            </a:pPr>
            <a:r>
              <a:rPr lang="en-US" sz="800">
                <a:solidFill>
                  <a:prstClr val="black">
                    <a:lumMod val="50000"/>
                    <a:lumOff val="50000"/>
                  </a:prstClr>
                </a:solidFill>
              </a:rPr>
              <a:t>Copyright © 2015 Accenture.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424EE9-3E58-54AC-1657-60814757B5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84785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1027" name="AutoShape 3"/>
          <p:cNvSpPr>
            <a:spLocks noChangeArrowheads="1"/>
          </p:cNvSpPr>
          <p:nvPr/>
        </p:nvSpPr>
        <p:spPr bwMode="auto">
          <a:xfrm>
            <a:off x="203200" y="190500"/>
            <a:ext cx="11785600" cy="6477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47923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57976"/>
            <a:ext cx="609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CFFEB2-D3CB-4710-BC6F-8F232AF4085A}" type="slidenum">
              <a:rPr lang="en-US" sz="8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39700"/>
            <a:ext cx="995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432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0743" y="1598613"/>
            <a:ext cx="1133051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32" name="Rectangle 15" descr="Light downward diagonal"/>
          <p:cNvSpPr>
            <a:spLocks noChangeArrowheads="1"/>
          </p:cNvSpPr>
          <p:nvPr/>
        </p:nvSpPr>
        <p:spPr bwMode="auto">
          <a:xfrm rot="10800000" flipV="1">
            <a:off x="0" y="1079500"/>
            <a:ext cx="12192000" cy="889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548640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33" name="Text Box 16"/>
          <p:cNvSpPr txBox="1">
            <a:spLocks noChangeArrowheads="1"/>
          </p:cNvSpPr>
          <p:nvPr/>
        </p:nvSpPr>
        <p:spPr bwMode="auto">
          <a:xfrm>
            <a:off x="321734" y="6659563"/>
            <a:ext cx="1102995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/>
                </a:solidFill>
              </a:rPr>
              <a:t>©</a:t>
            </a:r>
            <a:r>
              <a:rPr lang="en-US" sz="800">
                <a:solidFill>
                  <a:srgbClr val="000000"/>
                </a:solidFill>
              </a:rPr>
              <a:t>Health Care Service Corporation                                                                                                                		              Confidential &amp; Proprietary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9144000" y="418678"/>
            <a:ext cx="3048000" cy="495723"/>
            <a:chOff x="3585043" y="796998"/>
            <a:chExt cx="2018128" cy="458692"/>
          </a:xfrm>
        </p:grpSpPr>
        <p:sp>
          <p:nvSpPr>
            <p:cNvPr id="10" name="TextBox 9"/>
            <p:cNvSpPr txBox="1"/>
            <p:nvPr/>
          </p:nvSpPr>
          <p:spPr>
            <a:xfrm>
              <a:off x="4214591" y="970904"/>
              <a:ext cx="1264369" cy="2847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en-US" sz="1400">
                  <a:solidFill>
                    <a:srgbClr val="1B96DB"/>
                  </a:solidFill>
                  <a:latin typeface="Mistral" panose="03090702030407020403" pitchFamily="66" charset="0"/>
                </a:rPr>
                <a:t>Vendor Management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85043" y="796998"/>
              <a:ext cx="685800" cy="40957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214591" y="814771"/>
              <a:ext cx="1388580" cy="284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400" b="1">
                  <a:solidFill>
                    <a:srgbClr val="17406D">
                      <a:lumMod val="75000"/>
                    </a:srgbClr>
                  </a:solidFill>
                  <a:latin typeface="Kokila" panose="020B0604020202020204" pitchFamily="34" charset="0"/>
                  <a:cs typeface="Kokila" panose="020B0604020202020204" pitchFamily="34" charset="0"/>
                </a:rPr>
                <a:t>Strategic Sourcing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9BFB109-8509-6216-C027-B4478969383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15113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</p:sldLayoutIdLst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90513" indent="-29051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7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2625" indent="-22542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Char char="•"/>
        <a:defRPr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SzPct val="110000"/>
        <a:buChar char="•"/>
        <a:defRPr sz="1600">
          <a:solidFill>
            <a:schemeClr val="tx1"/>
          </a:solidFill>
          <a:latin typeface="+mn-lt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SzPct val="110000"/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1027" name="AutoShape 3"/>
          <p:cNvSpPr>
            <a:spLocks noChangeArrowheads="1"/>
          </p:cNvSpPr>
          <p:nvPr/>
        </p:nvSpPr>
        <p:spPr bwMode="auto">
          <a:xfrm>
            <a:off x="203200" y="190500"/>
            <a:ext cx="11785600" cy="6477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47923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57976"/>
            <a:ext cx="609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CFFEB2-D3CB-4710-BC6F-8F232AF4085A}" type="slidenum">
              <a:rPr lang="en-US" sz="8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39700"/>
            <a:ext cx="995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432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0743" y="1598613"/>
            <a:ext cx="1133051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32" name="Rectangle 15" descr="Light downward diagonal"/>
          <p:cNvSpPr>
            <a:spLocks noChangeArrowheads="1"/>
          </p:cNvSpPr>
          <p:nvPr/>
        </p:nvSpPr>
        <p:spPr bwMode="auto">
          <a:xfrm rot="10800000" flipV="1">
            <a:off x="0" y="1079500"/>
            <a:ext cx="12192000" cy="889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548640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33" name="Text Box 16"/>
          <p:cNvSpPr txBox="1">
            <a:spLocks noChangeArrowheads="1"/>
          </p:cNvSpPr>
          <p:nvPr/>
        </p:nvSpPr>
        <p:spPr bwMode="auto">
          <a:xfrm>
            <a:off x="321734" y="6659563"/>
            <a:ext cx="1102995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/>
                </a:solidFill>
              </a:rPr>
              <a:t>©</a:t>
            </a:r>
            <a:r>
              <a:rPr lang="en-US" sz="800">
                <a:solidFill>
                  <a:srgbClr val="000000"/>
                </a:solidFill>
              </a:rPr>
              <a:t>Health Care Service Corporation                                                                                                                		              Confidential &amp; Proprietary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9144000" y="418678"/>
            <a:ext cx="3048000" cy="495723"/>
            <a:chOff x="3585043" y="796998"/>
            <a:chExt cx="2018128" cy="458692"/>
          </a:xfrm>
        </p:grpSpPr>
        <p:sp>
          <p:nvSpPr>
            <p:cNvPr id="10" name="TextBox 9"/>
            <p:cNvSpPr txBox="1"/>
            <p:nvPr/>
          </p:nvSpPr>
          <p:spPr>
            <a:xfrm>
              <a:off x="4214591" y="970904"/>
              <a:ext cx="1264369" cy="2847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B96DB"/>
                  </a:solidFill>
                  <a:effectLst/>
                  <a:uLnTx/>
                  <a:uFillTx/>
                  <a:latin typeface="Mistral" panose="03090702030407020403" pitchFamily="66" charset="0"/>
                  <a:ea typeface="+mn-ea"/>
                  <a:cs typeface="+mn-cs"/>
                </a:rPr>
                <a:t>Vendor Management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85043" y="796998"/>
              <a:ext cx="685800" cy="40957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214591" y="814771"/>
              <a:ext cx="1388580" cy="284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7406D">
                      <a:lumMod val="75000"/>
                    </a:srgbClr>
                  </a:solidFill>
                  <a:effectLst/>
                  <a:uLnTx/>
                  <a:uFillTx/>
                  <a:latin typeface="Kokila" panose="020B0604020202020204" pitchFamily="34" charset="0"/>
                  <a:ea typeface="+mn-ea"/>
                  <a:cs typeface="Kokila" panose="020B0604020202020204" pitchFamily="34" charset="0"/>
                </a:rPr>
                <a:t>Strategic Sourcing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87A646C-EE09-F7EC-FF9F-FD6B5BC4A9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1787997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9" r:id="rId2"/>
    <p:sldLayoutId id="2147483910" r:id="rId3"/>
    <p:sldLayoutId id="2147483911" r:id="rId4"/>
    <p:sldLayoutId id="2147483912" r:id="rId5"/>
    <p:sldLayoutId id="2147483913" r:id="rId6"/>
  </p:sldLayoutIdLst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90513" indent="-29051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7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2625" indent="-22542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Char char="•"/>
        <a:defRPr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SzPct val="110000"/>
        <a:buChar char="•"/>
        <a:defRPr sz="1600">
          <a:solidFill>
            <a:schemeClr val="tx1"/>
          </a:solidFill>
          <a:latin typeface="+mn-lt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SzPct val="110000"/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1027" name="AutoShape 3"/>
          <p:cNvSpPr>
            <a:spLocks noChangeArrowheads="1"/>
          </p:cNvSpPr>
          <p:nvPr/>
        </p:nvSpPr>
        <p:spPr bwMode="auto">
          <a:xfrm>
            <a:off x="203200" y="190500"/>
            <a:ext cx="11785600" cy="6477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47923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57976"/>
            <a:ext cx="609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CFFEB2-D3CB-4710-BC6F-8F232AF4085A}" type="slidenum">
              <a:rPr lang="en-US" sz="8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39700"/>
            <a:ext cx="995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432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0743" y="1598613"/>
            <a:ext cx="1133051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32" name="Rectangle 15" descr="Light downward diagonal"/>
          <p:cNvSpPr>
            <a:spLocks noChangeArrowheads="1"/>
          </p:cNvSpPr>
          <p:nvPr/>
        </p:nvSpPr>
        <p:spPr bwMode="auto">
          <a:xfrm rot="10800000" flipV="1">
            <a:off x="0" y="1079500"/>
            <a:ext cx="12192000" cy="889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548640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33" name="Text Box 16"/>
          <p:cNvSpPr txBox="1">
            <a:spLocks noChangeArrowheads="1"/>
          </p:cNvSpPr>
          <p:nvPr/>
        </p:nvSpPr>
        <p:spPr bwMode="auto">
          <a:xfrm>
            <a:off x="321734" y="6659563"/>
            <a:ext cx="1102995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/>
                </a:solidFill>
              </a:rPr>
              <a:t>©</a:t>
            </a:r>
            <a:r>
              <a:rPr lang="en-US" sz="800">
                <a:solidFill>
                  <a:srgbClr val="000000"/>
                </a:solidFill>
              </a:rPr>
              <a:t>Health Care Service Corporation                                                                                                                		              Confidential &amp; Proprietary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9144000" y="418678"/>
            <a:ext cx="3048000" cy="495723"/>
            <a:chOff x="3585043" y="796998"/>
            <a:chExt cx="2018128" cy="458692"/>
          </a:xfrm>
        </p:grpSpPr>
        <p:sp>
          <p:nvSpPr>
            <p:cNvPr id="10" name="TextBox 9"/>
            <p:cNvSpPr txBox="1"/>
            <p:nvPr/>
          </p:nvSpPr>
          <p:spPr>
            <a:xfrm>
              <a:off x="4214591" y="970904"/>
              <a:ext cx="1264369" cy="2847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B96DB"/>
                  </a:solidFill>
                  <a:effectLst/>
                  <a:uLnTx/>
                  <a:uFillTx/>
                  <a:latin typeface="Mistral" panose="03090702030407020403" pitchFamily="66" charset="0"/>
                  <a:ea typeface="+mn-ea"/>
                  <a:cs typeface="+mn-cs"/>
                </a:rPr>
                <a:t>Vendor Management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85043" y="796998"/>
              <a:ext cx="685800" cy="40957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214591" y="814771"/>
              <a:ext cx="1388580" cy="284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7406D">
                      <a:lumMod val="75000"/>
                    </a:srgbClr>
                  </a:solidFill>
                  <a:effectLst/>
                  <a:uLnTx/>
                  <a:uFillTx/>
                  <a:latin typeface="Kokila" panose="020B0604020202020204" pitchFamily="34" charset="0"/>
                  <a:ea typeface="+mn-ea"/>
                  <a:cs typeface="Kokila" panose="020B0604020202020204" pitchFamily="34" charset="0"/>
                </a:rPr>
                <a:t>Strategic Sourcing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ECA5FC0-1693-51B3-F5EF-97F97BA2BFA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36925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</p:sldLayoutIdLst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90513" indent="-29051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7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2625" indent="-22542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Char char="•"/>
        <a:defRPr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SzPct val="110000"/>
        <a:buChar char="•"/>
        <a:defRPr sz="1600">
          <a:solidFill>
            <a:schemeClr val="tx1"/>
          </a:solidFill>
          <a:latin typeface="+mn-lt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SzPct val="110000"/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Place headline here (28pt)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4420CF-8D67-6140-853D-C8FF80676D8A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9F2911-EE76-2F43-9747-513B99A88D98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0" name="Logo_BL" descr="Accenture logo in black and purple">
            <a:extLst>
              <a:ext uri="{FF2B5EF4-FFF2-40B4-BE49-F238E27FC236}">
                <a16:creationId xmlns:a16="http://schemas.microsoft.com/office/drawing/2014/main" id="{0D53D8AC-8436-8C4F-964F-C2DE7277598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0" y="6467776"/>
            <a:ext cx="781597" cy="205956"/>
            <a:chOff x="2387" y="1701"/>
            <a:chExt cx="4535" cy="1195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4933D51A-C756-7C49-B4F6-9846008894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C821CC7F-1A40-9640-9B46-BFA17C5062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011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84" r:id="rId11"/>
    <p:sldLayoutId id="2147483985" r:id="rId12"/>
    <p:sldLayoutId id="2147483986" r:id="rId13"/>
    <p:sldLayoutId id="2147483987" r:id="rId14"/>
    <p:sldLayoutId id="2147483988" r:id="rId15"/>
    <p:sldLayoutId id="2147483989" r:id="rId16"/>
    <p:sldLayoutId id="2147483990" r:id="rId17"/>
    <p:sldLayoutId id="2147483991" r:id="rId18"/>
    <p:sldLayoutId id="2147483992" r:id="rId19"/>
    <p:sldLayoutId id="2147483993" r:id="rId20"/>
    <p:sldLayoutId id="2147483994" r:id="rId21"/>
    <p:sldLayoutId id="2147483995" r:id="rId22"/>
    <p:sldLayoutId id="2147483996" r:id="rId23"/>
    <p:sldLayoutId id="2147483997" r:id="rId24"/>
    <p:sldLayoutId id="2147483998" r:id="rId25"/>
    <p:sldLayoutId id="2147483999" r:id="rId26"/>
    <p:sldLayoutId id="2147484000" r:id="rId27"/>
    <p:sldLayoutId id="2147484001" r:id="rId28"/>
    <p:sldLayoutId id="2147484002" r:id="rId29"/>
    <p:sldLayoutId id="2147484003" r:id="rId30"/>
    <p:sldLayoutId id="2147484004" r:id="rId31"/>
    <p:sldLayoutId id="2147484005" r:id="rId32"/>
    <p:sldLayoutId id="2147484007" r:id="rId33"/>
    <p:sldLayoutId id="2147484008" r:id="rId34"/>
    <p:sldLayoutId id="2147484009" r:id="rId35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n-US" sz="2800" b="1" kern="1200" dirty="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0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  <p:sldLayoutId id="2147484022" r:id="rId12"/>
    <p:sldLayoutId id="2147484023" r:id="rId13"/>
    <p:sldLayoutId id="2147484024" r:id="rId14"/>
    <p:sldLayoutId id="2147484025" r:id="rId15"/>
    <p:sldLayoutId id="2147484026" r:id="rId16"/>
    <p:sldLayoutId id="2147484027" r:id="rId17"/>
    <p:sldLayoutId id="2147484028" r:id="rId18"/>
    <p:sldLayoutId id="2147484029" r:id="rId19"/>
    <p:sldLayoutId id="2147484030" r:id="rId20"/>
    <p:sldLayoutId id="2147484031" r:id="rId21"/>
    <p:sldLayoutId id="2147484032" r:id="rId22"/>
    <p:sldLayoutId id="2147484033" r:id="rId23"/>
    <p:sldLayoutId id="2147484034" r:id="rId24"/>
    <p:sldLayoutId id="2147484035" r:id="rId25"/>
    <p:sldLayoutId id="2147484036" r:id="rId26"/>
    <p:sldLayoutId id="2147484037" r:id="rId27"/>
    <p:sldLayoutId id="2147484038" r:id="rId28"/>
    <p:sldLayoutId id="2147484039" r:id="rId29"/>
    <p:sldLayoutId id="2147484040" r:id="rId30"/>
    <p:sldLayoutId id="2147484041" r:id="rId31"/>
    <p:sldLayoutId id="2147484042" r:id="rId32"/>
    <p:sldLayoutId id="2147484043" r:id="rId33"/>
    <p:sldLayoutId id="2147484044" r:id="rId34"/>
    <p:sldLayoutId id="2147484045" r:id="rId35"/>
    <p:sldLayoutId id="2147484046" r:id="rId36"/>
    <p:sldLayoutId id="2147484047" r:id="rId37"/>
    <p:sldLayoutId id="2147484048" r:id="rId38"/>
    <p:sldLayoutId id="2147484049" r:id="rId39"/>
    <p:sldLayoutId id="2147484050" r:id="rId40"/>
    <p:sldLayoutId id="2147484051" r:id="rId41"/>
    <p:sldLayoutId id="2147484052" r:id="rId42"/>
    <p:sldLayoutId id="2147484053" r:id="rId43"/>
    <p:sldLayoutId id="2147484054" r:id="rId44"/>
    <p:sldLayoutId id="2147484055" r:id="rId45"/>
    <p:sldLayoutId id="2147484056" r:id="rId46"/>
    <p:sldLayoutId id="2147484057" r:id="rId47"/>
    <p:sldLayoutId id="2147484058" r:id="rId48"/>
    <p:sldLayoutId id="2147484059" r:id="rId49"/>
    <p:sldLayoutId id="2147484060" r:id="rId50"/>
    <p:sldLayoutId id="2147484062" r:id="rId51"/>
    <p:sldLayoutId id="2147484063" r:id="rId52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7A8F-501F-D835-0669-56A08D14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051FEE-F05E-805D-8B8A-605C074B29F2}"/>
              </a:ext>
            </a:extLst>
          </p:cNvPr>
          <p:cNvSpPr/>
          <p:nvPr/>
        </p:nvSpPr>
        <p:spPr>
          <a:xfrm>
            <a:off x="559923" y="438273"/>
            <a:ext cx="6337487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 P2/P3 -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Technical Bridges 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(</a:t>
            </a:r>
            <a:r>
              <a:rPr lang="en-US" dirty="0">
                <a:solidFill>
                  <a:sysClr val="windowText" lastClr="000000"/>
                </a:solidFill>
                <a:ea typeface="+mn-lt"/>
                <a:cs typeface="+mn-lt"/>
              </a:rPr>
              <a:t>08/26 – 09/01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)</a:t>
            </a:r>
            <a:endParaRPr lang="en-US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555FA9-1EE5-3422-64E7-682903E82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035989"/>
              </p:ext>
            </p:extLst>
          </p:nvPr>
        </p:nvGraphicFramePr>
        <p:xfrm>
          <a:off x="312815" y="1151805"/>
          <a:ext cx="11566370" cy="5263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904">
                  <a:extLst>
                    <a:ext uri="{9D8B030D-6E8A-4147-A177-3AD203B41FA5}">
                      <a16:colId xmlns:a16="http://schemas.microsoft.com/office/drawing/2014/main" val="2527302685"/>
                    </a:ext>
                  </a:extLst>
                </a:gridCol>
                <a:gridCol w="2097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836">
                  <a:extLst>
                    <a:ext uri="{9D8B030D-6E8A-4147-A177-3AD203B41FA5}">
                      <a16:colId xmlns:a16="http://schemas.microsoft.com/office/drawing/2014/main" val="2370214827"/>
                    </a:ext>
                  </a:extLst>
                </a:gridCol>
              </a:tblGrid>
              <a:tr h="553447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Portfolio, Incident &amp; Application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Issue, Resolution Actions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Impact / Recommendations / Preventive Actions 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Root Cause &amp; Subcategory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 Owners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7919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Blue Chip Claims Front End</a:t>
                      </a:r>
                      <a:b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</a:br>
                      <a:endParaRPr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INC4374164– 08/26/2024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Issue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</a:t>
                      </a:r>
                      <a:r>
                        <a:rPr lang="en-US" sz="105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</a:rPr>
                        <a:t>BBC_Control_listener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 is failing in Control-M. Due to this, the listeners were down for Blue Chip Claims Front End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Caused by change CHG0720476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It was noticed that permissions error for the following file was changed and resulted to job fail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usr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/WebSphere905/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AppServer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/profiles/Dmgr01/configuration/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org.eclipse.osgi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/.manager/.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fileTableLock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(Permission denied)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Changed the permissions recursively on the following location and restarted the JVMs which fixed the issue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usr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/WebSphere905/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AppServer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/profiles/Dmgr01/configuration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Claims processing will not happen and go to hold queue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 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 No further actions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Release fallout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Permission Denied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Product team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638851"/>
                  </a:ext>
                </a:extLst>
              </a:tr>
              <a:tr h="2355397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Blue Chip Application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INC4379419– 08/27/2024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Issue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Receiving reports from users in multiple locations being unable to process claims and receiving error: "TCH01117 Technical problem. Please PND claim and call the Help Desk" in Blue Chip Application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It was discovered that there was a 500 Internal Error failures happening continuously from 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mulesoft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api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call. 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Mulesoft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team identified that there was unsuccessful traffic in the mule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Emergency change was created to increase memory allocation  to 2 GB  for each PCF instance. API was restarted automatically. 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Users experienced issues in processing DDE claims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 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 Team will monitor the status once the claims volume increases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Memory shortage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Connectivity issues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Product team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947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79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7A8F-501F-D835-0669-56A08D14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051FEE-F05E-805D-8B8A-605C074B29F2}"/>
              </a:ext>
            </a:extLst>
          </p:cNvPr>
          <p:cNvSpPr/>
          <p:nvPr/>
        </p:nvSpPr>
        <p:spPr>
          <a:xfrm>
            <a:off x="559923" y="438273"/>
            <a:ext cx="6337487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 P2/P3 -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Technical Bridges 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(</a:t>
            </a:r>
            <a:r>
              <a:rPr lang="en-US" dirty="0">
                <a:solidFill>
                  <a:sysClr val="windowText" lastClr="000000"/>
                </a:solidFill>
                <a:ea typeface="+mn-lt"/>
                <a:cs typeface="+mn-lt"/>
              </a:rPr>
              <a:t>08/26 – 09/01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)</a:t>
            </a:r>
            <a:endParaRPr lang="en-US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555FA9-1EE5-3422-64E7-682903E82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943045"/>
              </p:ext>
            </p:extLst>
          </p:nvPr>
        </p:nvGraphicFramePr>
        <p:xfrm>
          <a:off x="312815" y="1151805"/>
          <a:ext cx="11566370" cy="5327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904">
                  <a:extLst>
                    <a:ext uri="{9D8B030D-6E8A-4147-A177-3AD203B41FA5}">
                      <a16:colId xmlns:a16="http://schemas.microsoft.com/office/drawing/2014/main" val="2527302685"/>
                    </a:ext>
                  </a:extLst>
                </a:gridCol>
                <a:gridCol w="2097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836">
                  <a:extLst>
                    <a:ext uri="{9D8B030D-6E8A-4147-A177-3AD203B41FA5}">
                      <a16:colId xmlns:a16="http://schemas.microsoft.com/office/drawing/2014/main" val="2370214827"/>
                    </a:ext>
                  </a:extLst>
                </a:gridCol>
              </a:tblGrid>
              <a:tr h="553447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Portfolio, Incident &amp; Application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Issue, Resolution Actions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Impact / Recommendations / Preventive Actions 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Root Cause &amp; Subcategory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 Owners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7919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 Admin DF</a:t>
                      </a:r>
                      <a:b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</a:br>
                      <a:endParaRPr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INC4378358– 08/27/2024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Issue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Claims Admin DF: Login and Caching Issues; Caused by Caching Issue; Partial Outage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Caused by change CHG0723235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AS a workaround for all CADF users 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hcsc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security team suggested to use incognito window to access CADF MFA login 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Labor funds (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Luminare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, Central States, 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HealthSmart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and more) users were unable to login to Claims Admin DF. This could  have delayed access to claims. This caused an increase in service desk calls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 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Debrief call has been requested. The Claims Admin DF team will look into clearing the MFA cookie on logout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Release fallout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Login Issues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Product team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638851"/>
                  </a:ext>
                </a:extLst>
              </a:tr>
              <a:tr h="2355397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 Admin DF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INC4383310– 08/28/2024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Issue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Claims Admin DF- Unable to Login and Process Claims; Caused by MFA Requirement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Cause by change CHG0723235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PRB0042380 opened for this issue for further investigation to avoid the issue going forward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Users were experiencing kickouts . Some users were intermittently receiving an incorrect invalid username/password notice. This resulted in users being unable to sustain sessions .It was a Partial Outage, as incognito worked for some users and the issue remained intermittent.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 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 Offline investigation for the modernization of the application since it is going to take time to migrate and modernize their identity capability.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Release fallout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Login Issues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Product team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947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15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7A8F-501F-D835-0669-56A08D14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051FEE-F05E-805D-8B8A-605C074B29F2}"/>
              </a:ext>
            </a:extLst>
          </p:cNvPr>
          <p:cNvSpPr/>
          <p:nvPr/>
        </p:nvSpPr>
        <p:spPr>
          <a:xfrm>
            <a:off x="559923" y="438273"/>
            <a:ext cx="6337487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 P2/P3 -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Technical Bridges 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(</a:t>
            </a:r>
            <a:r>
              <a:rPr lang="en-US" dirty="0">
                <a:solidFill>
                  <a:sysClr val="windowText" lastClr="000000"/>
                </a:solidFill>
                <a:ea typeface="+mn-lt"/>
                <a:cs typeface="+mn-lt"/>
              </a:rPr>
              <a:t>08/26 - 09/01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)</a:t>
            </a:r>
            <a:endParaRPr lang="en-US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555FA9-1EE5-3422-64E7-682903E82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545761"/>
              </p:ext>
            </p:extLst>
          </p:nvPr>
        </p:nvGraphicFramePr>
        <p:xfrm>
          <a:off x="312815" y="1151805"/>
          <a:ext cx="11566370" cy="3068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904">
                  <a:extLst>
                    <a:ext uri="{9D8B030D-6E8A-4147-A177-3AD203B41FA5}">
                      <a16:colId xmlns:a16="http://schemas.microsoft.com/office/drawing/2014/main" val="2527302685"/>
                    </a:ext>
                  </a:extLst>
                </a:gridCol>
                <a:gridCol w="2097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836">
                  <a:extLst>
                    <a:ext uri="{9D8B030D-6E8A-4147-A177-3AD203B41FA5}">
                      <a16:colId xmlns:a16="http://schemas.microsoft.com/office/drawing/2014/main" val="2370214827"/>
                    </a:ext>
                  </a:extLst>
                </a:gridCol>
              </a:tblGrid>
              <a:tr h="553447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Portfolio, Incident &amp; Application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Issue, Resolution Actions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Impact / Recommendations / Preventive Actions 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Root Cause &amp; Subcategory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 Owners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7919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Blue Chip Application</a:t>
                      </a:r>
                      <a:b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</a:br>
                      <a:endParaRPr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INC4386372– 08/29/2024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Issue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Users from multiple locations reported that they are receiving 'TCH01117 Technical Problem' error messages in the Blue Chip Application while processing DDE claims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 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Technicians discovered a request per hour limit imposed by the CMS MPPS Provider API which resulted the issue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Shutdown of Mule app instances housed on pwauslmsap67.app.hcscint.net-provider5 and pwauslmsap68.app.hcscint.net-provider5 .But the error </a:t>
                      </a:r>
                      <a:r>
                        <a:rPr lang="en-US" sz="12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conitnued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.Later , Teams restarted NPPES Mule component and fixed the issue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A decrease to claims throughput for Blue Chip adjudication.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 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A code fix is planned for the upcoming September 16th Blue Chip Application release.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Configuration Issue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Server issue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Product team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638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875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TxkM_WtTOGnz5dZtQcSsQ"/>
</p:tagLst>
</file>

<file path=ppt/theme/theme1.xml><?xml version="1.0" encoding="utf-8"?>
<a:theme xmlns:a="http://schemas.openxmlformats.org/drawingml/2006/main" name="HCSC template (Updated)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4">
        <a:dk1>
          <a:srgbClr val="000000"/>
        </a:dk1>
        <a:lt1>
          <a:srgbClr val="FFFFFF"/>
        </a:lt1>
        <a:dk2>
          <a:srgbClr val="000000"/>
        </a:dk2>
        <a:lt2>
          <a:srgbClr val="9FB9D1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HCSC template (Updated)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4">
        <a:dk1>
          <a:srgbClr val="000000"/>
        </a:dk1>
        <a:lt1>
          <a:srgbClr val="FFFFFF"/>
        </a:lt1>
        <a:dk2>
          <a:srgbClr val="000000"/>
        </a:dk2>
        <a:lt2>
          <a:srgbClr val="9FB9D1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Digital_Template_Arial_v2" id="{7E5354B8-16CC-4CCD-93BC-DE42E38B4FEF}" vid="{3E17E4EC-38AB-4BA1-A249-CAA23088CD13}"/>
    </a:ext>
  </a:extLst>
</a:theme>
</file>

<file path=ppt/theme/theme4.xml><?xml version="1.0" encoding="utf-8"?>
<a:theme xmlns:a="http://schemas.openxmlformats.org/drawingml/2006/main" name="6_Accenture GET-CSU Standard Template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C000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CSC template (Updated)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4">
        <a:dk1>
          <a:srgbClr val="000000"/>
        </a:dk1>
        <a:lt1>
          <a:srgbClr val="FFFFFF"/>
        </a:lt1>
        <a:dk2>
          <a:srgbClr val="000000"/>
        </a:dk2>
        <a:lt2>
          <a:srgbClr val="9FB9D1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HCSC template (Updated)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4">
        <a:dk1>
          <a:srgbClr val="000000"/>
        </a:dk1>
        <a:lt1>
          <a:srgbClr val="FFFFFF"/>
        </a:lt1>
        <a:dk2>
          <a:srgbClr val="000000"/>
        </a:dk2>
        <a:lt2>
          <a:srgbClr val="9FB9D1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HCSC template (Updated)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4">
        <a:dk1>
          <a:srgbClr val="000000"/>
        </a:dk1>
        <a:lt1>
          <a:srgbClr val="FFFFFF"/>
        </a:lt1>
        <a:dk2>
          <a:srgbClr val="000000"/>
        </a:dk2>
        <a:lt2>
          <a:srgbClr val="9FB9D1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Ford-RFI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2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Starter_Pack_Graphik_210303_Fixed_Accessibility.potx" id="{5533E145-E600-4444-BC3D-5102D2EEDB31}" vid="{383380C5-E3D1-4977-8974-3F092EA624F2}"/>
    </a:ext>
  </a:extLst>
</a:theme>
</file>

<file path=ppt/theme/theme9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F14FEF4FA57844A317120FD9DF929A" ma:contentTypeVersion="11" ma:contentTypeDescription="Create a new document." ma:contentTypeScope="" ma:versionID="e2c091002c19f0dc171d9429380b59a4">
  <xsd:schema xmlns:xsd="http://www.w3.org/2001/XMLSchema" xmlns:xs="http://www.w3.org/2001/XMLSchema" xmlns:p="http://schemas.microsoft.com/office/2006/metadata/properties" xmlns:ns2="a0de369f-5525-48b2-a783-64af7f02bc0c" xmlns:ns3="1c7c2aea-e501-44c9-b959-49dde4c3ee5b" targetNamespace="http://schemas.microsoft.com/office/2006/metadata/properties" ma:root="true" ma:fieldsID="55e877951f0e782741a03044e69cd6bb" ns2:_="" ns3:_="">
    <xsd:import namespace="a0de369f-5525-48b2-a783-64af7f02bc0c"/>
    <xsd:import namespace="1c7c2aea-e501-44c9-b959-49dde4c3e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e369f-5525-48b2-a783-64af7f02bc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7c2aea-e501-44c9-b959-49dde4c3e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4e8b8f6a-f652-4549-ae86-54c0c31d3c1d}" ma:internalName="TaxCatchAll" ma:showField="CatchAllData" ma:web="1c7c2aea-e501-44c9-b959-49dde4c3ee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c7c2aea-e501-44c9-b959-49dde4c3ee5b">
      <UserInfo>
        <DisplayName>Sadasivam, Namasivayam</DisplayName>
        <AccountId>43</AccountId>
        <AccountType/>
      </UserInfo>
      <UserInfo>
        <DisplayName>Manongsong, Dennis T.</DisplayName>
        <AccountId>68</AccountId>
        <AccountType/>
      </UserInfo>
      <UserInfo>
        <DisplayName>Ravindran, Nivedh</DisplayName>
        <AccountId>26</AccountId>
        <AccountType/>
      </UserInfo>
      <UserInfo>
        <DisplayName>Follett, Kevin P.</DisplayName>
        <AccountId>13</AccountId>
        <AccountType/>
      </UserInfo>
      <UserInfo>
        <DisplayName>Jain, Manish Kumar</DisplayName>
        <AccountId>11</AccountId>
        <AccountType/>
      </UserInfo>
      <UserInfo>
        <DisplayName>Muppa, Ajay</DisplayName>
        <AccountId>20</AccountId>
        <AccountType/>
      </UserInfo>
      <UserInfo>
        <DisplayName>Jadhav, Amol</DisplayName>
        <AccountId>18</AccountId>
        <AccountType/>
      </UserInfo>
      <UserInfo>
        <DisplayName>Lindemann, Gerald W.</DisplayName>
        <AccountId>36</AccountId>
        <AccountType/>
      </UserInfo>
      <UserInfo>
        <DisplayName>Manjunath, Ajay</DisplayName>
        <AccountId>19</AccountId>
        <AccountType/>
      </UserInfo>
      <UserInfo>
        <DisplayName>Pranatharthiharan, Ramprasad</DisplayName>
        <AccountId>21</AccountId>
        <AccountType/>
      </UserInfo>
      <UserInfo>
        <DisplayName>Rajendran, Kanag</DisplayName>
        <AccountId>22</AccountId>
        <AccountType/>
      </UserInfo>
      <UserInfo>
        <DisplayName>Modi, Premal</DisplayName>
        <AccountId>17</AccountId>
        <AccountType/>
      </UserInfo>
      <UserInfo>
        <DisplayName>Philip, Leeba S.</DisplayName>
        <AccountId>38</AccountId>
        <AccountType/>
      </UserInfo>
      <UserInfo>
        <DisplayName>Puthuru, Ankeswar Rao</DisplayName>
        <AccountId>39</AccountId>
        <AccountType/>
      </UserInfo>
      <UserInfo>
        <DisplayName>Easwaran, Natarajan</DisplayName>
        <AccountId>40</AccountId>
        <AccountType/>
      </UserInfo>
      <UserInfo>
        <DisplayName>Doraisami, Kaminy</DisplayName>
        <AccountId>29</AccountId>
        <AccountType/>
      </UserInfo>
      <UserInfo>
        <DisplayName>Koteru, Srikar reddy</DisplayName>
        <AccountId>28</AccountId>
        <AccountType/>
      </UserInfo>
      <UserInfo>
        <DisplayName>Dharmarajan, Jennifer</DisplayName>
        <AccountId>42</AccountId>
        <AccountType/>
      </UserInfo>
      <UserInfo>
        <DisplayName>Prakash, Madhan</DisplayName>
        <AccountId>23</AccountId>
        <AccountType/>
      </UserInfo>
      <UserInfo>
        <DisplayName>Annaldas, Srujankumar</DisplayName>
        <AccountId>55</AccountId>
        <AccountType/>
      </UserInfo>
      <UserInfo>
        <DisplayName>Pal, Pralay</DisplayName>
        <AccountId>47</AccountId>
        <AccountType/>
      </UserInfo>
      <UserInfo>
        <DisplayName>Backus, Emily K.</DisplayName>
        <AccountId>64</AccountId>
        <AccountType/>
      </UserInfo>
      <UserInfo>
        <DisplayName>Kocherlakota, Vijaya</DisplayName>
        <AccountId>78</AccountId>
        <AccountType/>
      </UserInfo>
      <UserInfo>
        <DisplayName>Vasu, Shankar</DisplayName>
        <AccountId>84</AccountId>
        <AccountType/>
      </UserInfo>
      <UserInfo>
        <DisplayName>Ramamoorthy, Gopinath</DisplayName>
        <AccountId>25</AccountId>
        <AccountType/>
      </UserInfo>
      <UserInfo>
        <DisplayName>Thirunavukkarasu, Gomathi</DisplayName>
        <AccountId>79</AccountId>
        <AccountType/>
      </UserInfo>
    </SharedWithUsers>
    <TaxCatchAll xmlns="1c7c2aea-e501-44c9-b959-49dde4c3ee5b" xsi:nil="true"/>
    <lcf76f155ced4ddcb4097134ff3c332f xmlns="a0de369f-5525-48b2-a783-64af7f02bc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25CF356-5743-480A-AE3B-40D1965BBB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FC92D5-6A51-4C11-856A-DCFD492CB58F}">
  <ds:schemaRefs>
    <ds:schemaRef ds:uri="1c7c2aea-e501-44c9-b959-49dde4c3ee5b"/>
    <ds:schemaRef ds:uri="a0de369f-5525-48b2-a783-64af7f02bc0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35A6C34-122A-41A0-AE65-F8C64A657C9D}">
  <ds:schemaRefs>
    <ds:schemaRef ds:uri="1c7c2aea-e501-44c9-b959-49dde4c3ee5b"/>
    <ds:schemaRef ds:uri="a0de369f-5525-48b2-a783-64af7f02bc0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02513295-34d7-4ce7-95f0-d6d90e122a36}" enabled="1" method="Standard" siteId="{2e0cb644-c094-41d7-ab3d-43201da24438}" removed="0"/>
  <clbl:label id="{1bc0f418-96a4-4caf-9d7c-ccc5ec7f9d91}" enabled="1" method="Privileged" siteId="{e0793d39-0939-496d-b129-198edd916fe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771</Words>
  <Application>Microsoft Office PowerPoint</Application>
  <PresentationFormat>Widescreen</PresentationFormat>
  <Paragraphs>113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31" baseType="lpstr">
      <vt:lpstr>Arial</vt:lpstr>
      <vt:lpstr>Arial Black</vt:lpstr>
      <vt:lpstr>Calibri</vt:lpstr>
      <vt:lpstr>Courier New</vt:lpstr>
      <vt:lpstr>Fields Display Semi Bold</vt:lpstr>
      <vt:lpstr>Futura ND for Nike 365 Cn XBd</vt:lpstr>
      <vt:lpstr>Graphik</vt:lpstr>
      <vt:lpstr>Graphik Light</vt:lpstr>
      <vt:lpstr>Graphik Regular</vt:lpstr>
      <vt:lpstr>Graphik Semibold</vt:lpstr>
      <vt:lpstr>GT Sectra Fine Rg</vt:lpstr>
      <vt:lpstr>Kokila</vt:lpstr>
      <vt:lpstr>Mistral</vt:lpstr>
      <vt:lpstr>Palatino</vt:lpstr>
      <vt:lpstr>Palatino Linotype</vt:lpstr>
      <vt:lpstr>System Font</vt:lpstr>
      <vt:lpstr>Trade Gothic for Nike 365</vt:lpstr>
      <vt:lpstr>Wingdings</vt:lpstr>
      <vt:lpstr>HCSC template (Updated)</vt:lpstr>
      <vt:lpstr>1_HCSC template (Updated)</vt:lpstr>
      <vt:lpstr>Titles</vt:lpstr>
      <vt:lpstr>6_Accenture GET-CSU Standard Template</vt:lpstr>
      <vt:lpstr>2_HCSC template (Updated)</vt:lpstr>
      <vt:lpstr>5_HCSC template (Updated)</vt:lpstr>
      <vt:lpstr>3_HCSC template (Updated)</vt:lpstr>
      <vt:lpstr>Ford-RFI</vt:lpstr>
      <vt:lpstr>Accenture 2020</vt:lpstr>
      <vt:lpstr>think-cell Slide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 Deck Agenda</dc:title>
  <dc:creator>Ganjoo, Amit</dc:creator>
  <cp:lastModifiedBy>Vardhan Vankayala, A.</cp:lastModifiedBy>
  <cp:revision>40</cp:revision>
  <dcterms:created xsi:type="dcterms:W3CDTF">2020-07-08T13:28:43Z</dcterms:created>
  <dcterms:modified xsi:type="dcterms:W3CDTF">2024-09-03T08:08:24Z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0x010100A2F14FEF4FA57844A317120FD9DF929A</vt:lpwstr>
  </property>
  <property fmtid="{D5CDD505-2E9C-101B-9397-08002B2CF9AE}" pid="3" name="_dlc_DocIdItemGuid">
    <vt:lpwstr>39840db8-8ad7-4d16-9abe-e59329393971</vt:lpwstr>
  </property>
  <property fmtid="{D5CDD505-2E9C-101B-9397-08002B2CF9AE}" pid="4" name="MSIP_Label_1bc0f418-96a4-4caf-9d7c-ccc5ec7f9d91_SetDate">
    <vt:lpwstr>2020-12-09T01:32:26Z</vt:lpwstr>
  </property>
  <property fmtid="{D5CDD505-2E9C-101B-9397-08002B2CF9AE}" pid="5" name="MSIP_Label_1bc0f418-96a4-4caf-9d7c-ccc5ec7f9d91_Method">
    <vt:lpwstr>Privileged</vt:lpwstr>
  </property>
  <property fmtid="{D5CDD505-2E9C-101B-9397-08002B2CF9AE}" pid="6" name="MSIP_Label_1bc0f418-96a4-4caf-9d7c-ccc5ec7f9d91_ContentBits">
    <vt:lpwstr>0</vt:lpwstr>
  </property>
  <property fmtid="{D5CDD505-2E9C-101B-9397-08002B2CF9AE}" pid="7" name="MSIP_Label_1bc0f418-96a4-4caf-9d7c-ccc5ec7f9d91_Name">
    <vt:lpwstr>1bc0f418-96a4-4caf-9d7c-ccc5ec7f9d91</vt:lpwstr>
  </property>
  <property fmtid="{D5CDD505-2E9C-101B-9397-08002B2CF9AE}" pid="8" name="MSIP_Label_1bc0f418-96a4-4caf-9d7c-ccc5ec7f9d91_Enabled">
    <vt:lpwstr>true</vt:lpwstr>
  </property>
  <property fmtid="{D5CDD505-2E9C-101B-9397-08002B2CF9AE}" pid="9" name="MSIP_Label_1bc0f418-96a4-4caf-9d7c-ccc5ec7f9d91_SiteId">
    <vt:lpwstr>e0793d39-0939-496d-b129-198edd916feb</vt:lpwstr>
  </property>
  <property fmtid="{D5CDD505-2E9C-101B-9397-08002B2CF9AE}" pid="10" name="MSIP_Label_1bc0f418-96a4-4caf-9d7c-ccc5ec7f9d91_ActionId">
    <vt:lpwstr>5cf1512f-02f4-4b5a-9fce-8f517bc22f16</vt:lpwstr>
  </property>
  <property fmtid="{D5CDD505-2E9C-101B-9397-08002B2CF9AE}" pid="11" name="MediaServiceImageTags">
    <vt:lpwstr/>
  </property>
  <property fmtid="{D5CDD505-2E9C-101B-9397-08002B2CF9AE}" pid="12" name="ClassificationContentMarkingHeaderLocations">
    <vt:lpwstr>HCSC template (Updated):3\1_HCSC template (Updated):3\Titles:6\6_Accenture GET-CSU Standard Template:5\2_HCSC template (Updated):3\5_HCSC template (Updated):3\3_HCSC template (Updated):3</vt:lpwstr>
  </property>
  <property fmtid="{D5CDD505-2E9C-101B-9397-08002B2CF9AE}" pid="13" name="ClassificationContentMarkingHeaderText">
    <vt:lpwstr>***Material, Non-Public - Not To Be Distributed Further***</vt:lpwstr>
  </property>
</Properties>
</file>