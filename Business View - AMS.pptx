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tags/tag8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ags/tag9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7.xml" ContentType="application/vnd.openxmlformats-officedocument.theme+xml"/>
  <Override PartName="/ppt/tags/tag10.xml" ContentType="application/vnd.openxmlformats-officedocument.presentationml.tags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8.xml" ContentType="application/vnd.openxmlformats-officedocument.theme+xml"/>
  <Override PartName="/ppt/tags/tag11.xml" ContentType="application/vnd.openxmlformats-officedocument.presentationml.tags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9.xml" ContentType="application/vnd.openxmlformats-officedocument.theme+xml"/>
  <Override PartName="/ppt/tags/tag12.xml" ContentType="application/vnd.openxmlformats-officedocument.presentationml.tags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5"/>
    <p:sldMasterId id="2147483944" r:id="rId6"/>
    <p:sldMasterId id="2147483681" r:id="rId7"/>
    <p:sldMasterId id="2147483694" r:id="rId8"/>
    <p:sldMasterId id="2147483721" r:id="rId9"/>
    <p:sldMasterId id="2147483734" r:id="rId10"/>
    <p:sldMasterId id="2147483747" r:id="rId11"/>
    <p:sldMasterId id="2147483923" r:id="rId12"/>
    <p:sldMasterId id="2147483937" r:id="rId13"/>
  </p:sldMasterIdLst>
  <p:notesMasterIdLst>
    <p:notesMasterId r:id="rId23"/>
  </p:notesMasterIdLst>
  <p:handoutMasterIdLst>
    <p:handoutMasterId r:id="rId24"/>
  </p:handoutMasterIdLst>
  <p:sldIdLst>
    <p:sldId id="1294" r:id="rId14"/>
    <p:sldId id="1297" r:id="rId15"/>
    <p:sldId id="1295" r:id="rId16"/>
    <p:sldId id="1290" r:id="rId17"/>
    <p:sldId id="1291" r:id="rId18"/>
    <p:sldId id="1292" r:id="rId19"/>
    <p:sldId id="1293" r:id="rId20"/>
    <p:sldId id="1296" r:id="rId21"/>
    <p:sldId id="256" r:id="rId22"/>
  </p:sldIdLst>
  <p:sldSz cx="9144000" cy="6858000" type="screen4x3"/>
  <p:notesSz cx="7010400" cy="9296400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>
          <p15:clr>
            <a:srgbClr val="A4A3A4"/>
          </p15:clr>
        </p15:guide>
        <p15:guide id="2" orient="horz" pos="4074">
          <p15:clr>
            <a:srgbClr val="A4A3A4"/>
          </p15:clr>
        </p15:guide>
        <p15:guide id="3" orient="horz" pos="4240">
          <p15:clr>
            <a:srgbClr val="A4A3A4"/>
          </p15:clr>
        </p15:guide>
        <p15:guide id="4" orient="horz" pos="864">
          <p15:clr>
            <a:srgbClr val="A4A3A4"/>
          </p15:clr>
        </p15:guide>
        <p15:guide id="5" orient="horz" pos="1104">
          <p15:clr>
            <a:srgbClr val="A4A3A4"/>
          </p15:clr>
        </p15:guide>
        <p15:guide id="6" orient="horz" pos="1200">
          <p15:clr>
            <a:srgbClr val="A4A3A4"/>
          </p15:clr>
        </p15:guide>
        <p15:guide id="7" pos="288">
          <p15:clr>
            <a:srgbClr val="A4A3A4"/>
          </p15:clr>
        </p15:guide>
        <p15:guide id="8" pos="5472">
          <p15:clr>
            <a:srgbClr val="A4A3A4"/>
          </p15:clr>
        </p15:guide>
        <p15:guide id="9" pos="5759">
          <p15:clr>
            <a:srgbClr val="A4A3A4"/>
          </p15:clr>
        </p15:guide>
        <p15:guide id="10" pos="44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J" initials="" lastIdx="1" clrIdx="0"/>
  <p:cmAuthor id="1" name="HCSC User" initials="HU" lastIdx="1" clrIdx="1"/>
  <p:cmAuthor id="2" name="Finger, Melissa K." initials="FMK" lastIdx="2" clrIdx="2"/>
  <p:cmAuthor id="3" name="Braun, Jessica M." initials="BJM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EF3"/>
    <a:srgbClr val="8F45C7"/>
    <a:srgbClr val="B381D9"/>
    <a:srgbClr val="DFC9EF"/>
    <a:srgbClr val="9F5FCF"/>
    <a:srgbClr val="D5B8EA"/>
    <a:srgbClr val="51BBB5"/>
    <a:srgbClr val="D1DBE7"/>
    <a:srgbClr val="116C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5501" autoAdjust="0"/>
  </p:normalViewPr>
  <p:slideViewPr>
    <p:cSldViewPr snapToObjects="1">
      <p:cViewPr>
        <p:scale>
          <a:sx n="100" d="100"/>
          <a:sy n="100" d="100"/>
        </p:scale>
        <p:origin x="288" y="-1728"/>
      </p:cViewPr>
      <p:guideLst>
        <p:guide orient="horz" pos="672"/>
        <p:guide orient="horz" pos="4074"/>
        <p:guide orient="horz" pos="4240"/>
        <p:guide orient="horz" pos="864"/>
        <p:guide orient="horz" pos="1104"/>
        <p:guide orient="horz" pos="1200"/>
        <p:guide pos="288"/>
        <p:guide pos="5472"/>
        <p:guide pos="5759"/>
        <p:guide pos="4464"/>
      </p:guideLst>
    </p:cSldViewPr>
  </p:slideViewPr>
  <p:outlineViewPr>
    <p:cViewPr>
      <p:scale>
        <a:sx n="33" d="100"/>
        <a:sy n="33" d="100"/>
      </p:scale>
      <p:origin x="0" y="-37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2250" y="7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5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4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2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6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BE5E0EB-9C50-462A-82F6-510CEAB1AD54}" type="datetimeFigureOut">
              <a:rPr lang="en-CA"/>
              <a:pPr>
                <a:defRPr/>
              </a:pPr>
              <a:t>2021-10-04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3F9B68B-650F-4ABD-BFBE-17F86DC5A9D1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3980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A88E613-91B5-4A36-9B4B-278D488C2634}" type="datetimeFigureOut">
              <a:rPr lang="en-US"/>
              <a:pPr>
                <a:defRPr/>
              </a:pPr>
              <a:t>10/4/2021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1DF7FE4-F52F-4B1A-8ED9-8155941AAC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495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10A944A9-BCDE-4F7F-BABC-BF4BE2E8F8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E0297576-5607-47F5-8E95-9E96C13D42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0632B1EE-C50A-4ECE-9E27-C0D622555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E7605C7A-BAEB-4874-9C80-94A0CBA2B7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CB5D8B4D-0BF8-4B99-A077-8464034128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AB6CF1F-6F14-4790-A56E-DF8D73F3DA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EE12C000-60B7-4B3F-A4B3-D7BB1FF69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34665BEC-2E8D-4C76-BD6D-C962CFDD6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DD117D9-813E-4E3D-A116-D029ADE2C5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BF84B9E5-6062-4A26-907A-F7F14B66BD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9B536C60-6C4E-4D1C-A941-209AA3FDEE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903963A4-B36A-4F9A-B1AD-EB519DA4D7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676400"/>
            <a:ext cx="85344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46AB72E-5253-4C2E-BD7B-31F807D84B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" y="1403368"/>
            <a:ext cx="8555039" cy="4525963"/>
          </a:xfrm>
        </p:spPr>
        <p:txBody>
          <a:bodyPr/>
          <a:lstStyle>
            <a:lvl1pPr>
              <a:defRPr>
                <a:solidFill>
                  <a:srgbClr val="DD4411"/>
                </a:solidFill>
              </a:defRPr>
            </a:lvl1pPr>
            <a:lvl2pPr>
              <a:defRPr/>
            </a:lvl2pPr>
            <a:lvl3pPr>
              <a:buSzPct val="100000"/>
              <a:buFont typeface="Lucida Grande"/>
              <a:buChar char="−"/>
              <a:defRPr/>
            </a:lvl3pPr>
            <a:lvl4pPr>
              <a:defRPr baseline="0"/>
            </a:lvl4pPr>
            <a:lvl5pPr>
              <a:buFont typeface="Lucida Grande"/>
              <a:buChar char="−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86057" y="285306"/>
            <a:ext cx="5472071" cy="843390"/>
          </a:xfrm>
        </p:spPr>
        <p:txBody>
          <a:bodyPr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806133"/>
            <a:ext cx="8228013" cy="2622222"/>
          </a:xfrm>
        </p:spPr>
        <p:txBody>
          <a:bodyPr lIns="0" rIns="0" anchor="b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57202" y="1371601"/>
            <a:ext cx="8228012" cy="4833939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035" y="322523"/>
            <a:ext cx="8205261" cy="78555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 userDrawn="1"/>
        </p:nvSpPr>
        <p:spPr>
          <a:xfrm>
            <a:off x="8145464" y="6562726"/>
            <a:ext cx="534987" cy="24447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F98AF76-6367-4A2E-A525-DBF98893C2E1}" type="slidenum">
              <a:rPr lang="en-CA" sz="900">
                <a:solidFill>
                  <a:srgbClr val="858789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CA" sz="900" dirty="0">
              <a:solidFill>
                <a:srgbClr val="8587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68293" y="1371601"/>
            <a:ext cx="3893060" cy="4933951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035" y="242693"/>
            <a:ext cx="8205261" cy="876041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buNone/>
              <a:defRPr lang="en-CA" sz="2400" b="1" kern="1200" dirty="0">
                <a:solidFill>
                  <a:schemeClr val="accent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4800998" y="1371601"/>
            <a:ext cx="3893060" cy="4933951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57202" y="1904999"/>
            <a:ext cx="8228012" cy="4513263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035" y="329777"/>
            <a:ext cx="8205261" cy="78555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buNone/>
              <a:defRPr lang="en-CA" sz="2400" b="1" kern="1200" dirty="0">
                <a:solidFill>
                  <a:schemeClr val="accent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457202" y="1371601"/>
            <a:ext cx="8228012" cy="379789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 Tilt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8"/>
          <p:cNvSpPr txBox="1"/>
          <p:nvPr userDrawn="1"/>
        </p:nvSpPr>
        <p:spPr>
          <a:xfrm>
            <a:off x="8145464" y="6562726"/>
            <a:ext cx="534987" cy="24447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CDD2A4D-DD38-4B71-BA96-B03E78C5F1A4}" type="slidenum">
              <a:rPr lang="en-CA" sz="900">
                <a:solidFill>
                  <a:srgbClr val="858789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CA" sz="900" dirty="0">
              <a:solidFill>
                <a:srgbClr val="8587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57202" y="1315131"/>
            <a:ext cx="8228012" cy="4933951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1600" b="1">
                <a:solidFill>
                  <a:schemeClr val="accent2"/>
                </a:solidFill>
              </a:defRPr>
            </a:lvl1pPr>
            <a:lvl2pPr marL="231775" indent="-231775">
              <a:spcBef>
                <a:spcPts val="624"/>
              </a:spcBef>
              <a:buFont typeface="Arial" pitchFamily="34" charset="0"/>
              <a:buChar char="•"/>
              <a:defRPr/>
            </a:lvl2pPr>
            <a:lvl3pPr marL="457200" indent="-231775">
              <a:buFont typeface="Arial" pitchFamily="34" charset="0"/>
              <a:buChar char="–"/>
              <a:defRPr/>
            </a:lvl3pPr>
            <a:lvl4pPr marL="688975" indent="-225425">
              <a:buFont typeface="Arial" pitchFamily="34" charset="0"/>
              <a:buChar char="•"/>
              <a:defRPr/>
            </a:lvl4pPr>
            <a:lvl5pPr marL="914400" indent="-225425">
              <a:buFont typeface="Arial" pitchFamily="34" charset="0"/>
              <a:buChar char="–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461035" y="592171"/>
            <a:ext cx="8205261" cy="51567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buNone/>
              <a:defRPr lang="en-CA" sz="2400" b="1" kern="1200" dirty="0">
                <a:solidFill>
                  <a:schemeClr val="accent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0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 userDrawn="1"/>
        </p:nvSpPr>
        <p:spPr>
          <a:xfrm>
            <a:off x="8145464" y="6562726"/>
            <a:ext cx="534987" cy="24447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5E18DCD-0DA1-4B9C-92F6-DE11E450F445}" type="slidenum">
              <a:rPr lang="en-CA" sz="900">
                <a:solidFill>
                  <a:srgbClr val="858789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CA" sz="900" dirty="0">
              <a:solidFill>
                <a:srgbClr val="8587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57201" y="1315131"/>
            <a:ext cx="4025899" cy="493395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4659314" y="1315131"/>
            <a:ext cx="4025899" cy="493395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1035" y="329777"/>
            <a:ext cx="8205261" cy="78555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0"/>
          <p:cNvCxnSpPr/>
          <p:nvPr userDrawn="1"/>
        </p:nvCxnSpPr>
        <p:spPr>
          <a:xfrm>
            <a:off x="458789" y="1162050"/>
            <a:ext cx="868521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/>
          <p:cNvSpPr txBox="1"/>
          <p:nvPr userDrawn="1"/>
        </p:nvSpPr>
        <p:spPr>
          <a:xfrm>
            <a:off x="8145464" y="6562726"/>
            <a:ext cx="534987" cy="24447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436D894-AAE2-44E5-A6DC-7E9E9AC5638D}" type="slidenum">
              <a:rPr lang="en-CA" sz="900">
                <a:solidFill>
                  <a:srgbClr val="858789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CA" sz="900" dirty="0">
              <a:solidFill>
                <a:srgbClr val="8587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57201" y="1371601"/>
            <a:ext cx="4025899" cy="4933951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1pPr>
            <a:lvl2pPr marL="231775" indent="-231775">
              <a:spcBef>
                <a:spcPts val="300"/>
              </a:spcBef>
              <a:buFont typeface="Arial" pitchFamily="34" charset="0"/>
              <a:buChar char="•"/>
              <a:defRPr sz="1600"/>
            </a:lvl2pPr>
            <a:lvl3pPr marL="457200" indent="-231775">
              <a:spcBef>
                <a:spcPts val="300"/>
              </a:spcBef>
              <a:buFont typeface="Arial" pitchFamily="34" charset="0"/>
              <a:buChar char="–"/>
              <a:defRPr sz="1200"/>
            </a:lvl3pPr>
            <a:lvl4pPr marL="688975" indent="-225425">
              <a:spcBef>
                <a:spcPts val="300"/>
              </a:spcBef>
              <a:buFont typeface="Arial" pitchFamily="34" charset="0"/>
              <a:buChar char="•"/>
              <a:defRPr sz="1200"/>
            </a:lvl4pPr>
            <a:lvl5pPr marL="914400" indent="-225425">
              <a:spcBef>
                <a:spcPts val="300"/>
              </a:spcBef>
              <a:buFont typeface="Arial" pitchFamily="34" charset="0"/>
              <a:buChar char="–"/>
              <a:tabLst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4"/>
          </p:nvPr>
        </p:nvSpPr>
        <p:spPr>
          <a:xfrm>
            <a:off x="4660900" y="1371601"/>
            <a:ext cx="4025899" cy="4933951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1pPr>
            <a:lvl2pPr marL="231775" indent="-231775">
              <a:spcBef>
                <a:spcPts val="300"/>
              </a:spcBef>
              <a:buFont typeface="Arial" pitchFamily="34" charset="0"/>
              <a:buChar char="•"/>
              <a:defRPr sz="1600"/>
            </a:lvl2pPr>
            <a:lvl3pPr marL="457200" indent="-231775">
              <a:spcBef>
                <a:spcPts val="300"/>
              </a:spcBef>
              <a:buFont typeface="Arial" pitchFamily="34" charset="0"/>
              <a:buChar char="–"/>
              <a:defRPr sz="1200"/>
            </a:lvl3pPr>
            <a:lvl4pPr marL="688975" indent="-225425">
              <a:spcBef>
                <a:spcPts val="300"/>
              </a:spcBef>
              <a:buFont typeface="Arial" pitchFamily="34" charset="0"/>
              <a:buChar char="•"/>
              <a:defRPr sz="1200"/>
            </a:lvl4pPr>
            <a:lvl5pPr marL="914400" indent="-225425">
              <a:spcBef>
                <a:spcPts val="300"/>
              </a:spcBef>
              <a:buFont typeface="Arial" pitchFamily="34" charset="0"/>
              <a:buChar char="–"/>
              <a:tabLst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1035" y="315263"/>
            <a:ext cx="8205261" cy="78555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1035" y="1046164"/>
            <a:ext cx="8205261" cy="45468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145464" y="6562726"/>
            <a:ext cx="534987" cy="24447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57A0C23-1AA2-4375-BD2F-A7426654A4FE}" type="slidenum">
              <a:rPr lang="en-CA" sz="900">
                <a:solidFill>
                  <a:srgbClr val="858789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CA" sz="900" dirty="0">
              <a:solidFill>
                <a:srgbClr val="8587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431540" y="231588"/>
            <a:ext cx="8229600" cy="89057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5143984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White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/>
          <p:cNvPicPr>
            <a:picLocks noChangeAspect="1"/>
          </p:cNvPicPr>
          <p:nvPr userDrawn="1"/>
        </p:nvPicPr>
        <p:blipFill rotWithShape="1">
          <a:blip r:embed="rId2" cstate="print"/>
          <a:srcRect l="8502" b="8594"/>
          <a:stretch/>
        </p:blipFill>
        <p:spPr bwMode="auto">
          <a:xfrm>
            <a:off x="0" y="6849"/>
            <a:ext cx="9144000" cy="6851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57200" y="1160463"/>
            <a:ext cx="8686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25"/>
          <p:cNvSpPr/>
          <p:nvPr/>
        </p:nvSpPr>
        <p:spPr>
          <a:xfrm>
            <a:off x="1749425" y="414339"/>
            <a:ext cx="211139" cy="215900"/>
          </a:xfrm>
          <a:custGeom>
            <a:avLst/>
            <a:gdLst>
              <a:gd name="connsiteX0" fmla="*/ 0 w 4457700"/>
              <a:gd name="connsiteY0" fmla="*/ 0 h 4552950"/>
              <a:gd name="connsiteX1" fmla="*/ 4457700 w 4457700"/>
              <a:gd name="connsiteY1" fmla="*/ 1828800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57700"/>
              <a:gd name="connsiteY0" fmla="*/ 0 h 4552950"/>
              <a:gd name="connsiteX1" fmla="*/ 4457700 w 4457700"/>
              <a:gd name="connsiteY1" fmla="*/ 1824037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57700"/>
              <a:gd name="connsiteY0" fmla="*/ 0 h 4552950"/>
              <a:gd name="connsiteX1" fmla="*/ 4457700 w 4457700"/>
              <a:gd name="connsiteY1" fmla="*/ 1816893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62462"/>
              <a:gd name="connsiteY0" fmla="*/ 0 h 4552950"/>
              <a:gd name="connsiteX1" fmla="*/ 4462462 w 4462462"/>
              <a:gd name="connsiteY1" fmla="*/ 1819275 h 4552950"/>
              <a:gd name="connsiteX2" fmla="*/ 4457700 w 4462462"/>
              <a:gd name="connsiteY2" fmla="*/ 2743200 h 4552950"/>
              <a:gd name="connsiteX3" fmla="*/ 0 w 4462462"/>
              <a:gd name="connsiteY3" fmla="*/ 4552950 h 4552950"/>
              <a:gd name="connsiteX4" fmla="*/ 0 w 4462462"/>
              <a:gd name="connsiteY4" fmla="*/ 3543300 h 4552950"/>
              <a:gd name="connsiteX5" fmla="*/ 3282950 w 4462462"/>
              <a:gd name="connsiteY5" fmla="*/ 2286000 h 4552950"/>
              <a:gd name="connsiteX6" fmla="*/ 0 w 4462462"/>
              <a:gd name="connsiteY6" fmla="*/ 1016000 h 4552950"/>
              <a:gd name="connsiteX7" fmla="*/ 0 w 4462462"/>
              <a:gd name="connsiteY7" fmla="*/ 0 h 4552950"/>
              <a:gd name="connsiteX0" fmla="*/ 0 w 4462921"/>
              <a:gd name="connsiteY0" fmla="*/ 0 h 4552950"/>
              <a:gd name="connsiteX1" fmla="*/ 4462462 w 4462921"/>
              <a:gd name="connsiteY1" fmla="*/ 1819275 h 4552950"/>
              <a:gd name="connsiteX2" fmla="*/ 4462463 w 4462921"/>
              <a:gd name="connsiteY2" fmla="*/ 2747962 h 4552950"/>
              <a:gd name="connsiteX3" fmla="*/ 0 w 4462921"/>
              <a:gd name="connsiteY3" fmla="*/ 4552950 h 4552950"/>
              <a:gd name="connsiteX4" fmla="*/ 0 w 4462921"/>
              <a:gd name="connsiteY4" fmla="*/ 3543300 h 4552950"/>
              <a:gd name="connsiteX5" fmla="*/ 3282950 w 4462921"/>
              <a:gd name="connsiteY5" fmla="*/ 2286000 h 4552950"/>
              <a:gd name="connsiteX6" fmla="*/ 0 w 4462921"/>
              <a:gd name="connsiteY6" fmla="*/ 1016000 h 4552950"/>
              <a:gd name="connsiteX7" fmla="*/ 0 w 4462921"/>
              <a:gd name="connsiteY7" fmla="*/ 0 h 4552950"/>
              <a:gd name="connsiteX0" fmla="*/ 0 w 4462921"/>
              <a:gd name="connsiteY0" fmla="*/ 0 h 4552950"/>
              <a:gd name="connsiteX1" fmla="*/ 4462462 w 4462921"/>
              <a:gd name="connsiteY1" fmla="*/ 1819275 h 4552950"/>
              <a:gd name="connsiteX2" fmla="*/ 4462463 w 4462921"/>
              <a:gd name="connsiteY2" fmla="*/ 2747962 h 4552950"/>
              <a:gd name="connsiteX3" fmla="*/ 0 w 4462921"/>
              <a:gd name="connsiteY3" fmla="*/ 4552950 h 4552950"/>
              <a:gd name="connsiteX4" fmla="*/ 0 w 4462921"/>
              <a:gd name="connsiteY4" fmla="*/ 3543300 h 4552950"/>
              <a:gd name="connsiteX5" fmla="*/ 3282950 w 4462921"/>
              <a:gd name="connsiteY5" fmla="*/ 2286000 h 4552950"/>
              <a:gd name="connsiteX6" fmla="*/ 0 w 4462921"/>
              <a:gd name="connsiteY6" fmla="*/ 1016000 h 4552950"/>
              <a:gd name="connsiteX7" fmla="*/ 0 w 4462921"/>
              <a:gd name="connsiteY7" fmla="*/ 0 h 4552950"/>
              <a:gd name="connsiteX0" fmla="*/ 0 w 4462921"/>
              <a:gd name="connsiteY0" fmla="*/ 0 h 4560094"/>
              <a:gd name="connsiteX1" fmla="*/ 4462462 w 4462921"/>
              <a:gd name="connsiteY1" fmla="*/ 1819275 h 4560094"/>
              <a:gd name="connsiteX2" fmla="*/ 4462463 w 4462921"/>
              <a:gd name="connsiteY2" fmla="*/ 2747962 h 4560094"/>
              <a:gd name="connsiteX3" fmla="*/ 2381 w 4462921"/>
              <a:gd name="connsiteY3" fmla="*/ 4560094 h 4560094"/>
              <a:gd name="connsiteX4" fmla="*/ 0 w 4462921"/>
              <a:gd name="connsiteY4" fmla="*/ 3543300 h 4560094"/>
              <a:gd name="connsiteX5" fmla="*/ 3282950 w 4462921"/>
              <a:gd name="connsiteY5" fmla="*/ 2286000 h 4560094"/>
              <a:gd name="connsiteX6" fmla="*/ 0 w 4462921"/>
              <a:gd name="connsiteY6" fmla="*/ 1016000 h 4560094"/>
              <a:gd name="connsiteX7" fmla="*/ 0 w 4462921"/>
              <a:gd name="connsiteY7" fmla="*/ 0 h 4560094"/>
              <a:gd name="connsiteX0" fmla="*/ 0 w 4462921"/>
              <a:gd name="connsiteY0" fmla="*/ 0 h 4560094"/>
              <a:gd name="connsiteX1" fmla="*/ 4462462 w 4462921"/>
              <a:gd name="connsiteY1" fmla="*/ 1819275 h 4560094"/>
              <a:gd name="connsiteX2" fmla="*/ 4462463 w 4462921"/>
              <a:gd name="connsiteY2" fmla="*/ 2747962 h 4560094"/>
              <a:gd name="connsiteX3" fmla="*/ 2381 w 4462921"/>
              <a:gd name="connsiteY3" fmla="*/ 4560094 h 4560094"/>
              <a:gd name="connsiteX4" fmla="*/ 0 w 4462921"/>
              <a:gd name="connsiteY4" fmla="*/ 3543300 h 4560094"/>
              <a:gd name="connsiteX5" fmla="*/ 3275807 w 4462921"/>
              <a:gd name="connsiteY5" fmla="*/ 2286000 h 4560094"/>
              <a:gd name="connsiteX6" fmla="*/ 0 w 4462921"/>
              <a:gd name="connsiteY6" fmla="*/ 1016000 h 4560094"/>
              <a:gd name="connsiteX7" fmla="*/ 0 w 4462921"/>
              <a:gd name="connsiteY7" fmla="*/ 0 h 4560094"/>
              <a:gd name="connsiteX0" fmla="*/ 0 w 4462921"/>
              <a:gd name="connsiteY0" fmla="*/ 0 h 4557713"/>
              <a:gd name="connsiteX1" fmla="*/ 4462462 w 4462921"/>
              <a:gd name="connsiteY1" fmla="*/ 1819275 h 4557713"/>
              <a:gd name="connsiteX2" fmla="*/ 4462463 w 4462921"/>
              <a:gd name="connsiteY2" fmla="*/ 2747962 h 4557713"/>
              <a:gd name="connsiteX3" fmla="*/ 2381 w 4462921"/>
              <a:gd name="connsiteY3" fmla="*/ 4557713 h 4557713"/>
              <a:gd name="connsiteX4" fmla="*/ 0 w 4462921"/>
              <a:gd name="connsiteY4" fmla="*/ 3543300 h 4557713"/>
              <a:gd name="connsiteX5" fmla="*/ 3275807 w 4462921"/>
              <a:gd name="connsiteY5" fmla="*/ 2286000 h 4557713"/>
              <a:gd name="connsiteX6" fmla="*/ 0 w 4462921"/>
              <a:gd name="connsiteY6" fmla="*/ 1016000 h 4557713"/>
              <a:gd name="connsiteX7" fmla="*/ 0 w 4462921"/>
              <a:gd name="connsiteY7" fmla="*/ 0 h 4557713"/>
              <a:gd name="connsiteX0" fmla="*/ 0 w 4462921"/>
              <a:gd name="connsiteY0" fmla="*/ 0 h 4562475"/>
              <a:gd name="connsiteX1" fmla="*/ 4462462 w 4462921"/>
              <a:gd name="connsiteY1" fmla="*/ 1819275 h 4562475"/>
              <a:gd name="connsiteX2" fmla="*/ 4462463 w 4462921"/>
              <a:gd name="connsiteY2" fmla="*/ 2747962 h 4562475"/>
              <a:gd name="connsiteX3" fmla="*/ 2381 w 4462921"/>
              <a:gd name="connsiteY3" fmla="*/ 4562475 h 4562475"/>
              <a:gd name="connsiteX4" fmla="*/ 0 w 4462921"/>
              <a:gd name="connsiteY4" fmla="*/ 3543300 h 4562475"/>
              <a:gd name="connsiteX5" fmla="*/ 3275807 w 4462921"/>
              <a:gd name="connsiteY5" fmla="*/ 2286000 h 4562475"/>
              <a:gd name="connsiteX6" fmla="*/ 0 w 4462921"/>
              <a:gd name="connsiteY6" fmla="*/ 1016000 h 4562475"/>
              <a:gd name="connsiteX7" fmla="*/ 0 w 4462921"/>
              <a:gd name="connsiteY7" fmla="*/ 0 h 4562475"/>
              <a:gd name="connsiteX0" fmla="*/ 2486 w 4465407"/>
              <a:gd name="connsiteY0" fmla="*/ 0 h 4564856"/>
              <a:gd name="connsiteX1" fmla="*/ 4464948 w 4465407"/>
              <a:gd name="connsiteY1" fmla="*/ 1819275 h 4564856"/>
              <a:gd name="connsiteX2" fmla="*/ 4464949 w 4465407"/>
              <a:gd name="connsiteY2" fmla="*/ 2747962 h 4564856"/>
              <a:gd name="connsiteX3" fmla="*/ 105 w 4465407"/>
              <a:gd name="connsiteY3" fmla="*/ 4564856 h 4564856"/>
              <a:gd name="connsiteX4" fmla="*/ 2486 w 4465407"/>
              <a:gd name="connsiteY4" fmla="*/ 3543300 h 4564856"/>
              <a:gd name="connsiteX5" fmla="*/ 3278293 w 4465407"/>
              <a:gd name="connsiteY5" fmla="*/ 2286000 h 4564856"/>
              <a:gd name="connsiteX6" fmla="*/ 2486 w 4465407"/>
              <a:gd name="connsiteY6" fmla="*/ 1016000 h 4564856"/>
              <a:gd name="connsiteX7" fmla="*/ 2486 w 4465407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47962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50343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55106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8417 w 4467453"/>
              <a:gd name="connsiteY5" fmla="*/ 2286000 h 4564856"/>
              <a:gd name="connsiteX6" fmla="*/ 2610 w 4467453"/>
              <a:gd name="connsiteY6" fmla="*/ 1016000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8417 w 4467453"/>
              <a:gd name="connsiteY5" fmla="*/ 2286000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1273 w 4467453"/>
              <a:gd name="connsiteY5" fmla="*/ 2288382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1273 w 4467453"/>
              <a:gd name="connsiteY5" fmla="*/ 2288382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9275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0763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0763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3145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64129 w 4465530"/>
              <a:gd name="connsiteY5" fmla="*/ 2288382 h 4564856"/>
              <a:gd name="connsiteX6" fmla="*/ 2610 w 4465530"/>
              <a:gd name="connsiteY6" fmla="*/ 1023145 h 4564856"/>
              <a:gd name="connsiteX7" fmla="*/ 2610 w 4465530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5066 w 4467986"/>
              <a:gd name="connsiteY6" fmla="*/ 1023145 h 4564856"/>
              <a:gd name="connsiteX7" fmla="*/ 0 w 4467986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2533 w 4467986"/>
              <a:gd name="connsiteY6" fmla="*/ 1018079 h 4564856"/>
              <a:gd name="connsiteX7" fmla="*/ 0 w 4467986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2533 w 4467986"/>
              <a:gd name="connsiteY6" fmla="*/ 1023145 h 4564856"/>
              <a:gd name="connsiteX7" fmla="*/ 0 w 4467986"/>
              <a:gd name="connsiteY7" fmla="*/ 0 h 4564856"/>
              <a:gd name="connsiteX0" fmla="*/ 0 w 4467986"/>
              <a:gd name="connsiteY0" fmla="*/ 0 h 4567262"/>
              <a:gd name="connsiteX1" fmla="*/ 4467527 w 4467986"/>
              <a:gd name="connsiteY1" fmla="*/ 1814537 h 4567262"/>
              <a:gd name="connsiteX2" fmla="*/ 4467529 w 4467986"/>
              <a:gd name="connsiteY2" fmla="*/ 2757512 h 4567262"/>
              <a:gd name="connsiteX3" fmla="*/ 2685 w 4467986"/>
              <a:gd name="connsiteY3" fmla="*/ 4567262 h 4567262"/>
              <a:gd name="connsiteX4" fmla="*/ 2684 w 4467986"/>
              <a:gd name="connsiteY4" fmla="*/ 3548087 h 4567262"/>
              <a:gd name="connsiteX5" fmla="*/ 3266585 w 4467986"/>
              <a:gd name="connsiteY5" fmla="*/ 2290788 h 4567262"/>
              <a:gd name="connsiteX6" fmla="*/ 2533 w 4467986"/>
              <a:gd name="connsiteY6" fmla="*/ 1025551 h 4567262"/>
              <a:gd name="connsiteX7" fmla="*/ 0 w 4467986"/>
              <a:gd name="connsiteY7" fmla="*/ 0 h 4567262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50493 h 4569668"/>
              <a:gd name="connsiteX5" fmla="*/ 3264555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48111 h 4569668"/>
              <a:gd name="connsiteX5" fmla="*/ 3264555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48111 h 4569668"/>
              <a:gd name="connsiteX5" fmla="*/ 3257411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65956" h="4569668">
                <a:moveTo>
                  <a:pt x="377" y="0"/>
                </a:moveTo>
                <a:lnTo>
                  <a:pt x="4465497" y="1816943"/>
                </a:lnTo>
                <a:cubicBezTo>
                  <a:pt x="4463910" y="2124918"/>
                  <a:pt x="4467086" y="2451943"/>
                  <a:pt x="4465499" y="2759918"/>
                </a:cubicBezTo>
                <a:lnTo>
                  <a:pt x="655" y="4569668"/>
                </a:lnTo>
                <a:cubicBezTo>
                  <a:pt x="-139" y="4230737"/>
                  <a:pt x="1448" y="3887042"/>
                  <a:pt x="654" y="3548111"/>
                </a:cubicBezTo>
                <a:lnTo>
                  <a:pt x="3257411" y="2293194"/>
                </a:lnTo>
                <a:lnTo>
                  <a:pt x="503" y="1027957"/>
                </a:lnTo>
                <a:cubicBezTo>
                  <a:pt x="-1186" y="686909"/>
                  <a:pt x="2066" y="341048"/>
                  <a:pt x="37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dirty="0"/>
          </a:p>
        </p:txBody>
      </p:sp>
      <p:grpSp>
        <p:nvGrpSpPr>
          <p:cNvPr id="6" name="Group 28"/>
          <p:cNvGrpSpPr/>
          <p:nvPr userDrawn="1"/>
        </p:nvGrpSpPr>
        <p:grpSpPr>
          <a:xfrm>
            <a:off x="483507" y="661989"/>
            <a:ext cx="2157413" cy="384175"/>
            <a:chOff x="710519" y="2198688"/>
            <a:chExt cx="2157413" cy="384175"/>
          </a:xfrm>
          <a:solidFill>
            <a:schemeClr val="bg1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710519" y="2286000"/>
              <a:ext cx="219075" cy="296863"/>
            </a:xfrm>
            <a:custGeom>
              <a:avLst/>
              <a:gdLst/>
              <a:ahLst/>
              <a:cxnLst>
                <a:cxn ang="0">
                  <a:pos x="259" y="340"/>
                </a:cxn>
                <a:cxn ang="0">
                  <a:pos x="259" y="340"/>
                </a:cxn>
                <a:cxn ang="0">
                  <a:pos x="259" y="104"/>
                </a:cxn>
                <a:cxn ang="0">
                  <a:pos x="138" y="0"/>
                </a:cxn>
                <a:cxn ang="0">
                  <a:pos x="12" y="106"/>
                </a:cxn>
                <a:cxn ang="0">
                  <a:pos x="87" y="106"/>
                </a:cxn>
                <a:cxn ang="0">
                  <a:pos x="138" y="55"/>
                </a:cxn>
                <a:cxn ang="0">
                  <a:pos x="185" y="115"/>
                </a:cxn>
                <a:cxn ang="0">
                  <a:pos x="185" y="148"/>
                </a:cxn>
                <a:cxn ang="0">
                  <a:pos x="0" y="260"/>
                </a:cxn>
                <a:cxn ang="0">
                  <a:pos x="97" y="348"/>
                </a:cxn>
                <a:cxn ang="0">
                  <a:pos x="184" y="302"/>
                </a:cxn>
                <a:cxn ang="0">
                  <a:pos x="185" y="302"/>
                </a:cxn>
                <a:cxn ang="0">
                  <a:pos x="185" y="340"/>
                </a:cxn>
                <a:cxn ang="0">
                  <a:pos x="259" y="340"/>
                </a:cxn>
                <a:cxn ang="0">
                  <a:pos x="259" y="340"/>
                </a:cxn>
                <a:cxn ang="0">
                  <a:pos x="185" y="193"/>
                </a:cxn>
                <a:cxn ang="0">
                  <a:pos x="185" y="193"/>
                </a:cxn>
                <a:cxn ang="0">
                  <a:pos x="116" y="293"/>
                </a:cxn>
                <a:cxn ang="0">
                  <a:pos x="75" y="253"/>
                </a:cxn>
                <a:cxn ang="0">
                  <a:pos x="185" y="193"/>
                </a:cxn>
              </a:cxnLst>
              <a:rect l="0" t="0" r="r" b="b"/>
              <a:pathLst>
                <a:path w="259" h="348">
                  <a:moveTo>
                    <a:pt x="259" y="340"/>
                  </a:moveTo>
                  <a:lnTo>
                    <a:pt x="259" y="340"/>
                  </a:lnTo>
                  <a:lnTo>
                    <a:pt x="259" y="104"/>
                  </a:lnTo>
                  <a:cubicBezTo>
                    <a:pt x="259" y="27"/>
                    <a:pt x="209" y="0"/>
                    <a:pt x="138" y="0"/>
                  </a:cubicBezTo>
                  <a:cubicBezTo>
                    <a:pt x="69" y="0"/>
                    <a:pt x="12" y="30"/>
                    <a:pt x="12" y="106"/>
                  </a:cubicBezTo>
                  <a:lnTo>
                    <a:pt x="87" y="106"/>
                  </a:lnTo>
                  <a:cubicBezTo>
                    <a:pt x="87" y="73"/>
                    <a:pt x="105" y="55"/>
                    <a:pt x="138" y="55"/>
                  </a:cubicBezTo>
                  <a:cubicBezTo>
                    <a:pt x="177" y="55"/>
                    <a:pt x="185" y="83"/>
                    <a:pt x="185" y="115"/>
                  </a:cubicBezTo>
                  <a:lnTo>
                    <a:pt x="185" y="148"/>
                  </a:lnTo>
                  <a:cubicBezTo>
                    <a:pt x="110" y="150"/>
                    <a:pt x="0" y="161"/>
                    <a:pt x="0" y="260"/>
                  </a:cubicBezTo>
                  <a:cubicBezTo>
                    <a:pt x="0" y="317"/>
                    <a:pt x="44" y="348"/>
                    <a:pt x="97" y="348"/>
                  </a:cubicBezTo>
                  <a:cubicBezTo>
                    <a:pt x="133" y="348"/>
                    <a:pt x="167" y="336"/>
                    <a:pt x="184" y="302"/>
                  </a:cubicBezTo>
                  <a:lnTo>
                    <a:pt x="185" y="302"/>
                  </a:lnTo>
                  <a:lnTo>
                    <a:pt x="185" y="340"/>
                  </a:lnTo>
                  <a:lnTo>
                    <a:pt x="259" y="340"/>
                  </a:lnTo>
                  <a:lnTo>
                    <a:pt x="259" y="340"/>
                  </a:lnTo>
                  <a:close/>
                  <a:moveTo>
                    <a:pt x="185" y="193"/>
                  </a:moveTo>
                  <a:lnTo>
                    <a:pt x="185" y="193"/>
                  </a:lnTo>
                  <a:cubicBezTo>
                    <a:pt x="185" y="236"/>
                    <a:pt x="168" y="293"/>
                    <a:pt x="116" y="293"/>
                  </a:cubicBezTo>
                  <a:cubicBezTo>
                    <a:pt x="90" y="293"/>
                    <a:pt x="75" y="280"/>
                    <a:pt x="75" y="253"/>
                  </a:cubicBezTo>
                  <a:cubicBezTo>
                    <a:pt x="75" y="203"/>
                    <a:pt x="148" y="193"/>
                    <a:pt x="185" y="19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958169" y="2286000"/>
              <a:ext cx="236538" cy="296863"/>
            </a:xfrm>
            <a:custGeom>
              <a:avLst/>
              <a:gdLst/>
              <a:ahLst/>
              <a:cxnLst>
                <a:cxn ang="0">
                  <a:pos x="196" y="122"/>
                </a:cxn>
                <a:cxn ang="0">
                  <a:pos x="196" y="122"/>
                </a:cxn>
                <a:cxn ang="0">
                  <a:pos x="146" y="55"/>
                </a:cxn>
                <a:cxn ang="0">
                  <a:pos x="83" y="145"/>
                </a:cxn>
                <a:cxn ang="0">
                  <a:pos x="219" y="293"/>
                </a:cxn>
                <a:cxn ang="0">
                  <a:pos x="275" y="285"/>
                </a:cxn>
                <a:cxn ang="0">
                  <a:pos x="275" y="332"/>
                </a:cxn>
                <a:cxn ang="0">
                  <a:pos x="178" y="348"/>
                </a:cxn>
                <a:cxn ang="0">
                  <a:pos x="0" y="159"/>
                </a:cxn>
                <a:cxn ang="0">
                  <a:pos x="152" y="0"/>
                </a:cxn>
                <a:cxn ang="0">
                  <a:pos x="279" y="122"/>
                </a:cxn>
                <a:cxn ang="0">
                  <a:pos x="196" y="122"/>
                </a:cxn>
              </a:cxnLst>
              <a:rect l="0" t="0" r="r" b="b"/>
              <a:pathLst>
                <a:path w="279" h="348">
                  <a:moveTo>
                    <a:pt x="196" y="122"/>
                  </a:moveTo>
                  <a:lnTo>
                    <a:pt x="196" y="122"/>
                  </a:lnTo>
                  <a:cubicBezTo>
                    <a:pt x="196" y="87"/>
                    <a:pt x="187" y="55"/>
                    <a:pt x="146" y="55"/>
                  </a:cubicBezTo>
                  <a:cubicBezTo>
                    <a:pt x="97" y="55"/>
                    <a:pt x="83" y="106"/>
                    <a:pt x="83" y="145"/>
                  </a:cubicBezTo>
                  <a:cubicBezTo>
                    <a:pt x="83" y="229"/>
                    <a:pt x="132" y="293"/>
                    <a:pt x="219" y="293"/>
                  </a:cubicBezTo>
                  <a:cubicBezTo>
                    <a:pt x="238" y="293"/>
                    <a:pt x="257" y="291"/>
                    <a:pt x="275" y="285"/>
                  </a:cubicBezTo>
                  <a:lnTo>
                    <a:pt x="275" y="332"/>
                  </a:lnTo>
                  <a:cubicBezTo>
                    <a:pt x="244" y="342"/>
                    <a:pt x="211" y="348"/>
                    <a:pt x="178" y="348"/>
                  </a:cubicBezTo>
                  <a:cubicBezTo>
                    <a:pt x="60" y="348"/>
                    <a:pt x="0" y="275"/>
                    <a:pt x="0" y="159"/>
                  </a:cubicBezTo>
                  <a:cubicBezTo>
                    <a:pt x="0" y="63"/>
                    <a:pt x="53" y="0"/>
                    <a:pt x="152" y="0"/>
                  </a:cubicBezTo>
                  <a:cubicBezTo>
                    <a:pt x="233" y="0"/>
                    <a:pt x="279" y="40"/>
                    <a:pt x="279" y="122"/>
                  </a:cubicBezTo>
                  <a:lnTo>
                    <a:pt x="196" y="1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10582" y="2286000"/>
              <a:ext cx="234950" cy="296863"/>
            </a:xfrm>
            <a:custGeom>
              <a:avLst/>
              <a:gdLst/>
              <a:ahLst/>
              <a:cxnLst>
                <a:cxn ang="0">
                  <a:pos x="196" y="122"/>
                </a:cxn>
                <a:cxn ang="0">
                  <a:pos x="196" y="122"/>
                </a:cxn>
                <a:cxn ang="0">
                  <a:pos x="145" y="55"/>
                </a:cxn>
                <a:cxn ang="0">
                  <a:pos x="82" y="145"/>
                </a:cxn>
                <a:cxn ang="0">
                  <a:pos x="219" y="293"/>
                </a:cxn>
                <a:cxn ang="0">
                  <a:pos x="274" y="285"/>
                </a:cxn>
                <a:cxn ang="0">
                  <a:pos x="274" y="332"/>
                </a:cxn>
                <a:cxn ang="0">
                  <a:pos x="177" y="348"/>
                </a:cxn>
                <a:cxn ang="0">
                  <a:pos x="0" y="159"/>
                </a:cxn>
                <a:cxn ang="0">
                  <a:pos x="152" y="0"/>
                </a:cxn>
                <a:cxn ang="0">
                  <a:pos x="278" y="122"/>
                </a:cxn>
                <a:cxn ang="0">
                  <a:pos x="196" y="122"/>
                </a:cxn>
              </a:cxnLst>
              <a:rect l="0" t="0" r="r" b="b"/>
              <a:pathLst>
                <a:path w="278" h="348">
                  <a:moveTo>
                    <a:pt x="196" y="122"/>
                  </a:moveTo>
                  <a:lnTo>
                    <a:pt x="196" y="122"/>
                  </a:lnTo>
                  <a:cubicBezTo>
                    <a:pt x="196" y="87"/>
                    <a:pt x="186" y="55"/>
                    <a:pt x="145" y="55"/>
                  </a:cubicBezTo>
                  <a:cubicBezTo>
                    <a:pt x="97" y="55"/>
                    <a:pt x="82" y="106"/>
                    <a:pt x="82" y="145"/>
                  </a:cubicBezTo>
                  <a:cubicBezTo>
                    <a:pt x="82" y="229"/>
                    <a:pt x="131" y="293"/>
                    <a:pt x="219" y="293"/>
                  </a:cubicBezTo>
                  <a:cubicBezTo>
                    <a:pt x="237" y="293"/>
                    <a:pt x="256" y="291"/>
                    <a:pt x="274" y="285"/>
                  </a:cubicBezTo>
                  <a:lnTo>
                    <a:pt x="274" y="332"/>
                  </a:lnTo>
                  <a:cubicBezTo>
                    <a:pt x="243" y="342"/>
                    <a:pt x="210" y="348"/>
                    <a:pt x="177" y="348"/>
                  </a:cubicBezTo>
                  <a:cubicBezTo>
                    <a:pt x="59" y="348"/>
                    <a:pt x="0" y="275"/>
                    <a:pt x="0" y="159"/>
                  </a:cubicBezTo>
                  <a:cubicBezTo>
                    <a:pt x="0" y="63"/>
                    <a:pt x="52" y="0"/>
                    <a:pt x="152" y="0"/>
                  </a:cubicBezTo>
                  <a:cubicBezTo>
                    <a:pt x="233" y="0"/>
                    <a:pt x="278" y="40"/>
                    <a:pt x="278" y="122"/>
                  </a:cubicBezTo>
                  <a:lnTo>
                    <a:pt x="196" y="1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1467757" y="2286000"/>
              <a:ext cx="227013" cy="296863"/>
            </a:xfrm>
            <a:custGeom>
              <a:avLst/>
              <a:gdLst/>
              <a:ahLst/>
              <a:cxnLst>
                <a:cxn ang="0">
                  <a:pos x="268" y="154"/>
                </a:cxn>
                <a:cxn ang="0">
                  <a:pos x="268" y="154"/>
                </a:cxn>
                <a:cxn ang="0">
                  <a:pos x="268" y="135"/>
                </a:cxn>
                <a:cxn ang="0">
                  <a:pos x="142" y="0"/>
                </a:cxn>
                <a:cxn ang="0">
                  <a:pos x="0" y="156"/>
                </a:cxn>
                <a:cxn ang="0">
                  <a:pos x="167" y="348"/>
                </a:cxn>
                <a:cxn ang="0">
                  <a:pos x="260" y="334"/>
                </a:cxn>
                <a:cxn ang="0">
                  <a:pos x="260" y="281"/>
                </a:cxn>
                <a:cxn ang="0">
                  <a:pos x="196" y="293"/>
                </a:cxn>
                <a:cxn ang="0">
                  <a:pos x="72" y="154"/>
                </a:cxn>
                <a:cxn ang="0">
                  <a:pos x="268" y="154"/>
                </a:cxn>
                <a:cxn ang="0">
                  <a:pos x="268" y="154"/>
                </a:cxn>
                <a:cxn ang="0">
                  <a:pos x="195" y="107"/>
                </a:cxn>
                <a:cxn ang="0">
                  <a:pos x="195" y="107"/>
                </a:cxn>
                <a:cxn ang="0">
                  <a:pos x="74" y="107"/>
                </a:cxn>
                <a:cxn ang="0">
                  <a:pos x="136" y="50"/>
                </a:cxn>
                <a:cxn ang="0">
                  <a:pos x="195" y="107"/>
                </a:cxn>
              </a:cxnLst>
              <a:rect l="0" t="0" r="r" b="b"/>
              <a:pathLst>
                <a:path w="268" h="348">
                  <a:moveTo>
                    <a:pt x="268" y="154"/>
                  </a:moveTo>
                  <a:lnTo>
                    <a:pt x="268" y="154"/>
                  </a:lnTo>
                  <a:lnTo>
                    <a:pt x="268" y="135"/>
                  </a:lnTo>
                  <a:cubicBezTo>
                    <a:pt x="268" y="54"/>
                    <a:pt x="226" y="0"/>
                    <a:pt x="142" y="0"/>
                  </a:cubicBezTo>
                  <a:cubicBezTo>
                    <a:pt x="43" y="0"/>
                    <a:pt x="0" y="62"/>
                    <a:pt x="0" y="156"/>
                  </a:cubicBezTo>
                  <a:cubicBezTo>
                    <a:pt x="0" y="266"/>
                    <a:pt x="49" y="348"/>
                    <a:pt x="167" y="348"/>
                  </a:cubicBezTo>
                  <a:cubicBezTo>
                    <a:pt x="198" y="348"/>
                    <a:pt x="230" y="344"/>
                    <a:pt x="260" y="334"/>
                  </a:cubicBezTo>
                  <a:lnTo>
                    <a:pt x="260" y="281"/>
                  </a:lnTo>
                  <a:cubicBezTo>
                    <a:pt x="240" y="288"/>
                    <a:pt x="217" y="293"/>
                    <a:pt x="196" y="293"/>
                  </a:cubicBezTo>
                  <a:cubicBezTo>
                    <a:pt x="121" y="293"/>
                    <a:pt x="72" y="224"/>
                    <a:pt x="72" y="154"/>
                  </a:cubicBezTo>
                  <a:lnTo>
                    <a:pt x="268" y="154"/>
                  </a:lnTo>
                  <a:lnTo>
                    <a:pt x="268" y="154"/>
                  </a:lnTo>
                  <a:close/>
                  <a:moveTo>
                    <a:pt x="195" y="107"/>
                  </a:moveTo>
                  <a:lnTo>
                    <a:pt x="195" y="107"/>
                  </a:lnTo>
                  <a:lnTo>
                    <a:pt x="74" y="107"/>
                  </a:lnTo>
                  <a:cubicBezTo>
                    <a:pt x="77" y="74"/>
                    <a:pt x="103" y="50"/>
                    <a:pt x="136" y="50"/>
                  </a:cubicBezTo>
                  <a:cubicBezTo>
                    <a:pt x="172" y="50"/>
                    <a:pt x="195" y="71"/>
                    <a:pt x="195" y="10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1728107" y="2286000"/>
              <a:ext cx="227013" cy="290513"/>
            </a:xfrm>
            <a:custGeom>
              <a:avLst/>
              <a:gdLst/>
              <a:ahLst/>
              <a:cxnLst>
                <a:cxn ang="0">
                  <a:pos x="189" y="340"/>
                </a:cxn>
                <a:cxn ang="0">
                  <a:pos x="189" y="340"/>
                </a:cxn>
                <a:cxn ang="0">
                  <a:pos x="189" y="150"/>
                </a:cxn>
                <a:cxn ang="0">
                  <a:pos x="178" y="79"/>
                </a:cxn>
                <a:cxn ang="0">
                  <a:pos x="155" y="73"/>
                </a:cxn>
                <a:cxn ang="0">
                  <a:pos x="77" y="196"/>
                </a:cxn>
                <a:cxn ang="0">
                  <a:pos x="77" y="340"/>
                </a:cxn>
                <a:cxn ang="0">
                  <a:pos x="0" y="340"/>
                </a:cxn>
                <a:cxn ang="0">
                  <a:pos x="0" y="8"/>
                </a:cxn>
                <a:cxn ang="0">
                  <a:pos x="77" y="8"/>
                </a:cxn>
                <a:cxn ang="0">
                  <a:pos x="77" y="70"/>
                </a:cxn>
                <a:cxn ang="0">
                  <a:pos x="79" y="70"/>
                </a:cxn>
                <a:cxn ang="0">
                  <a:pos x="177" y="0"/>
                </a:cxn>
                <a:cxn ang="0">
                  <a:pos x="267" y="110"/>
                </a:cxn>
                <a:cxn ang="0">
                  <a:pos x="267" y="340"/>
                </a:cxn>
                <a:cxn ang="0">
                  <a:pos x="189" y="340"/>
                </a:cxn>
              </a:cxnLst>
              <a:rect l="0" t="0" r="r" b="b"/>
              <a:pathLst>
                <a:path w="267" h="340">
                  <a:moveTo>
                    <a:pt x="189" y="340"/>
                  </a:moveTo>
                  <a:lnTo>
                    <a:pt x="189" y="340"/>
                  </a:lnTo>
                  <a:lnTo>
                    <a:pt x="189" y="150"/>
                  </a:lnTo>
                  <a:cubicBezTo>
                    <a:pt x="189" y="134"/>
                    <a:pt x="191" y="92"/>
                    <a:pt x="178" y="79"/>
                  </a:cubicBezTo>
                  <a:cubicBezTo>
                    <a:pt x="172" y="74"/>
                    <a:pt x="163" y="73"/>
                    <a:pt x="155" y="73"/>
                  </a:cubicBezTo>
                  <a:cubicBezTo>
                    <a:pt x="100" y="73"/>
                    <a:pt x="77" y="152"/>
                    <a:pt x="77" y="196"/>
                  </a:cubicBezTo>
                  <a:lnTo>
                    <a:pt x="77" y="340"/>
                  </a:lnTo>
                  <a:lnTo>
                    <a:pt x="0" y="340"/>
                  </a:lnTo>
                  <a:lnTo>
                    <a:pt x="0" y="8"/>
                  </a:lnTo>
                  <a:lnTo>
                    <a:pt x="77" y="8"/>
                  </a:lnTo>
                  <a:lnTo>
                    <a:pt x="77" y="70"/>
                  </a:lnTo>
                  <a:lnTo>
                    <a:pt x="79" y="70"/>
                  </a:lnTo>
                  <a:cubicBezTo>
                    <a:pt x="96" y="27"/>
                    <a:pt x="130" y="0"/>
                    <a:pt x="177" y="0"/>
                  </a:cubicBezTo>
                  <a:cubicBezTo>
                    <a:pt x="240" y="0"/>
                    <a:pt x="267" y="53"/>
                    <a:pt x="267" y="110"/>
                  </a:cubicBezTo>
                  <a:lnTo>
                    <a:pt x="267" y="340"/>
                  </a:lnTo>
                  <a:lnTo>
                    <a:pt x="189" y="34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1970994" y="2198688"/>
              <a:ext cx="203200" cy="384175"/>
            </a:xfrm>
            <a:custGeom>
              <a:avLst/>
              <a:gdLst/>
              <a:ahLst/>
              <a:cxnLst>
                <a:cxn ang="0">
                  <a:pos x="142" y="164"/>
                </a:cxn>
                <a:cxn ang="0">
                  <a:pos x="142" y="164"/>
                </a:cxn>
                <a:cxn ang="0">
                  <a:pos x="142" y="321"/>
                </a:cxn>
                <a:cxn ang="0">
                  <a:pos x="194" y="395"/>
                </a:cxn>
                <a:cxn ang="0">
                  <a:pos x="230" y="390"/>
                </a:cxn>
                <a:cxn ang="0">
                  <a:pos x="230" y="444"/>
                </a:cxn>
                <a:cxn ang="0">
                  <a:pos x="166" y="450"/>
                </a:cxn>
                <a:cxn ang="0">
                  <a:pos x="65" y="358"/>
                </a:cxn>
                <a:cxn ang="0">
                  <a:pos x="65" y="164"/>
                </a:cxn>
                <a:cxn ang="0">
                  <a:pos x="0" y="164"/>
                </a:cxn>
                <a:cxn ang="0">
                  <a:pos x="0" y="110"/>
                </a:cxn>
                <a:cxn ang="0">
                  <a:pos x="65" y="110"/>
                </a:cxn>
                <a:cxn ang="0">
                  <a:pos x="65" y="31"/>
                </a:cxn>
                <a:cxn ang="0">
                  <a:pos x="142" y="0"/>
                </a:cxn>
                <a:cxn ang="0">
                  <a:pos x="142" y="110"/>
                </a:cxn>
                <a:cxn ang="0">
                  <a:pos x="240" y="110"/>
                </a:cxn>
                <a:cxn ang="0">
                  <a:pos x="240" y="164"/>
                </a:cxn>
                <a:cxn ang="0">
                  <a:pos x="142" y="164"/>
                </a:cxn>
              </a:cxnLst>
              <a:rect l="0" t="0" r="r" b="b"/>
              <a:pathLst>
                <a:path w="240" h="450">
                  <a:moveTo>
                    <a:pt x="142" y="164"/>
                  </a:moveTo>
                  <a:lnTo>
                    <a:pt x="142" y="164"/>
                  </a:lnTo>
                  <a:lnTo>
                    <a:pt x="142" y="321"/>
                  </a:lnTo>
                  <a:cubicBezTo>
                    <a:pt x="142" y="360"/>
                    <a:pt x="146" y="395"/>
                    <a:pt x="194" y="395"/>
                  </a:cubicBezTo>
                  <a:cubicBezTo>
                    <a:pt x="206" y="395"/>
                    <a:pt x="218" y="392"/>
                    <a:pt x="230" y="390"/>
                  </a:cubicBezTo>
                  <a:lnTo>
                    <a:pt x="230" y="444"/>
                  </a:lnTo>
                  <a:cubicBezTo>
                    <a:pt x="209" y="447"/>
                    <a:pt x="187" y="450"/>
                    <a:pt x="166" y="450"/>
                  </a:cubicBezTo>
                  <a:cubicBezTo>
                    <a:pt x="99" y="450"/>
                    <a:pt x="65" y="427"/>
                    <a:pt x="65" y="358"/>
                  </a:cubicBezTo>
                  <a:lnTo>
                    <a:pt x="65" y="164"/>
                  </a:lnTo>
                  <a:lnTo>
                    <a:pt x="0" y="164"/>
                  </a:lnTo>
                  <a:lnTo>
                    <a:pt x="0" y="110"/>
                  </a:lnTo>
                  <a:lnTo>
                    <a:pt x="65" y="110"/>
                  </a:lnTo>
                  <a:lnTo>
                    <a:pt x="65" y="31"/>
                  </a:lnTo>
                  <a:lnTo>
                    <a:pt x="142" y="0"/>
                  </a:lnTo>
                  <a:lnTo>
                    <a:pt x="142" y="110"/>
                  </a:lnTo>
                  <a:lnTo>
                    <a:pt x="240" y="110"/>
                  </a:lnTo>
                  <a:lnTo>
                    <a:pt x="240" y="164"/>
                  </a:lnTo>
                  <a:lnTo>
                    <a:pt x="142" y="16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2202769" y="2292350"/>
              <a:ext cx="227013" cy="290513"/>
            </a:xfrm>
            <a:custGeom>
              <a:avLst/>
              <a:gdLst/>
              <a:ahLst/>
              <a:cxnLst>
                <a:cxn ang="0">
                  <a:pos x="190" y="332"/>
                </a:cxn>
                <a:cxn ang="0">
                  <a:pos x="190" y="332"/>
                </a:cxn>
                <a:cxn ang="0">
                  <a:pos x="190" y="270"/>
                </a:cxn>
                <a:cxn ang="0">
                  <a:pos x="189" y="270"/>
                </a:cxn>
                <a:cxn ang="0">
                  <a:pos x="90" y="340"/>
                </a:cxn>
                <a:cxn ang="0">
                  <a:pos x="0" y="230"/>
                </a:cxn>
                <a:cxn ang="0">
                  <a:pos x="0" y="0"/>
                </a:cxn>
                <a:cxn ang="0">
                  <a:pos x="78" y="0"/>
                </a:cxn>
                <a:cxn ang="0">
                  <a:pos x="78" y="190"/>
                </a:cxn>
                <a:cxn ang="0">
                  <a:pos x="90" y="261"/>
                </a:cxn>
                <a:cxn ang="0">
                  <a:pos x="112" y="267"/>
                </a:cxn>
                <a:cxn ang="0">
                  <a:pos x="190" y="144"/>
                </a:cxn>
                <a:cxn ang="0">
                  <a:pos x="190" y="0"/>
                </a:cxn>
                <a:cxn ang="0">
                  <a:pos x="268" y="0"/>
                </a:cxn>
                <a:cxn ang="0">
                  <a:pos x="268" y="332"/>
                </a:cxn>
                <a:cxn ang="0">
                  <a:pos x="190" y="332"/>
                </a:cxn>
              </a:cxnLst>
              <a:rect l="0" t="0" r="r" b="b"/>
              <a:pathLst>
                <a:path w="268" h="340">
                  <a:moveTo>
                    <a:pt x="190" y="332"/>
                  </a:moveTo>
                  <a:lnTo>
                    <a:pt x="190" y="332"/>
                  </a:lnTo>
                  <a:lnTo>
                    <a:pt x="190" y="270"/>
                  </a:lnTo>
                  <a:lnTo>
                    <a:pt x="189" y="270"/>
                  </a:lnTo>
                  <a:cubicBezTo>
                    <a:pt x="171" y="312"/>
                    <a:pt x="137" y="340"/>
                    <a:pt x="90" y="340"/>
                  </a:cubicBezTo>
                  <a:cubicBezTo>
                    <a:pt x="27" y="340"/>
                    <a:pt x="0" y="287"/>
                    <a:pt x="0" y="230"/>
                  </a:cubicBezTo>
                  <a:lnTo>
                    <a:pt x="0" y="0"/>
                  </a:lnTo>
                  <a:lnTo>
                    <a:pt x="78" y="0"/>
                  </a:lnTo>
                  <a:lnTo>
                    <a:pt x="78" y="190"/>
                  </a:lnTo>
                  <a:cubicBezTo>
                    <a:pt x="78" y="206"/>
                    <a:pt x="77" y="248"/>
                    <a:pt x="90" y="261"/>
                  </a:cubicBezTo>
                  <a:cubicBezTo>
                    <a:pt x="95" y="266"/>
                    <a:pt x="104" y="267"/>
                    <a:pt x="112" y="267"/>
                  </a:cubicBezTo>
                  <a:cubicBezTo>
                    <a:pt x="168" y="267"/>
                    <a:pt x="190" y="188"/>
                    <a:pt x="190" y="144"/>
                  </a:cubicBezTo>
                  <a:lnTo>
                    <a:pt x="190" y="0"/>
                  </a:lnTo>
                  <a:lnTo>
                    <a:pt x="268" y="0"/>
                  </a:lnTo>
                  <a:lnTo>
                    <a:pt x="268" y="332"/>
                  </a:lnTo>
                  <a:lnTo>
                    <a:pt x="190" y="33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2471057" y="2286000"/>
              <a:ext cx="157163" cy="290513"/>
            </a:xfrm>
            <a:custGeom>
              <a:avLst/>
              <a:gdLst/>
              <a:ahLst/>
              <a:cxnLst>
                <a:cxn ang="0">
                  <a:pos x="78" y="194"/>
                </a:cxn>
                <a:cxn ang="0">
                  <a:pos x="78" y="194"/>
                </a:cxn>
                <a:cxn ang="0">
                  <a:pos x="78" y="340"/>
                </a:cxn>
                <a:cxn ang="0">
                  <a:pos x="0" y="340"/>
                </a:cxn>
                <a:cxn ang="0">
                  <a:pos x="0" y="8"/>
                </a:cxn>
                <a:cxn ang="0">
                  <a:pos x="78" y="8"/>
                </a:cxn>
                <a:cxn ang="0">
                  <a:pos x="78" y="69"/>
                </a:cxn>
                <a:cxn ang="0">
                  <a:pos x="79" y="69"/>
                </a:cxn>
                <a:cxn ang="0">
                  <a:pos x="187" y="0"/>
                </a:cxn>
                <a:cxn ang="0">
                  <a:pos x="187" y="81"/>
                </a:cxn>
                <a:cxn ang="0">
                  <a:pos x="78" y="194"/>
                </a:cxn>
              </a:cxnLst>
              <a:rect l="0" t="0" r="r" b="b"/>
              <a:pathLst>
                <a:path w="187" h="340">
                  <a:moveTo>
                    <a:pt x="78" y="194"/>
                  </a:moveTo>
                  <a:lnTo>
                    <a:pt x="78" y="194"/>
                  </a:lnTo>
                  <a:lnTo>
                    <a:pt x="78" y="340"/>
                  </a:lnTo>
                  <a:lnTo>
                    <a:pt x="0" y="340"/>
                  </a:lnTo>
                  <a:lnTo>
                    <a:pt x="0" y="8"/>
                  </a:lnTo>
                  <a:lnTo>
                    <a:pt x="78" y="8"/>
                  </a:lnTo>
                  <a:lnTo>
                    <a:pt x="78" y="69"/>
                  </a:lnTo>
                  <a:lnTo>
                    <a:pt x="79" y="69"/>
                  </a:lnTo>
                  <a:cubicBezTo>
                    <a:pt x="105" y="23"/>
                    <a:pt x="131" y="0"/>
                    <a:pt x="187" y="0"/>
                  </a:cubicBezTo>
                  <a:lnTo>
                    <a:pt x="187" y="81"/>
                  </a:lnTo>
                  <a:cubicBezTo>
                    <a:pt x="107" y="81"/>
                    <a:pt x="78" y="116"/>
                    <a:pt x="78" y="1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6" name="Freeform 13"/>
            <p:cNvSpPr>
              <a:spLocks noEditPoints="1"/>
            </p:cNvSpPr>
            <p:nvPr/>
          </p:nvSpPr>
          <p:spPr bwMode="auto">
            <a:xfrm>
              <a:off x="2640919" y="2286000"/>
              <a:ext cx="227013" cy="296863"/>
            </a:xfrm>
            <a:custGeom>
              <a:avLst/>
              <a:gdLst/>
              <a:ahLst/>
              <a:cxnLst>
                <a:cxn ang="0">
                  <a:pos x="268" y="154"/>
                </a:cxn>
                <a:cxn ang="0">
                  <a:pos x="268" y="154"/>
                </a:cxn>
                <a:cxn ang="0">
                  <a:pos x="268" y="135"/>
                </a:cxn>
                <a:cxn ang="0">
                  <a:pos x="142" y="0"/>
                </a:cxn>
                <a:cxn ang="0">
                  <a:pos x="0" y="156"/>
                </a:cxn>
                <a:cxn ang="0">
                  <a:pos x="167" y="348"/>
                </a:cxn>
                <a:cxn ang="0">
                  <a:pos x="260" y="334"/>
                </a:cxn>
                <a:cxn ang="0">
                  <a:pos x="260" y="281"/>
                </a:cxn>
                <a:cxn ang="0">
                  <a:pos x="197" y="293"/>
                </a:cxn>
                <a:cxn ang="0">
                  <a:pos x="72" y="154"/>
                </a:cxn>
                <a:cxn ang="0">
                  <a:pos x="268" y="154"/>
                </a:cxn>
                <a:cxn ang="0">
                  <a:pos x="268" y="154"/>
                </a:cxn>
                <a:cxn ang="0">
                  <a:pos x="195" y="107"/>
                </a:cxn>
                <a:cxn ang="0">
                  <a:pos x="195" y="107"/>
                </a:cxn>
                <a:cxn ang="0">
                  <a:pos x="74" y="107"/>
                </a:cxn>
                <a:cxn ang="0">
                  <a:pos x="137" y="50"/>
                </a:cxn>
                <a:cxn ang="0">
                  <a:pos x="195" y="107"/>
                </a:cxn>
              </a:cxnLst>
              <a:rect l="0" t="0" r="r" b="b"/>
              <a:pathLst>
                <a:path w="268" h="348">
                  <a:moveTo>
                    <a:pt x="268" y="154"/>
                  </a:moveTo>
                  <a:lnTo>
                    <a:pt x="268" y="154"/>
                  </a:lnTo>
                  <a:lnTo>
                    <a:pt x="268" y="135"/>
                  </a:lnTo>
                  <a:cubicBezTo>
                    <a:pt x="268" y="54"/>
                    <a:pt x="227" y="0"/>
                    <a:pt x="142" y="0"/>
                  </a:cubicBezTo>
                  <a:cubicBezTo>
                    <a:pt x="43" y="0"/>
                    <a:pt x="0" y="62"/>
                    <a:pt x="0" y="156"/>
                  </a:cubicBezTo>
                  <a:cubicBezTo>
                    <a:pt x="0" y="266"/>
                    <a:pt x="50" y="348"/>
                    <a:pt x="167" y="348"/>
                  </a:cubicBezTo>
                  <a:cubicBezTo>
                    <a:pt x="199" y="348"/>
                    <a:pt x="230" y="344"/>
                    <a:pt x="260" y="334"/>
                  </a:cubicBezTo>
                  <a:lnTo>
                    <a:pt x="260" y="281"/>
                  </a:lnTo>
                  <a:cubicBezTo>
                    <a:pt x="241" y="288"/>
                    <a:pt x="218" y="293"/>
                    <a:pt x="197" y="293"/>
                  </a:cubicBezTo>
                  <a:cubicBezTo>
                    <a:pt x="121" y="293"/>
                    <a:pt x="72" y="224"/>
                    <a:pt x="72" y="154"/>
                  </a:cubicBezTo>
                  <a:lnTo>
                    <a:pt x="268" y="154"/>
                  </a:lnTo>
                  <a:lnTo>
                    <a:pt x="268" y="154"/>
                  </a:lnTo>
                  <a:close/>
                  <a:moveTo>
                    <a:pt x="195" y="107"/>
                  </a:moveTo>
                  <a:lnTo>
                    <a:pt x="195" y="107"/>
                  </a:lnTo>
                  <a:lnTo>
                    <a:pt x="74" y="107"/>
                  </a:lnTo>
                  <a:cubicBezTo>
                    <a:pt x="77" y="74"/>
                    <a:pt x="103" y="50"/>
                    <a:pt x="137" y="50"/>
                  </a:cubicBezTo>
                  <a:cubicBezTo>
                    <a:pt x="172" y="50"/>
                    <a:pt x="195" y="71"/>
                    <a:pt x="195" y="10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FF0000"/>
                </a:solidFill>
                <a:latin typeface="+mn-lt"/>
              </a:endParaRPr>
            </a:p>
          </p:txBody>
        </p:sp>
      </p:grpSp>
      <p:sp>
        <p:nvSpPr>
          <p:cNvPr id="17" name="Freeform 40"/>
          <p:cNvSpPr/>
          <p:nvPr userDrawn="1"/>
        </p:nvSpPr>
        <p:spPr>
          <a:xfrm>
            <a:off x="6164263" y="1782764"/>
            <a:ext cx="2012951" cy="2060575"/>
          </a:xfrm>
          <a:custGeom>
            <a:avLst/>
            <a:gdLst>
              <a:gd name="connsiteX0" fmla="*/ 0 w 4457700"/>
              <a:gd name="connsiteY0" fmla="*/ 0 h 4552950"/>
              <a:gd name="connsiteX1" fmla="*/ 4457700 w 4457700"/>
              <a:gd name="connsiteY1" fmla="*/ 1828800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57700"/>
              <a:gd name="connsiteY0" fmla="*/ 0 h 4552950"/>
              <a:gd name="connsiteX1" fmla="*/ 4457700 w 4457700"/>
              <a:gd name="connsiteY1" fmla="*/ 1824037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57700"/>
              <a:gd name="connsiteY0" fmla="*/ 0 h 4552950"/>
              <a:gd name="connsiteX1" fmla="*/ 4457700 w 4457700"/>
              <a:gd name="connsiteY1" fmla="*/ 1816893 h 4552950"/>
              <a:gd name="connsiteX2" fmla="*/ 4457700 w 4457700"/>
              <a:gd name="connsiteY2" fmla="*/ 2743200 h 4552950"/>
              <a:gd name="connsiteX3" fmla="*/ 0 w 4457700"/>
              <a:gd name="connsiteY3" fmla="*/ 4552950 h 4552950"/>
              <a:gd name="connsiteX4" fmla="*/ 0 w 4457700"/>
              <a:gd name="connsiteY4" fmla="*/ 3543300 h 4552950"/>
              <a:gd name="connsiteX5" fmla="*/ 3282950 w 4457700"/>
              <a:gd name="connsiteY5" fmla="*/ 2286000 h 4552950"/>
              <a:gd name="connsiteX6" fmla="*/ 0 w 4457700"/>
              <a:gd name="connsiteY6" fmla="*/ 1016000 h 4552950"/>
              <a:gd name="connsiteX7" fmla="*/ 0 w 4457700"/>
              <a:gd name="connsiteY7" fmla="*/ 0 h 4552950"/>
              <a:gd name="connsiteX0" fmla="*/ 0 w 4462462"/>
              <a:gd name="connsiteY0" fmla="*/ 0 h 4552950"/>
              <a:gd name="connsiteX1" fmla="*/ 4462462 w 4462462"/>
              <a:gd name="connsiteY1" fmla="*/ 1819275 h 4552950"/>
              <a:gd name="connsiteX2" fmla="*/ 4457700 w 4462462"/>
              <a:gd name="connsiteY2" fmla="*/ 2743200 h 4552950"/>
              <a:gd name="connsiteX3" fmla="*/ 0 w 4462462"/>
              <a:gd name="connsiteY3" fmla="*/ 4552950 h 4552950"/>
              <a:gd name="connsiteX4" fmla="*/ 0 w 4462462"/>
              <a:gd name="connsiteY4" fmla="*/ 3543300 h 4552950"/>
              <a:gd name="connsiteX5" fmla="*/ 3282950 w 4462462"/>
              <a:gd name="connsiteY5" fmla="*/ 2286000 h 4552950"/>
              <a:gd name="connsiteX6" fmla="*/ 0 w 4462462"/>
              <a:gd name="connsiteY6" fmla="*/ 1016000 h 4552950"/>
              <a:gd name="connsiteX7" fmla="*/ 0 w 4462462"/>
              <a:gd name="connsiteY7" fmla="*/ 0 h 4552950"/>
              <a:gd name="connsiteX0" fmla="*/ 0 w 4462921"/>
              <a:gd name="connsiteY0" fmla="*/ 0 h 4552950"/>
              <a:gd name="connsiteX1" fmla="*/ 4462462 w 4462921"/>
              <a:gd name="connsiteY1" fmla="*/ 1819275 h 4552950"/>
              <a:gd name="connsiteX2" fmla="*/ 4462463 w 4462921"/>
              <a:gd name="connsiteY2" fmla="*/ 2747962 h 4552950"/>
              <a:gd name="connsiteX3" fmla="*/ 0 w 4462921"/>
              <a:gd name="connsiteY3" fmla="*/ 4552950 h 4552950"/>
              <a:gd name="connsiteX4" fmla="*/ 0 w 4462921"/>
              <a:gd name="connsiteY4" fmla="*/ 3543300 h 4552950"/>
              <a:gd name="connsiteX5" fmla="*/ 3282950 w 4462921"/>
              <a:gd name="connsiteY5" fmla="*/ 2286000 h 4552950"/>
              <a:gd name="connsiteX6" fmla="*/ 0 w 4462921"/>
              <a:gd name="connsiteY6" fmla="*/ 1016000 h 4552950"/>
              <a:gd name="connsiteX7" fmla="*/ 0 w 4462921"/>
              <a:gd name="connsiteY7" fmla="*/ 0 h 4552950"/>
              <a:gd name="connsiteX0" fmla="*/ 0 w 4462921"/>
              <a:gd name="connsiteY0" fmla="*/ 0 h 4552950"/>
              <a:gd name="connsiteX1" fmla="*/ 4462462 w 4462921"/>
              <a:gd name="connsiteY1" fmla="*/ 1819275 h 4552950"/>
              <a:gd name="connsiteX2" fmla="*/ 4462463 w 4462921"/>
              <a:gd name="connsiteY2" fmla="*/ 2747962 h 4552950"/>
              <a:gd name="connsiteX3" fmla="*/ 0 w 4462921"/>
              <a:gd name="connsiteY3" fmla="*/ 4552950 h 4552950"/>
              <a:gd name="connsiteX4" fmla="*/ 0 w 4462921"/>
              <a:gd name="connsiteY4" fmla="*/ 3543300 h 4552950"/>
              <a:gd name="connsiteX5" fmla="*/ 3282950 w 4462921"/>
              <a:gd name="connsiteY5" fmla="*/ 2286000 h 4552950"/>
              <a:gd name="connsiteX6" fmla="*/ 0 w 4462921"/>
              <a:gd name="connsiteY6" fmla="*/ 1016000 h 4552950"/>
              <a:gd name="connsiteX7" fmla="*/ 0 w 4462921"/>
              <a:gd name="connsiteY7" fmla="*/ 0 h 4552950"/>
              <a:gd name="connsiteX0" fmla="*/ 0 w 4462921"/>
              <a:gd name="connsiteY0" fmla="*/ 0 h 4560094"/>
              <a:gd name="connsiteX1" fmla="*/ 4462462 w 4462921"/>
              <a:gd name="connsiteY1" fmla="*/ 1819275 h 4560094"/>
              <a:gd name="connsiteX2" fmla="*/ 4462463 w 4462921"/>
              <a:gd name="connsiteY2" fmla="*/ 2747962 h 4560094"/>
              <a:gd name="connsiteX3" fmla="*/ 2381 w 4462921"/>
              <a:gd name="connsiteY3" fmla="*/ 4560094 h 4560094"/>
              <a:gd name="connsiteX4" fmla="*/ 0 w 4462921"/>
              <a:gd name="connsiteY4" fmla="*/ 3543300 h 4560094"/>
              <a:gd name="connsiteX5" fmla="*/ 3282950 w 4462921"/>
              <a:gd name="connsiteY5" fmla="*/ 2286000 h 4560094"/>
              <a:gd name="connsiteX6" fmla="*/ 0 w 4462921"/>
              <a:gd name="connsiteY6" fmla="*/ 1016000 h 4560094"/>
              <a:gd name="connsiteX7" fmla="*/ 0 w 4462921"/>
              <a:gd name="connsiteY7" fmla="*/ 0 h 4560094"/>
              <a:gd name="connsiteX0" fmla="*/ 0 w 4462921"/>
              <a:gd name="connsiteY0" fmla="*/ 0 h 4560094"/>
              <a:gd name="connsiteX1" fmla="*/ 4462462 w 4462921"/>
              <a:gd name="connsiteY1" fmla="*/ 1819275 h 4560094"/>
              <a:gd name="connsiteX2" fmla="*/ 4462463 w 4462921"/>
              <a:gd name="connsiteY2" fmla="*/ 2747962 h 4560094"/>
              <a:gd name="connsiteX3" fmla="*/ 2381 w 4462921"/>
              <a:gd name="connsiteY3" fmla="*/ 4560094 h 4560094"/>
              <a:gd name="connsiteX4" fmla="*/ 0 w 4462921"/>
              <a:gd name="connsiteY4" fmla="*/ 3543300 h 4560094"/>
              <a:gd name="connsiteX5" fmla="*/ 3275807 w 4462921"/>
              <a:gd name="connsiteY5" fmla="*/ 2286000 h 4560094"/>
              <a:gd name="connsiteX6" fmla="*/ 0 w 4462921"/>
              <a:gd name="connsiteY6" fmla="*/ 1016000 h 4560094"/>
              <a:gd name="connsiteX7" fmla="*/ 0 w 4462921"/>
              <a:gd name="connsiteY7" fmla="*/ 0 h 4560094"/>
              <a:gd name="connsiteX0" fmla="*/ 0 w 4462921"/>
              <a:gd name="connsiteY0" fmla="*/ 0 h 4557713"/>
              <a:gd name="connsiteX1" fmla="*/ 4462462 w 4462921"/>
              <a:gd name="connsiteY1" fmla="*/ 1819275 h 4557713"/>
              <a:gd name="connsiteX2" fmla="*/ 4462463 w 4462921"/>
              <a:gd name="connsiteY2" fmla="*/ 2747962 h 4557713"/>
              <a:gd name="connsiteX3" fmla="*/ 2381 w 4462921"/>
              <a:gd name="connsiteY3" fmla="*/ 4557713 h 4557713"/>
              <a:gd name="connsiteX4" fmla="*/ 0 w 4462921"/>
              <a:gd name="connsiteY4" fmla="*/ 3543300 h 4557713"/>
              <a:gd name="connsiteX5" fmla="*/ 3275807 w 4462921"/>
              <a:gd name="connsiteY5" fmla="*/ 2286000 h 4557713"/>
              <a:gd name="connsiteX6" fmla="*/ 0 w 4462921"/>
              <a:gd name="connsiteY6" fmla="*/ 1016000 h 4557713"/>
              <a:gd name="connsiteX7" fmla="*/ 0 w 4462921"/>
              <a:gd name="connsiteY7" fmla="*/ 0 h 4557713"/>
              <a:gd name="connsiteX0" fmla="*/ 0 w 4462921"/>
              <a:gd name="connsiteY0" fmla="*/ 0 h 4562475"/>
              <a:gd name="connsiteX1" fmla="*/ 4462462 w 4462921"/>
              <a:gd name="connsiteY1" fmla="*/ 1819275 h 4562475"/>
              <a:gd name="connsiteX2" fmla="*/ 4462463 w 4462921"/>
              <a:gd name="connsiteY2" fmla="*/ 2747962 h 4562475"/>
              <a:gd name="connsiteX3" fmla="*/ 2381 w 4462921"/>
              <a:gd name="connsiteY3" fmla="*/ 4562475 h 4562475"/>
              <a:gd name="connsiteX4" fmla="*/ 0 w 4462921"/>
              <a:gd name="connsiteY4" fmla="*/ 3543300 h 4562475"/>
              <a:gd name="connsiteX5" fmla="*/ 3275807 w 4462921"/>
              <a:gd name="connsiteY5" fmla="*/ 2286000 h 4562475"/>
              <a:gd name="connsiteX6" fmla="*/ 0 w 4462921"/>
              <a:gd name="connsiteY6" fmla="*/ 1016000 h 4562475"/>
              <a:gd name="connsiteX7" fmla="*/ 0 w 4462921"/>
              <a:gd name="connsiteY7" fmla="*/ 0 h 4562475"/>
              <a:gd name="connsiteX0" fmla="*/ 2486 w 4465407"/>
              <a:gd name="connsiteY0" fmla="*/ 0 h 4564856"/>
              <a:gd name="connsiteX1" fmla="*/ 4464948 w 4465407"/>
              <a:gd name="connsiteY1" fmla="*/ 1819275 h 4564856"/>
              <a:gd name="connsiteX2" fmla="*/ 4464949 w 4465407"/>
              <a:gd name="connsiteY2" fmla="*/ 2747962 h 4564856"/>
              <a:gd name="connsiteX3" fmla="*/ 105 w 4465407"/>
              <a:gd name="connsiteY3" fmla="*/ 4564856 h 4564856"/>
              <a:gd name="connsiteX4" fmla="*/ 2486 w 4465407"/>
              <a:gd name="connsiteY4" fmla="*/ 3543300 h 4564856"/>
              <a:gd name="connsiteX5" fmla="*/ 3278293 w 4465407"/>
              <a:gd name="connsiteY5" fmla="*/ 2286000 h 4564856"/>
              <a:gd name="connsiteX6" fmla="*/ 2486 w 4465407"/>
              <a:gd name="connsiteY6" fmla="*/ 1016000 h 4564856"/>
              <a:gd name="connsiteX7" fmla="*/ 2486 w 4465407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47962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50343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5531"/>
              <a:gd name="connsiteY0" fmla="*/ 0 h 4564856"/>
              <a:gd name="connsiteX1" fmla="*/ 4465072 w 4465531"/>
              <a:gd name="connsiteY1" fmla="*/ 1819275 h 4564856"/>
              <a:gd name="connsiteX2" fmla="*/ 4465073 w 4465531"/>
              <a:gd name="connsiteY2" fmla="*/ 2755106 h 4564856"/>
              <a:gd name="connsiteX3" fmla="*/ 229 w 4465531"/>
              <a:gd name="connsiteY3" fmla="*/ 4564856 h 4564856"/>
              <a:gd name="connsiteX4" fmla="*/ 228 w 4465531"/>
              <a:gd name="connsiteY4" fmla="*/ 3545681 h 4564856"/>
              <a:gd name="connsiteX5" fmla="*/ 3278417 w 4465531"/>
              <a:gd name="connsiteY5" fmla="*/ 2286000 h 4564856"/>
              <a:gd name="connsiteX6" fmla="*/ 2610 w 4465531"/>
              <a:gd name="connsiteY6" fmla="*/ 1016000 h 4564856"/>
              <a:gd name="connsiteX7" fmla="*/ 2610 w 4465531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8417 w 4467453"/>
              <a:gd name="connsiteY5" fmla="*/ 2286000 h 4564856"/>
              <a:gd name="connsiteX6" fmla="*/ 2610 w 4467453"/>
              <a:gd name="connsiteY6" fmla="*/ 1016000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8417 w 4467453"/>
              <a:gd name="connsiteY5" fmla="*/ 2286000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1273 w 4467453"/>
              <a:gd name="connsiteY5" fmla="*/ 2288382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7453"/>
              <a:gd name="connsiteY0" fmla="*/ 0 h 4564856"/>
              <a:gd name="connsiteX1" fmla="*/ 4467453 w 4467453"/>
              <a:gd name="connsiteY1" fmla="*/ 1816894 h 4564856"/>
              <a:gd name="connsiteX2" fmla="*/ 4465073 w 4467453"/>
              <a:gd name="connsiteY2" fmla="*/ 2755106 h 4564856"/>
              <a:gd name="connsiteX3" fmla="*/ 229 w 4467453"/>
              <a:gd name="connsiteY3" fmla="*/ 4564856 h 4564856"/>
              <a:gd name="connsiteX4" fmla="*/ 228 w 4467453"/>
              <a:gd name="connsiteY4" fmla="*/ 3545681 h 4564856"/>
              <a:gd name="connsiteX5" fmla="*/ 3271273 w 4467453"/>
              <a:gd name="connsiteY5" fmla="*/ 2288382 h 4564856"/>
              <a:gd name="connsiteX6" fmla="*/ 2610 w 4467453"/>
              <a:gd name="connsiteY6" fmla="*/ 1020763 h 4564856"/>
              <a:gd name="connsiteX7" fmla="*/ 2610 w 4467453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9275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0763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0763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71273 w 4465530"/>
              <a:gd name="connsiteY5" fmla="*/ 2288382 h 4564856"/>
              <a:gd name="connsiteX6" fmla="*/ 2610 w 4465530"/>
              <a:gd name="connsiteY6" fmla="*/ 1023145 h 4564856"/>
              <a:gd name="connsiteX7" fmla="*/ 2610 w 4465530"/>
              <a:gd name="connsiteY7" fmla="*/ 0 h 4564856"/>
              <a:gd name="connsiteX0" fmla="*/ 2610 w 4465530"/>
              <a:gd name="connsiteY0" fmla="*/ 0 h 4564856"/>
              <a:gd name="connsiteX1" fmla="*/ 4465071 w 4465530"/>
              <a:gd name="connsiteY1" fmla="*/ 1812131 h 4564856"/>
              <a:gd name="connsiteX2" fmla="*/ 4465073 w 4465530"/>
              <a:gd name="connsiteY2" fmla="*/ 2755106 h 4564856"/>
              <a:gd name="connsiteX3" fmla="*/ 229 w 4465530"/>
              <a:gd name="connsiteY3" fmla="*/ 4564856 h 4564856"/>
              <a:gd name="connsiteX4" fmla="*/ 228 w 4465530"/>
              <a:gd name="connsiteY4" fmla="*/ 3545681 h 4564856"/>
              <a:gd name="connsiteX5" fmla="*/ 3264129 w 4465530"/>
              <a:gd name="connsiteY5" fmla="*/ 2288382 h 4564856"/>
              <a:gd name="connsiteX6" fmla="*/ 2610 w 4465530"/>
              <a:gd name="connsiteY6" fmla="*/ 1023145 h 4564856"/>
              <a:gd name="connsiteX7" fmla="*/ 2610 w 4465530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5066 w 4467986"/>
              <a:gd name="connsiteY6" fmla="*/ 1023145 h 4564856"/>
              <a:gd name="connsiteX7" fmla="*/ 0 w 4467986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2533 w 4467986"/>
              <a:gd name="connsiteY6" fmla="*/ 1018079 h 4564856"/>
              <a:gd name="connsiteX7" fmla="*/ 0 w 4467986"/>
              <a:gd name="connsiteY7" fmla="*/ 0 h 4564856"/>
              <a:gd name="connsiteX0" fmla="*/ 0 w 4467986"/>
              <a:gd name="connsiteY0" fmla="*/ 0 h 4564856"/>
              <a:gd name="connsiteX1" fmla="*/ 4467527 w 4467986"/>
              <a:gd name="connsiteY1" fmla="*/ 1812131 h 4564856"/>
              <a:gd name="connsiteX2" fmla="*/ 4467529 w 4467986"/>
              <a:gd name="connsiteY2" fmla="*/ 2755106 h 4564856"/>
              <a:gd name="connsiteX3" fmla="*/ 2685 w 4467986"/>
              <a:gd name="connsiteY3" fmla="*/ 4564856 h 4564856"/>
              <a:gd name="connsiteX4" fmla="*/ 2684 w 4467986"/>
              <a:gd name="connsiteY4" fmla="*/ 3545681 h 4564856"/>
              <a:gd name="connsiteX5" fmla="*/ 3266585 w 4467986"/>
              <a:gd name="connsiteY5" fmla="*/ 2288382 h 4564856"/>
              <a:gd name="connsiteX6" fmla="*/ 2533 w 4467986"/>
              <a:gd name="connsiteY6" fmla="*/ 1023145 h 4564856"/>
              <a:gd name="connsiteX7" fmla="*/ 0 w 4467986"/>
              <a:gd name="connsiteY7" fmla="*/ 0 h 4564856"/>
              <a:gd name="connsiteX0" fmla="*/ 0 w 4467986"/>
              <a:gd name="connsiteY0" fmla="*/ 0 h 4567262"/>
              <a:gd name="connsiteX1" fmla="*/ 4467527 w 4467986"/>
              <a:gd name="connsiteY1" fmla="*/ 1814537 h 4567262"/>
              <a:gd name="connsiteX2" fmla="*/ 4467529 w 4467986"/>
              <a:gd name="connsiteY2" fmla="*/ 2757512 h 4567262"/>
              <a:gd name="connsiteX3" fmla="*/ 2685 w 4467986"/>
              <a:gd name="connsiteY3" fmla="*/ 4567262 h 4567262"/>
              <a:gd name="connsiteX4" fmla="*/ 2684 w 4467986"/>
              <a:gd name="connsiteY4" fmla="*/ 3548087 h 4567262"/>
              <a:gd name="connsiteX5" fmla="*/ 3266585 w 4467986"/>
              <a:gd name="connsiteY5" fmla="*/ 2290788 h 4567262"/>
              <a:gd name="connsiteX6" fmla="*/ 2533 w 4467986"/>
              <a:gd name="connsiteY6" fmla="*/ 1025551 h 4567262"/>
              <a:gd name="connsiteX7" fmla="*/ 0 w 4467986"/>
              <a:gd name="connsiteY7" fmla="*/ 0 h 4567262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50493 h 4569668"/>
              <a:gd name="connsiteX5" fmla="*/ 3264555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48111 h 4569668"/>
              <a:gd name="connsiteX5" fmla="*/ 3264555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  <a:gd name="connsiteX0" fmla="*/ 377 w 4465956"/>
              <a:gd name="connsiteY0" fmla="*/ 0 h 4569668"/>
              <a:gd name="connsiteX1" fmla="*/ 4465497 w 4465956"/>
              <a:gd name="connsiteY1" fmla="*/ 1816943 h 4569668"/>
              <a:gd name="connsiteX2" fmla="*/ 4465499 w 4465956"/>
              <a:gd name="connsiteY2" fmla="*/ 2759918 h 4569668"/>
              <a:gd name="connsiteX3" fmla="*/ 655 w 4465956"/>
              <a:gd name="connsiteY3" fmla="*/ 4569668 h 4569668"/>
              <a:gd name="connsiteX4" fmla="*/ 654 w 4465956"/>
              <a:gd name="connsiteY4" fmla="*/ 3548111 h 4569668"/>
              <a:gd name="connsiteX5" fmla="*/ 3257411 w 4465956"/>
              <a:gd name="connsiteY5" fmla="*/ 2293194 h 4569668"/>
              <a:gd name="connsiteX6" fmla="*/ 503 w 4465956"/>
              <a:gd name="connsiteY6" fmla="*/ 1027957 h 4569668"/>
              <a:gd name="connsiteX7" fmla="*/ 377 w 4465956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65956" h="4569668">
                <a:moveTo>
                  <a:pt x="377" y="0"/>
                </a:moveTo>
                <a:lnTo>
                  <a:pt x="4465497" y="1816943"/>
                </a:lnTo>
                <a:cubicBezTo>
                  <a:pt x="4463910" y="2124918"/>
                  <a:pt x="4467086" y="2451943"/>
                  <a:pt x="4465499" y="2759918"/>
                </a:cubicBezTo>
                <a:lnTo>
                  <a:pt x="655" y="4569668"/>
                </a:lnTo>
                <a:cubicBezTo>
                  <a:pt x="-139" y="4230737"/>
                  <a:pt x="1448" y="3887042"/>
                  <a:pt x="654" y="3548111"/>
                </a:cubicBezTo>
                <a:lnTo>
                  <a:pt x="3257411" y="2293194"/>
                </a:lnTo>
                <a:lnTo>
                  <a:pt x="503" y="1027957"/>
                </a:lnTo>
                <a:cubicBezTo>
                  <a:pt x="-1186" y="686909"/>
                  <a:pt x="2066" y="341048"/>
                  <a:pt x="37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dirty="0"/>
          </a:p>
        </p:txBody>
      </p:sp>
      <p:pic>
        <p:nvPicPr>
          <p:cNvPr id="18" name="Picture 41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0713" y="2624139"/>
            <a:ext cx="3074987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5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43588" y="876300"/>
            <a:ext cx="28194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50443" y="2874964"/>
            <a:ext cx="2043113" cy="867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32705" y="5272037"/>
            <a:ext cx="4024312" cy="1233311"/>
          </a:xfrm>
        </p:spPr>
        <p:txBody>
          <a:bodyPr anchor="b"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3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0326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  <p:extLst>
      <p:ext uri="{BB962C8B-B14F-4D97-AF65-F5344CB8AC3E}">
        <p14:creationId xmlns:p14="http://schemas.microsoft.com/office/powerpoint/2010/main" val="2169468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1781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923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99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281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9507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52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67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23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1DC4E5-5C22-46CA-9A25-65AFDA5689E0}" type="datetimeFigureOut">
              <a:rPr lang="en-US" smtClean="0"/>
              <a:t>10/4/2021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CFD3C393-37B2-4376-B848-6CF0114E1C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776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A170D43-D267-436B-B639-409066B439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AF092A4-BBF5-4163-857B-B667729A91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848AE5D-59AA-4F0A-8C8D-E4C6C8B7C4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96EAF23-E57F-4C06-8E62-ADD35C48BE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89F098BE-375F-426F-AC6F-B7F6CFECB8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386A7EB0-8BEA-4FEE-BAF3-E567190419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671BB24-138D-4892-BDDD-656437B3DA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969E7D5-8152-4B2B-AC5A-5DA312DBDE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A2F6AC7-4EEA-40BE-811D-B0C2CCD960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95B50C4-D60A-4E47-B429-5613FC896B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ECC7534D-B21B-43DE-92B8-A153FE8AC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F969D32-CF02-4085-8B46-3C7CDFDE2E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1FBBAB14-596B-4420-8BAB-9E4E96C7CC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8EB27E6-4060-4E1B-B386-CA86D9AF01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C388EA43-4CF8-4086-9166-B85714A685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B0CDC9F0-D341-4AFD-8D79-8E1F7BBFE8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070E36F4-A6B9-4085-A35D-7DF8E122C1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3AACBA8-E76E-486E-A788-096DF9FDE5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2231A89-4CD5-4E29-9666-6DC01084F0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95DC0738-DBFC-4803-9061-CC2B7844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28AB987-C671-403D-8AC5-2D6B91569F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330378F0-64EA-4A1F-AB28-2B437BCA39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FF021AE-CC92-4440-A7DB-BE3ECDD27B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085D4F2-3C40-4495-8FE4-001B1E5764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6ACDFD9-14B9-4349-AF12-78BAABE2AE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F5D39543-C798-44FF-B49F-09FD811E0F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1AA7B25-A063-428E-8D0A-B2A298F5EE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C0C1685E-95FE-42C4-BD35-F0C902DB60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D3AC46E-2CE8-4B88-88DB-69CA5B7828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51BD6BFA-D3C8-40DC-AB84-1402C861D4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F5339CA-0EF2-4AF9-94A0-C6FE60E926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310DF51-3FEE-488F-A146-DB56C04558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447ADAA-8435-4A5A-8CFA-F2A9BCD9F9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0646053-9B16-4383-9FF7-559FA5B3CA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763B7C6-94C4-4B26-8D0A-F1BA5C7E07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1201AA78-9F7F-4548-8517-BD18D3D312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9C61E2BF-5BE6-4099-A7BF-B8A37103EB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8969F6F8-6E8A-4D2E-9953-B8E93CDB31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CD8C0C32-7AC5-44ED-8D80-148912DBE8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190C93A6-A212-443F-8FE5-E3598AAE47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7D86F0B-5D99-490D-9531-1E18C0C8F6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11158D2-015A-4917-9498-C46386C3D3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1FBC42E-C6E8-4A1B-A080-35FF0C96E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98D08F8-403D-4CCB-A9E0-93B7BFACF6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DCB361E-D460-482B-B60D-1A605969FB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15EA00CD-D1F9-4092-B4B9-83B4F39DDC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52C6F24E-41BF-4FFB-AB31-C0476CCFE0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10BA700-54D6-4F58-8FB4-FEB9B9DF54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671424AE-813B-429F-A46D-BD2D2A3078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B99FE7AC-4746-4024-B198-DFFAB4057D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9B535D80-7426-489D-8931-BF126B2F5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02F214BE-93C1-4BC0-B85B-E6BBE8DB2F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D8F1AE45-C4F1-4D1D-B649-BFC6EF2B14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0B820230-7050-4234-B344-4B7FAF7028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097A6FF-9192-49CF-9CEF-C4B13CFFA5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AD86BE0B-B2E4-474F-A315-BE1A6E558F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E600C9E9-7C4E-496D-96B4-0FA3873AFF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45385ABC-E11F-4A27-B0C6-40F9BC5A9E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224E2F41-B088-485D-A920-1D0B073A26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29600" y="6492875"/>
            <a:ext cx="762000" cy="247650"/>
          </a:xfrm>
          <a:prstGeom prst="rect">
            <a:avLst/>
          </a:prstGeom>
        </p:spPr>
        <p:txBody>
          <a:bodyPr/>
          <a:lstStyle>
            <a:lvl1pPr fontAlgn="auto">
              <a:defRPr/>
            </a:lvl1pPr>
          </a:lstStyle>
          <a:p>
            <a:pPr>
              <a:defRPr/>
            </a:pPr>
            <a:fld id="{7A1AA5F9-BD79-4C67-AF44-9962AC8802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37046-179B-46F3-92FC-4DBB0A656A41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4993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B7F21-4868-4480-9C8B-9D145C127553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20304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A0A75-7BFF-4BDA-8FA9-C9958BAF08CC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461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F6FF1-8029-44CF-9E98-83876C2A3880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89931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B3E47-2D54-4684-B1D9-D0DAF8C21385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46721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41AB1-1E5D-4528-ACE2-3D3015095363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25916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B4CE1-CD27-43E7-A022-7D609EA03E45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4080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5E84C-1885-41B1-B766-DB77F0702556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287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92D2F-4A4F-44F9-9638-F8F3F6131CEB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667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EE9B7-A4AE-46FB-A624-4F38E85E6A91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593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133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248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24F1A-6BE8-4A52-9E14-54293B27F005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1835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629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4191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835CC-5F13-4EB7-A305-164C2111EF8E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84441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113" y="111126"/>
            <a:ext cx="6453187" cy="10207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84149" y="1179514"/>
            <a:ext cx="8680451" cy="5305425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BD219-12A9-488A-AD5B-857FCBD62A78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94810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re Competency">
    <p:bg>
      <p:bgPr>
        <a:solidFill>
          <a:srgbClr val="D98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8144699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endParaRPr lang="en-CA" sz="900" dirty="0">
              <a:solidFill>
                <a:srgbClr val="7F7F7F"/>
              </a:solidFill>
              <a:latin typeface="Arial"/>
              <a:cs typeface="Arial" pitchFamily="34" charset="0"/>
            </a:endParaRPr>
          </a:p>
        </p:txBody>
      </p:sp>
      <p:sp>
        <p:nvSpPr>
          <p:cNvPr id="11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86962" y="3747810"/>
            <a:ext cx="5944468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lang="en-US" sz="3200" b="1" kern="1200" dirty="0" smtClean="0">
                <a:solidFill>
                  <a:srgbClr val="0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Title Slide Headline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453873" y="924722"/>
            <a:ext cx="3074395" cy="2060440"/>
            <a:chOff x="5701703" y="682760"/>
            <a:chExt cx="3074395" cy="2060440"/>
          </a:xfrm>
        </p:grpSpPr>
        <p:sp>
          <p:nvSpPr>
            <p:cNvPr id="14" name="Freeform 13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rgbClr val="00BB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100" b="1" dirty="0">
                <a:solidFill>
                  <a:prstClr val="white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1999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457198" y="6634041"/>
            <a:ext cx="365941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2014 Accenture  All rights reserved.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459322" y="5819771"/>
            <a:ext cx="2183716" cy="635721"/>
            <a:chOff x="459321" y="5788818"/>
            <a:chExt cx="2183716" cy="635721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21" y="6039743"/>
              <a:ext cx="2183716" cy="384796"/>
            </a:xfrm>
            <a:prstGeom prst="rect">
              <a:avLst/>
            </a:prstGeom>
          </p:spPr>
        </p:pic>
        <p:sp>
          <p:nvSpPr>
            <p:cNvPr id="19" name="Freeform 18"/>
            <p:cNvSpPr/>
            <p:nvPr/>
          </p:nvSpPr>
          <p:spPr>
            <a:xfrm>
              <a:off x="1741785" y="5788818"/>
              <a:ext cx="210221" cy="21510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rgbClr val="00BB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100" b="1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20" name="Straight Connector 19"/>
          <p:cNvCxnSpPr/>
          <p:nvPr userDrawn="1"/>
        </p:nvCxnSpPr>
        <p:spPr>
          <a:xfrm>
            <a:off x="457200" y="6570921"/>
            <a:ext cx="868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cc_StratLine_Wht_RGB.png"/>
          <p:cNvPicPr>
            <a:picLocks noChangeAspect="1"/>
          </p:cNvPicPr>
          <p:nvPr userDrawn="1"/>
        </p:nvPicPr>
        <p:blipFill>
          <a:blip r:embed="rId5" cstate="print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943" y="6282143"/>
            <a:ext cx="3739896" cy="22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4528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-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83890322 HALF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944"/>
            <a:ext cx="9144000" cy="3432048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3611484"/>
            <a:ext cx="8229600" cy="273488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  <a:lvl4pPr>
              <a:defRPr sz="2000" baseline="0"/>
            </a:lvl4pPr>
            <a:lvl5pPr>
              <a:defRPr sz="18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376136"/>
            <a:ext cx="8077200" cy="868362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463550" y="6376302"/>
            <a:ext cx="3659415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2014 Accenture All rights reserved.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213243" y="6474004"/>
            <a:ext cx="356188" cy="2616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597A8DCA-8F96-49CD-B4D5-7AC92F955860}" type="slidenum">
              <a:rPr lang="en-CA" smtClean="0">
                <a:solidFill>
                  <a:srgbClr val="7F7F7F"/>
                </a:solidFill>
                <a:cs typeface="Arial" pitchFamily="34" charset="0"/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1123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bg>
      <p:bgPr>
        <a:solidFill>
          <a:srgbClr val="D98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468645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8509" y="0"/>
            <a:ext cx="919283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8144699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sz="900" dirty="0">
              <a:solidFill>
                <a:srgbClr val="7F7F7F"/>
              </a:solidFill>
              <a:latin typeface="Arial"/>
              <a:cs typeface="Arial" pitchFamily="34" charset="0"/>
            </a:endParaRPr>
          </a:p>
        </p:txBody>
      </p:sp>
      <p:sp>
        <p:nvSpPr>
          <p:cNvPr id="11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86962" y="3747810"/>
            <a:ext cx="5944468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lang="en-US" sz="3200" b="1" kern="1200" dirty="0" smtClean="0">
                <a:solidFill>
                  <a:srgbClr val="0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Title Slide Headline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463550" y="6376302"/>
            <a:ext cx="365941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2013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4894379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">
    <p:bg>
      <p:bgPr>
        <a:solidFill>
          <a:srgbClr val="D98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4528" y="0"/>
            <a:ext cx="7769472" cy="6858000"/>
          </a:xfrm>
          <a:prstGeom prst="rect">
            <a:avLst/>
          </a:prstGeom>
        </p:spPr>
      </p:pic>
      <p:sp>
        <p:nvSpPr>
          <p:cNvPr id="2" name="Flowchart: Process 1"/>
          <p:cNvSpPr/>
          <p:nvPr userDrawn="1"/>
        </p:nvSpPr>
        <p:spPr>
          <a:xfrm>
            <a:off x="0" y="0"/>
            <a:ext cx="1367555" cy="685800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144699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endParaRPr lang="en-CA" sz="900" dirty="0">
              <a:solidFill>
                <a:srgbClr val="7F7F7F"/>
              </a:solidFill>
              <a:latin typeface="Arial"/>
              <a:cs typeface="Arial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86961" y="152400"/>
            <a:ext cx="3856896" cy="5942124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86962" y="3747810"/>
            <a:ext cx="5944468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lang="en-US" sz="3200" b="1" kern="1200" dirty="0" smtClean="0">
                <a:solidFill>
                  <a:srgbClr val="0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Title Slide Headline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463550" y="6376302"/>
            <a:ext cx="365941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2014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867705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Logistics 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63551" y="1438275"/>
            <a:ext cx="8228012" cy="4824414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7" cy="0"/>
          </a:xfrm>
          <a:prstGeom prst="line">
            <a:avLst/>
          </a:prstGeom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463550" y="6376302"/>
            <a:ext cx="3659415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2014 Accenture All rights reserved.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79426" y="170122"/>
            <a:ext cx="8186871" cy="785553"/>
          </a:xfrm>
        </p:spPr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9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CA" sz="900" b="1" dirty="0">
              <a:solidFill>
                <a:srgbClr val="7F7F7F"/>
              </a:solidFill>
              <a:cs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213243" y="6474004"/>
            <a:ext cx="356188" cy="2616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597A8DCA-8F96-49CD-B4D5-7AC92F955860}" type="slidenum">
              <a:rPr lang="en-CA" smtClean="0">
                <a:solidFill>
                  <a:srgbClr val="7F7F7F"/>
                </a:solidFill>
                <a:cs typeface="Arial" pitchFamily="34" charset="0"/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51694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with Black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encils_Crop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ags" Target="../tags/tag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tags" Target="../tags/tag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ags" Target="../tags/tag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tags" Target="../tags/tag1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9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tags" Target="../tags/tag1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2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0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6501" name="Picture 5" descr="BCBS_Nat_Ctr_White"/>
          <p:cNvPicPr>
            <a:picLocks noChangeAspect="1" noChangeArrowheads="1"/>
          </p:cNvPicPr>
          <p:nvPr/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7848600" y="220663"/>
            <a:ext cx="914400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502" name="Picture 1027" descr="accenture_white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7848600" y="914401"/>
            <a:ext cx="9144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  <p:sp>
        <p:nvSpPr>
          <p:cNvPr id="2" name="AcnSubjectTitle_ID_2" hidden="1"/>
          <p:cNvSpPr txBox="1"/>
          <p:nvPr userDrawn="1">
            <p:custDataLst>
              <p:tags r:id="rId27"/>
            </p:custDataLst>
          </p:nvPr>
        </p:nvSpPr>
        <p:spPr bwMode="gray">
          <a:xfrm>
            <a:off x="228600" y="1420813"/>
            <a:ext cx="698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buFontTx/>
              <a:buNone/>
            </a:pPr>
            <a:r>
              <a:rPr lang="en-US" sz="1600" b="1" i="0" dirty="0">
                <a:solidFill>
                  <a:schemeClr val="tx1"/>
                </a:solidFill>
              </a:rPr>
              <a:t>Subject Title</a:t>
            </a:r>
          </a:p>
        </p:txBody>
      </p:sp>
      <p:sp>
        <p:nvSpPr>
          <p:cNvPr id="3" name="AcnFootnote_ID_3" hidden="1"/>
          <p:cNvSpPr txBox="1"/>
          <p:nvPr userDrawn="1">
            <p:custDataLst>
              <p:tags r:id="rId28"/>
            </p:custDataLst>
          </p:nvPr>
        </p:nvSpPr>
        <p:spPr bwMode="gray">
          <a:xfrm>
            <a:off x="228600" y="6254750"/>
            <a:ext cx="6629400" cy="430887"/>
          </a:xfrm>
          <a:prstGeom prst="rect">
            <a:avLst/>
          </a:prstGeom>
          <a:noFill/>
        </p:spPr>
        <p:txBody>
          <a:bodyPr vert="horz" wrap="square" rtlCol="0" anchor="b">
            <a:spAutoFit/>
          </a:bodyPr>
          <a:lstStyle/>
          <a:p>
            <a:pPr marL="538163" indent="-538163" algn="l">
              <a:buFontTx/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*	Footnote</a:t>
            </a:r>
          </a:p>
          <a:p>
            <a:pPr marL="538163" indent="-538163" algn="l">
              <a:spcBef>
                <a:spcPct val="20000"/>
              </a:spcBef>
              <a:buFontTx/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Source:	Source</a:t>
            </a:r>
          </a:p>
        </p:txBody>
      </p:sp>
      <p:sp>
        <p:nvSpPr>
          <p:cNvPr id="4" name="QptDraftNote_ID_4"/>
          <p:cNvSpPr txBox="1"/>
          <p:nvPr userDrawn="1">
            <p:custDataLst>
              <p:tags r:id="rId29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956" r:id="rId24"/>
    <p:sldLayoutId id="2147483957" r:id="rId2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QptDraftNote_ID_7"/>
          <p:cNvSpPr txBox="1"/>
          <p:nvPr userDrawn="1">
            <p:custDataLst>
              <p:tags r:id="rId13"/>
            </p:custDataLst>
          </p:nvPr>
        </p:nvSpPr>
        <p:spPr bwMode="gray">
          <a:xfrm>
            <a:off x="628650" y="88900"/>
            <a:ext cx="78867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  <p:extLst>
      <p:ext uri="{BB962C8B-B14F-4D97-AF65-F5344CB8AC3E}">
        <p14:creationId xmlns:p14="http://schemas.microsoft.com/office/powerpoint/2010/main" val="311805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305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8677" name="Picture 5" descr="BCBS_Nat_Ctr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186614" y="220664"/>
            <a:ext cx="16637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QptDraftNote_ID_2"/>
          <p:cNvSpPr txBox="1"/>
          <p:nvPr userDrawn="1">
            <p:custDataLst>
              <p:tags r:id="rId14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8" name="Rectangle 4"/>
          <p:cNvSpPr txBox="1">
            <a:spLocks noChangeArrowheads="1"/>
          </p:cNvSpPr>
          <p:nvPr userDrawn="1"/>
        </p:nvSpPr>
        <p:spPr bwMode="auto">
          <a:xfrm>
            <a:off x="8229600" y="6705600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E021515F-3C76-44E2-8616-025A6C707B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304802" y="6713538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1989" name="Picture 5" descr="BCBS_Nat_Ctr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186614" y="220664"/>
            <a:ext cx="16637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QptDraftNote_ID_2"/>
          <p:cNvSpPr txBox="1"/>
          <p:nvPr userDrawn="1">
            <p:custDataLst>
              <p:tags r:id="rId14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879CB091-BF03-4590-ABE0-7C5753BF07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55301" name="Picture 5" descr="BCBS_Nat_Ctr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186614" y="220664"/>
            <a:ext cx="16637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QptDraftNote_ID_2"/>
          <p:cNvSpPr txBox="1"/>
          <p:nvPr userDrawn="1">
            <p:custDataLst>
              <p:tags r:id="rId14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6582D079-9F40-48A1-B415-748954D7E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8613" name="Picture 5" descr="BCBS_Nat_Ctr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186614" y="220664"/>
            <a:ext cx="16637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QptDraftNote_ID_2"/>
          <p:cNvSpPr txBox="1"/>
          <p:nvPr userDrawn="1">
            <p:custDataLst>
              <p:tags r:id="rId14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1925" name="Picture 5" descr="BCBS_Nat_Ctr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186614" y="220664"/>
            <a:ext cx="16637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QptDraftNote_ID_2"/>
          <p:cNvSpPr txBox="1"/>
          <p:nvPr userDrawn="1">
            <p:custDataLst>
              <p:tags r:id="rId14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fld id="{E021515F-3C76-44E2-8616-025A6C707B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  <a:latin typeface="+mn-lt"/>
              </a:rPr>
              <a:t>Confidential to Accenture and HCSC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662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Header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6492875"/>
            <a:ext cx="762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1009C1D6-6290-41D7-B375-3E45231D045A}" type="slidenum">
              <a:rPr lang="en-US">
                <a:solidFill>
                  <a:srgbClr val="80808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808080"/>
              </a:solidFill>
            </a:endParaRPr>
          </a:p>
        </p:txBody>
      </p:sp>
      <p:pic>
        <p:nvPicPr>
          <p:cNvPr id="13317" name="Picture 5" descr="BCBS_Nat_Ctr_White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848600" y="220663"/>
            <a:ext cx="914400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1027" descr="accenture_white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848600" y="914401"/>
            <a:ext cx="9144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Text Box 7"/>
          <p:cNvSpPr txBox="1">
            <a:spLocks noChangeArrowheads="1"/>
          </p:cNvSpPr>
          <p:nvPr userDrawn="1"/>
        </p:nvSpPr>
        <p:spPr bwMode="auto">
          <a:xfrm>
            <a:off x="304802" y="6500813"/>
            <a:ext cx="15167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00" b="1" i="1" dirty="0">
                <a:solidFill>
                  <a:srgbClr val="000000"/>
                </a:solidFill>
              </a:rPr>
              <a:t>Confidential to Accenture and HCSC</a:t>
            </a:r>
          </a:p>
        </p:txBody>
      </p:sp>
      <p:sp>
        <p:nvSpPr>
          <p:cNvPr id="2" name="QptDraftNote_ID_2"/>
          <p:cNvSpPr txBox="1"/>
          <p:nvPr userDrawn="1">
            <p:custDataLst>
              <p:tags r:id="rId15"/>
            </p:custDataLst>
          </p:nvPr>
        </p:nvSpPr>
        <p:spPr bwMode="gray">
          <a:xfrm>
            <a:off x="228600" y="88900"/>
            <a:ext cx="6629400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890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rgbClr val="276EC3"/>
        </a:buClr>
        <a:buSzPct val="110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6986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551" y="1438275"/>
            <a:ext cx="8228012" cy="48244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8213243" y="6474004"/>
            <a:ext cx="356188" cy="2616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1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597A8DCA-8F96-49CD-B4D5-7AC92F955860}" type="slidenum">
              <a:rPr lang="en-CA" smtClean="0">
                <a:solidFill>
                  <a:srgbClr val="7F7F7F"/>
                </a:solidFill>
                <a:cs typeface="Arial" pitchFamily="34" charset="0"/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3550" y="6376302"/>
            <a:ext cx="365941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rgbClr val="7F7F7F"/>
                </a:solidFill>
                <a:cs typeface="Arial" pitchFamily="34" charset="0"/>
              </a:rPr>
              <a:t>Copyright © 2013 Accenture All rights reserved.</a:t>
            </a:r>
          </a:p>
        </p:txBody>
      </p:sp>
      <p:sp>
        <p:nvSpPr>
          <p:cNvPr id="2" name="QptDraftNote_ID_2"/>
          <p:cNvSpPr txBox="1"/>
          <p:nvPr userDrawn="1">
            <p:custDataLst>
              <p:tags r:id="rId8"/>
            </p:custDataLst>
          </p:nvPr>
        </p:nvSpPr>
        <p:spPr bwMode="gray">
          <a:xfrm>
            <a:off x="461035" y="88900"/>
            <a:ext cx="8205261" cy="27699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algn="l">
              <a:buFontTx/>
              <a:buNone/>
            </a:pPr>
            <a:r>
              <a:rPr lang="en-US" sz="1200" b="1" i="1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498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</p:sldLayoutIdLst>
  <p:hf hdr="0" ft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600" b="1" kern="1200">
          <a:solidFill>
            <a:srgbClr val="00000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1775" indent="-231775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600" b="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57200" indent="-231775" algn="l" defTabSz="914400" rtl="0" eaLnBrk="1" latinLnBrk="0" hangingPunct="1">
        <a:lnSpc>
          <a:spcPct val="100000"/>
        </a:lnSpc>
        <a:spcBef>
          <a:spcPts val="624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24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688975" indent="-231775" algn="l" defTabSz="914400" rtl="0" eaLnBrk="1" latinLnBrk="0" hangingPunct="1">
        <a:lnSpc>
          <a:spcPct val="100000"/>
        </a:lnSpc>
        <a:spcBef>
          <a:spcPts val="576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0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3pPr>
      <a:lvl4pPr marL="914400" indent="-225425" algn="l" defTabSz="914400" rtl="0" eaLnBrk="1" latinLnBrk="0" hangingPunct="1">
        <a:lnSpc>
          <a:spcPct val="100000"/>
        </a:lnSpc>
        <a:spcBef>
          <a:spcPts val="528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18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4pPr>
      <a:lvl5pPr marL="1146175" indent="-231775" algn="l" defTabSz="914400" rtl="0" eaLnBrk="1" latinLnBrk="0" hangingPunct="1">
        <a:lnSpc>
          <a:spcPct val="100000"/>
        </a:lnSpc>
        <a:spcBef>
          <a:spcPts val="48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16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Markets </a:t>
            </a:r>
            <a:r>
              <a:rPr lang="en-US"/>
              <a:t>Business Context  </a:t>
            </a:r>
            <a:r>
              <a:rPr lang="en-US" dirty="0"/>
              <a:t>D</a:t>
            </a:r>
            <a:r>
              <a:rPr lang="en-US"/>
              <a:t>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447800"/>
            <a:ext cx="8610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3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7909-8DE4-4FC2-966E-7306692E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6934200" cy="990600"/>
          </a:xfrm>
        </p:spPr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en-US" dirty="0"/>
              <a:t>Claims Processing – Context diagram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39448-8B73-4A6E-94C4-BA909522F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CB0E8-1D26-4E85-A2C5-9479C2D85E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0" b="5740"/>
          <a:stretch/>
        </p:blipFill>
        <p:spPr>
          <a:xfrm>
            <a:off x="76200" y="1454928"/>
            <a:ext cx="8915401" cy="528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0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A80D2-BC21-4932-A100-300A4E1DE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CBF16-88F9-4296-BD6C-F608C221EB35}"/>
              </a:ext>
            </a:extLst>
          </p:cNvPr>
          <p:cNvSpPr txBox="1"/>
          <p:nvPr/>
        </p:nvSpPr>
        <p:spPr>
          <a:xfrm>
            <a:off x="3386667" y="3152001"/>
            <a:ext cx="4876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Appendix </a:t>
            </a:r>
          </a:p>
        </p:txBody>
      </p:sp>
    </p:spTree>
    <p:extLst>
      <p:ext uri="{BB962C8B-B14F-4D97-AF65-F5344CB8AC3E}">
        <p14:creationId xmlns:p14="http://schemas.microsoft.com/office/powerpoint/2010/main" val="367942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Acquisition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4" y="1332462"/>
            <a:ext cx="9093986" cy="525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60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BlueSTAR MNSS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95399"/>
            <a:ext cx="8915400" cy="519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1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Standalone - BAE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063865" cy="457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29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Standalone - BAP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86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579B3F-A627-4520-99AE-6B9A71747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905000"/>
            <a:ext cx="9144000" cy="362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4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E8D0-20A3-4816-B934-0866DC71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5EDD5-BE2E-4B1E-8BA1-366421873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EB27E6-4060-4E1B-B386-CA86D9AF012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D2A0D-8444-4112-883E-6547C89E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" y="1295400"/>
            <a:ext cx="89154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9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2815082E-24C9-4E88-8E7C-FCA4A96F1C9F}"/>
              </a:ext>
            </a:extLst>
          </p:cNvPr>
          <p:cNvSpPr/>
          <p:nvPr/>
        </p:nvSpPr>
        <p:spPr>
          <a:xfrm>
            <a:off x="7239000" y="2596837"/>
            <a:ext cx="1767488" cy="22581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80A798-8757-42DC-AEB8-32813F5D01BA}"/>
              </a:ext>
            </a:extLst>
          </p:cNvPr>
          <p:cNvSpPr/>
          <p:nvPr/>
        </p:nvSpPr>
        <p:spPr>
          <a:xfrm>
            <a:off x="2609386" y="1479829"/>
            <a:ext cx="4613799" cy="4387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4CF5FE-2463-4570-840E-6C9702C39F96}"/>
              </a:ext>
            </a:extLst>
          </p:cNvPr>
          <p:cNvSpPr/>
          <p:nvPr/>
        </p:nvSpPr>
        <p:spPr>
          <a:xfrm>
            <a:off x="274606" y="1797638"/>
            <a:ext cx="2092247" cy="26614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D4DC8E-EDB2-4EC7-8E40-08F35A5EF967}"/>
              </a:ext>
            </a:extLst>
          </p:cNvPr>
          <p:cNvSpPr/>
          <p:nvPr/>
        </p:nvSpPr>
        <p:spPr>
          <a:xfrm>
            <a:off x="839477" y="2458777"/>
            <a:ext cx="1055881" cy="40993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Receive the Claims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F8756-0D38-4A56-B2A0-16D75EBFFC47}"/>
              </a:ext>
            </a:extLst>
          </p:cNvPr>
          <p:cNvSpPr/>
          <p:nvPr/>
        </p:nvSpPr>
        <p:spPr>
          <a:xfrm>
            <a:off x="861794" y="3668689"/>
            <a:ext cx="1053066" cy="4099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Load the Claims into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A864A1-1D59-4F30-858A-1BFBAB61972A}"/>
              </a:ext>
            </a:extLst>
          </p:cNvPr>
          <p:cNvSpPr/>
          <p:nvPr/>
        </p:nvSpPr>
        <p:spPr>
          <a:xfrm>
            <a:off x="2748781" y="3971226"/>
            <a:ext cx="1137419" cy="515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Suspended claims for Audit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985F5C-554D-4D33-AC7E-DCAF44E59E73}"/>
              </a:ext>
            </a:extLst>
          </p:cNvPr>
          <p:cNvSpPr/>
          <p:nvPr/>
        </p:nvSpPr>
        <p:spPr>
          <a:xfrm>
            <a:off x="5129561" y="4854959"/>
            <a:ext cx="1594623" cy="459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Route to Claims examiner for adjustment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03F3C-7D6D-47E8-A645-F85B68B0E796}"/>
              </a:ext>
            </a:extLst>
          </p:cNvPr>
          <p:cNvSpPr/>
          <p:nvPr/>
        </p:nvSpPr>
        <p:spPr>
          <a:xfrm>
            <a:off x="5168591" y="4180292"/>
            <a:ext cx="1555591" cy="340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Record the claim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A97770-EACB-4275-A1FD-3803A59CC5D6}"/>
              </a:ext>
            </a:extLst>
          </p:cNvPr>
          <p:cNvSpPr/>
          <p:nvPr/>
        </p:nvSpPr>
        <p:spPr>
          <a:xfrm>
            <a:off x="7619074" y="3352330"/>
            <a:ext cx="1112332" cy="4516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Claims Payment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1D135F-A908-4A5A-A8A0-B31912CD90D4}"/>
              </a:ext>
            </a:extLst>
          </p:cNvPr>
          <p:cNvSpPr/>
          <p:nvPr/>
        </p:nvSpPr>
        <p:spPr>
          <a:xfrm>
            <a:off x="4591519" y="2596838"/>
            <a:ext cx="1485896" cy="317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Auto Adjudication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AF2DF-63BB-42DD-A89B-CCF09C4F5562}"/>
              </a:ext>
            </a:extLst>
          </p:cNvPr>
          <p:cNvSpPr/>
          <p:nvPr/>
        </p:nvSpPr>
        <p:spPr>
          <a:xfrm>
            <a:off x="4591518" y="1880374"/>
            <a:ext cx="1485897" cy="4181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Route the expectation into appropriate mailbox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D1A3D-D184-4DD3-B263-D64F329932CF}"/>
              </a:ext>
            </a:extLst>
          </p:cNvPr>
          <p:cNvSpPr/>
          <p:nvPr/>
        </p:nvSpPr>
        <p:spPr>
          <a:xfrm>
            <a:off x="2804532" y="2231641"/>
            <a:ext cx="1042640" cy="4181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Perform the Initial Edits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370EF8-369A-4B5D-9C43-7A2F9781C3B9}"/>
              </a:ext>
            </a:extLst>
          </p:cNvPr>
          <p:cNvSpPr/>
          <p:nvPr/>
        </p:nvSpPr>
        <p:spPr>
          <a:xfrm>
            <a:off x="2748781" y="4807562"/>
            <a:ext cx="1137418" cy="515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Audit Review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B5DBD5-03D5-46C1-A2AC-D1B787E398E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847171" y="2440726"/>
            <a:ext cx="245327" cy="5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DD1B94-DECB-452F-87E9-DEFC3BB55DCE}"/>
              </a:ext>
            </a:extLst>
          </p:cNvPr>
          <p:cNvCxnSpPr/>
          <p:nvPr/>
        </p:nvCxnSpPr>
        <p:spPr>
          <a:xfrm>
            <a:off x="4081346" y="2086671"/>
            <a:ext cx="0" cy="719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F95E66-5A28-4975-9540-C55460336532}"/>
              </a:ext>
            </a:extLst>
          </p:cNvPr>
          <p:cNvCxnSpPr>
            <a:cxnSpLocks/>
          </p:cNvCxnSpPr>
          <p:nvPr/>
        </p:nvCxnSpPr>
        <p:spPr>
          <a:xfrm>
            <a:off x="4078557" y="2092246"/>
            <a:ext cx="504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70A3E7-F067-453A-8F34-4E49063332D6}"/>
              </a:ext>
            </a:extLst>
          </p:cNvPr>
          <p:cNvCxnSpPr>
            <a:cxnSpLocks/>
          </p:cNvCxnSpPr>
          <p:nvPr/>
        </p:nvCxnSpPr>
        <p:spPr>
          <a:xfrm>
            <a:off x="4092498" y="2783617"/>
            <a:ext cx="504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0FAB10C-B86F-4E52-8FA6-4B5F31965C66}"/>
              </a:ext>
            </a:extLst>
          </p:cNvPr>
          <p:cNvSpPr txBox="1"/>
          <p:nvPr/>
        </p:nvSpPr>
        <p:spPr>
          <a:xfrm>
            <a:off x="437574" y="2917999"/>
            <a:ext cx="1148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EDI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Paper Claims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Phone/IVR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FAX/Email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8E1020-1A13-4C07-B501-44BA86F318D3}"/>
              </a:ext>
            </a:extLst>
          </p:cNvPr>
          <p:cNvSpPr txBox="1"/>
          <p:nvPr/>
        </p:nvSpPr>
        <p:spPr>
          <a:xfrm>
            <a:off x="2656779" y="2716717"/>
            <a:ext cx="1321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Member Verification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Provider Verification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4D5A79F-11FD-4085-B9E1-F9BC74DA457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34467" y="2914649"/>
            <a:ext cx="0" cy="393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5AC51B-0D9D-4944-AE94-7C1CCAEAFC50}"/>
              </a:ext>
            </a:extLst>
          </p:cNvPr>
          <p:cNvCxnSpPr>
            <a:cxnSpLocks/>
          </p:cNvCxnSpPr>
          <p:nvPr/>
        </p:nvCxnSpPr>
        <p:spPr>
          <a:xfrm>
            <a:off x="3253368" y="3295186"/>
            <a:ext cx="2090854" cy="4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567988-8385-4B02-AC9E-AA7945AE8994}"/>
              </a:ext>
            </a:extLst>
          </p:cNvPr>
          <p:cNvCxnSpPr/>
          <p:nvPr/>
        </p:nvCxnSpPr>
        <p:spPr>
          <a:xfrm>
            <a:off x="3253368" y="3278462"/>
            <a:ext cx="0" cy="676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9134428-5E30-46CF-BC98-CB9498AB679A}"/>
              </a:ext>
            </a:extLst>
          </p:cNvPr>
          <p:cNvSpPr txBox="1"/>
          <p:nvPr/>
        </p:nvSpPr>
        <p:spPr>
          <a:xfrm>
            <a:off x="3370456" y="4512062"/>
            <a:ext cx="5677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Audit </a:t>
            </a:r>
          </a:p>
          <a:p>
            <a:r>
              <a:rPr lang="en-US" sz="750" dirty="0"/>
              <a:t>Frontend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FB31E50-8C30-4935-A669-039ADF7AB751}"/>
              </a:ext>
            </a:extLst>
          </p:cNvPr>
          <p:cNvCxnSpPr>
            <a:cxnSpLocks/>
          </p:cNvCxnSpPr>
          <p:nvPr/>
        </p:nvCxnSpPr>
        <p:spPr>
          <a:xfrm flipH="1" flipV="1">
            <a:off x="4231888" y="3659322"/>
            <a:ext cx="8364" cy="560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810BB1A-5891-4FDA-82ED-D1010046B6AB}"/>
              </a:ext>
            </a:extLst>
          </p:cNvPr>
          <p:cNvSpPr txBox="1"/>
          <p:nvPr/>
        </p:nvSpPr>
        <p:spPr>
          <a:xfrm>
            <a:off x="4463274" y="3647843"/>
            <a:ext cx="5453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Audit </a:t>
            </a:r>
          </a:p>
          <a:p>
            <a:r>
              <a:rPr lang="en-US" sz="750" dirty="0"/>
              <a:t>backend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A7D002D-45CC-4353-953B-1BF9F4FB245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886200" y="4229093"/>
            <a:ext cx="3456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2250B26-0525-479A-B28A-37879B5B8CC6}"/>
              </a:ext>
            </a:extLst>
          </p:cNvPr>
          <p:cNvCxnSpPr/>
          <p:nvPr/>
        </p:nvCxnSpPr>
        <p:spPr>
          <a:xfrm>
            <a:off x="4650059" y="4344783"/>
            <a:ext cx="0" cy="769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CE0B0DE-9C5A-43DE-AB9A-43EEFB5271A0}"/>
              </a:ext>
            </a:extLst>
          </p:cNvPr>
          <p:cNvCxnSpPr/>
          <p:nvPr/>
        </p:nvCxnSpPr>
        <p:spPr>
          <a:xfrm>
            <a:off x="4650059" y="5114228"/>
            <a:ext cx="479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5F2603D-6BB2-48F1-BE9A-BBC39D0F151C}"/>
              </a:ext>
            </a:extLst>
          </p:cNvPr>
          <p:cNvCxnSpPr>
            <a:cxnSpLocks/>
          </p:cNvCxnSpPr>
          <p:nvPr/>
        </p:nvCxnSpPr>
        <p:spPr>
          <a:xfrm>
            <a:off x="4650060" y="4344783"/>
            <a:ext cx="521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0705D23-4B28-4B9F-A9DD-4952400C54A8}"/>
              </a:ext>
            </a:extLst>
          </p:cNvPr>
          <p:cNvSpPr txBox="1"/>
          <p:nvPr/>
        </p:nvSpPr>
        <p:spPr>
          <a:xfrm>
            <a:off x="4530181" y="4082743"/>
            <a:ext cx="54694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No Error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95553A-20B3-45AC-9946-7ABBAB9FE131}"/>
              </a:ext>
            </a:extLst>
          </p:cNvPr>
          <p:cNvSpPr txBox="1"/>
          <p:nvPr/>
        </p:nvSpPr>
        <p:spPr>
          <a:xfrm>
            <a:off x="4644481" y="5133745"/>
            <a:ext cx="3978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Error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6A519D-C0F0-49FB-A607-491C2708FB16}"/>
              </a:ext>
            </a:extLst>
          </p:cNvPr>
          <p:cNvSpPr txBox="1"/>
          <p:nvPr/>
        </p:nvSpPr>
        <p:spPr>
          <a:xfrm>
            <a:off x="2706960" y="5384635"/>
            <a:ext cx="2779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Review Claims amount against set Criteria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If there is an error send to claims examiner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6763BE-4251-445C-B32C-4075B63DA861}"/>
              </a:ext>
            </a:extLst>
          </p:cNvPr>
          <p:cNvSpPr txBox="1"/>
          <p:nvPr/>
        </p:nvSpPr>
        <p:spPr>
          <a:xfrm>
            <a:off x="7733371" y="3876436"/>
            <a:ext cx="1034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Batch Process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Generate the EOB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Send it to Finance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F586F75-6470-47C7-AAC1-8AB662D2FBED}"/>
              </a:ext>
            </a:extLst>
          </p:cNvPr>
          <p:cNvSpPr txBox="1"/>
          <p:nvPr/>
        </p:nvSpPr>
        <p:spPr>
          <a:xfrm>
            <a:off x="280448" y="667893"/>
            <a:ext cx="6983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Claims Processing – Context diagram (High level)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ED516B2-E3F5-4071-A050-68E15F027BA5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5334467" y="2298545"/>
            <a:ext cx="0" cy="29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C1CA5B2-C543-4D26-B278-81CC13085FFD}"/>
              </a:ext>
            </a:extLst>
          </p:cNvPr>
          <p:cNvSpPr txBox="1"/>
          <p:nvPr/>
        </p:nvSpPr>
        <p:spPr>
          <a:xfrm>
            <a:off x="6110860" y="1952857"/>
            <a:ext cx="111232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Based on Claims rules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Pre-authorization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Fraud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Duplicate check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900" dirty="0"/>
              <a:t>Coordination of Benefits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A67C23A-04C7-4A8E-BED9-B53A685915B1}"/>
              </a:ext>
            </a:extLst>
          </p:cNvPr>
          <p:cNvCxnSpPr/>
          <p:nvPr/>
        </p:nvCxnSpPr>
        <p:spPr>
          <a:xfrm>
            <a:off x="543622" y="1359054"/>
            <a:ext cx="832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C23071-7690-46E0-B765-05252F76A74A}"/>
              </a:ext>
            </a:extLst>
          </p:cNvPr>
          <p:cNvCxnSpPr/>
          <p:nvPr/>
        </p:nvCxnSpPr>
        <p:spPr>
          <a:xfrm>
            <a:off x="1388330" y="2911855"/>
            <a:ext cx="0" cy="713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079843-1A2A-4EB7-B5EA-7074A6ACC66C}"/>
              </a:ext>
            </a:extLst>
          </p:cNvPr>
          <p:cNvSpPr txBox="1"/>
          <p:nvPr/>
        </p:nvSpPr>
        <p:spPr>
          <a:xfrm>
            <a:off x="413245" y="1809374"/>
            <a:ext cx="1544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Pre-</a:t>
            </a:r>
          </a:p>
          <a:p>
            <a:r>
              <a:rPr lang="en-US" b="1" dirty="0"/>
              <a:t>adjudication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9A67D0-1B7C-4A37-B4E6-4FDB0DB1E346}"/>
              </a:ext>
            </a:extLst>
          </p:cNvPr>
          <p:cNvCxnSpPr>
            <a:cxnSpLocks/>
          </p:cNvCxnSpPr>
          <p:nvPr/>
        </p:nvCxnSpPr>
        <p:spPr>
          <a:xfrm>
            <a:off x="1388330" y="4078620"/>
            <a:ext cx="0" cy="427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BFD0F2-1C3E-49A5-8866-0DE7A18FD114}"/>
              </a:ext>
            </a:extLst>
          </p:cNvPr>
          <p:cNvCxnSpPr/>
          <p:nvPr/>
        </p:nvCxnSpPr>
        <p:spPr>
          <a:xfrm>
            <a:off x="1388329" y="4506483"/>
            <a:ext cx="10900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1D5125-255C-4F39-8DAA-59385BCB4503}"/>
              </a:ext>
            </a:extLst>
          </p:cNvPr>
          <p:cNvCxnSpPr/>
          <p:nvPr/>
        </p:nvCxnSpPr>
        <p:spPr>
          <a:xfrm flipV="1">
            <a:off x="2478360" y="2440726"/>
            <a:ext cx="0" cy="2065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E9402B-DF97-4F57-BEBD-2539B04E6831}"/>
              </a:ext>
            </a:extLst>
          </p:cNvPr>
          <p:cNvCxnSpPr>
            <a:endCxn id="12" idx="1"/>
          </p:cNvCxnSpPr>
          <p:nvPr/>
        </p:nvCxnSpPr>
        <p:spPr>
          <a:xfrm flipV="1">
            <a:off x="2478360" y="2440726"/>
            <a:ext cx="326172" cy="5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DFD638A-C9DA-4DF7-9CC8-F2BAED37E88E}"/>
              </a:ext>
            </a:extLst>
          </p:cNvPr>
          <p:cNvCxnSpPr/>
          <p:nvPr/>
        </p:nvCxnSpPr>
        <p:spPr>
          <a:xfrm>
            <a:off x="3278460" y="4486961"/>
            <a:ext cx="0" cy="32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1F383D9-C4E1-467A-B377-FE75AFCAFF1B}"/>
              </a:ext>
            </a:extLst>
          </p:cNvPr>
          <p:cNvCxnSpPr>
            <a:stCxn id="13" idx="3"/>
          </p:cNvCxnSpPr>
          <p:nvPr/>
        </p:nvCxnSpPr>
        <p:spPr>
          <a:xfrm flipV="1">
            <a:off x="3886199" y="4654910"/>
            <a:ext cx="758282" cy="4105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6CC2A93-FB66-4C1F-84D3-D87182A2E10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724181" y="3578140"/>
            <a:ext cx="894893" cy="7722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43A39E2-E197-4A61-A076-A4311C65091C}"/>
              </a:ext>
            </a:extLst>
          </p:cNvPr>
          <p:cNvSpPr txBox="1"/>
          <p:nvPr/>
        </p:nvSpPr>
        <p:spPr>
          <a:xfrm>
            <a:off x="2807318" y="156535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Core-adjudication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CE2605-266F-4BD1-999B-00769FBA8C84}"/>
              </a:ext>
            </a:extLst>
          </p:cNvPr>
          <p:cNvSpPr txBox="1"/>
          <p:nvPr/>
        </p:nvSpPr>
        <p:spPr>
          <a:xfrm>
            <a:off x="7478503" y="2694138"/>
            <a:ext cx="1544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Post-</a:t>
            </a:r>
          </a:p>
          <a:p>
            <a:r>
              <a:rPr lang="en-US" b="1" dirty="0"/>
              <a:t>adjudication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D3B6BC0-3DFC-4F6E-A99B-653B190E7F7A}"/>
              </a:ext>
            </a:extLst>
          </p:cNvPr>
          <p:cNvCxnSpPr>
            <a:cxnSpLocks/>
          </p:cNvCxnSpPr>
          <p:nvPr/>
        </p:nvCxnSpPr>
        <p:spPr>
          <a:xfrm>
            <a:off x="4231888" y="3659321"/>
            <a:ext cx="3387186" cy="1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5617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1"/>
  <p:tag name="PAGENUMBER" val="1"/>
  <p:tag name="AGENDAHEIGHT" val="295.5749618530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ubjectTitle"/>
  <p:tag name="DATE" val="8/4/2015 4:13:03 P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8/4/2015 4:13:03 P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QptDraftNote"/>
  <p:tag name="DATE" val="8/19/2015 2:58:29 PM"/>
</p:tagLst>
</file>

<file path=ppt/theme/theme1.xml><?xml version="1.0" encoding="utf-8"?>
<a:theme xmlns:a="http://schemas.openxmlformats.org/drawingml/2006/main" name="5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7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8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5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D1F7"/>
      </a:accent1>
      <a:accent2>
        <a:srgbClr val="5990BA"/>
      </a:accent2>
      <a:accent3>
        <a:srgbClr val="FFFFFF"/>
      </a:accent3>
      <a:accent4>
        <a:srgbClr val="000000"/>
      </a:accent4>
      <a:accent5>
        <a:srgbClr val="D0E5FA"/>
      </a:accent5>
      <a:accent6>
        <a:srgbClr val="5082A8"/>
      </a:accent6>
      <a:hlink>
        <a:srgbClr val="006DBB"/>
      </a:hlink>
      <a:folHlink>
        <a:srgbClr val="5F5F5F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003366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 typeface="Wingdings" pitchFamily="2" charset="2"/>
          <a:buNone/>
          <a:tabLst>
            <a:tab pos="284163" algn="l"/>
          </a:tabLst>
          <a:defRPr kumimoji="0" lang="en-US" sz="10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CSDL Titles  Dividers">
  <a:themeElements>
    <a:clrScheme name="Accenture_FINAL">
      <a:dk1>
        <a:srgbClr val="000000"/>
      </a:dk1>
      <a:lt1>
        <a:sysClr val="window" lastClr="FFFFFF"/>
      </a:lt1>
      <a:dk2>
        <a:srgbClr val="1F497D"/>
      </a:dk2>
      <a:lt2>
        <a:srgbClr val="E3DEDC"/>
      </a:lt2>
      <a:accent1>
        <a:srgbClr val="0033CC"/>
      </a:accent1>
      <a:accent2>
        <a:srgbClr val="00A400"/>
      </a:accent2>
      <a:accent3>
        <a:srgbClr val="FF9A05"/>
      </a:accent3>
      <a:accent4>
        <a:srgbClr val="FF0000"/>
      </a:accent4>
      <a:accent5>
        <a:srgbClr val="800080"/>
      </a:accent5>
      <a:accent6>
        <a:srgbClr val="00AEEF"/>
      </a:accent6>
      <a:hlink>
        <a:srgbClr val="0033CC"/>
      </a:hlink>
      <a:folHlink>
        <a:srgbClr val="771E28"/>
      </a:folHlink>
    </a:clrScheme>
    <a:fontScheme name="Accen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022A2B5DD5AB4FB6F2EECA7E6234FF" ma:contentTypeVersion="0" ma:contentTypeDescription="Create a new document." ma:contentTypeScope="" ma:versionID="16b4ad4b9f0786da642074bfc9ce139f">
  <xsd:schema xmlns:xsd="http://www.w3.org/2001/XMLSchema" xmlns:xs="http://www.w3.org/2001/XMLSchema" xmlns:p="http://schemas.microsoft.com/office/2006/metadata/properties" xmlns:ns2="80c58d64-d724-40ac-b368-4c161fcfd8cf" targetNamespace="http://schemas.microsoft.com/office/2006/metadata/properties" ma:root="true" ma:fieldsID="3e04d9051f8bc0490d550ab7f6718d23" ns2:_="">
    <xsd:import namespace="80c58d64-d724-40ac-b368-4c161fcfd8c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c58d64-d724-40ac-b368-4c161fcfd8c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0c58d64-d724-40ac-b368-4c161fcfd8cf">TZ3DEXTKUTDT-154-338</_dlc_DocId>
    <_dlc_DocIdUrl xmlns="80c58d64-d724-40ac-b368-4c161fcfd8cf">
      <Url>https://ts.accenture.com/sites/HCSC Engagement WEbsite/BSA Requirement Maturity Model Roadmap/_layouts/15/DocIdRedir.aspx?ID=TZ3DEXTKUTDT-154-338</Url>
      <Description>TZ3DEXTKUTDT-154-338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BFB9EA-D885-4008-8C7B-C2389ADEAF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c58d64-d724-40ac-b368-4c161fcfd8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CF26AC-7091-42BD-B414-72E464DAD965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0c58d64-d724-40ac-b368-4c161fcfd8cf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89CE74B-D9A0-42C6-80F7-17BCB08BC2D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6E662FB-776C-4B9B-99FE-AB2BE0DC38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Color_Top_04_2013</Template>
  <TotalTime>68827</TotalTime>
  <Words>138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Lucida Grande</vt:lpstr>
      <vt:lpstr>5_Default Design</vt:lpstr>
      <vt:lpstr>Custom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CSDL Titles  Dividers</vt:lpstr>
      <vt:lpstr>Markets Business Context  Diagram</vt:lpstr>
      <vt:lpstr>Claims Processing – Context diagram </vt:lpstr>
      <vt:lpstr>PowerPoint Presentation</vt:lpstr>
      <vt:lpstr>Business Acquisition</vt:lpstr>
      <vt:lpstr>BlueSTAR MNSS services</vt:lpstr>
      <vt:lpstr>Standalone - BAE</vt:lpstr>
      <vt:lpstr>Standalone - BAP</vt:lpstr>
      <vt:lpstr>claims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Accenture</dc:creator>
  <cp:lastModifiedBy>Vardhan Vankayala, A.</cp:lastModifiedBy>
  <cp:revision>3495</cp:revision>
  <cp:lastPrinted>2015-05-27T20:02:26Z</cp:lastPrinted>
  <dcterms:created xsi:type="dcterms:W3CDTF">2013-07-30T08:28:34Z</dcterms:created>
  <dcterms:modified xsi:type="dcterms:W3CDTF">2021-10-04T18:25:28Z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DH_PPT_012012_LEO</vt:lpwstr>
  </property>
  <property fmtid="{D5CDD505-2E9C-101B-9397-08002B2CF9AE}" pid="4" name="ArticulateGUID">
    <vt:lpwstr>AAA9661D-BB09-40B4-9621-E5DD34F7073B</vt:lpwstr>
  </property>
  <property fmtid="{D5CDD505-2E9C-101B-9397-08002B2CF9AE}" pid="5" name="ArticulateProjectFull">
    <vt:lpwstr>F:\PROJECTS\JohnsonBeesley\Accenture\Accenture_PPT_020412_LEO.ppta</vt:lpwstr>
  </property>
  <property fmtid="{D5CDD505-2E9C-101B-9397-08002B2CF9AE}" pid="6" name="ContentTypeId">
    <vt:lpwstr>0x01010039022A2B5DD5AB4FB6F2EECA7E6234FF</vt:lpwstr>
  </property>
  <property fmtid="{D5CDD505-2E9C-101B-9397-08002B2CF9AE}" pid="7" name="Description0">
    <vt:lpwstr/>
  </property>
  <property fmtid="{D5CDD505-2E9C-101B-9397-08002B2CF9AE}" pid="8" name="_dlc_DocIdItemGuid">
    <vt:lpwstr>5c94aab2-1925-406a-a148-81be53776f0f</vt:lpwstr>
  </property>
</Properties>
</file>